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x="96012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01200" cy="7200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