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8" r:id="rId31"/>
    <p:sldId id="286" r:id="rId32"/>
  </p:sldIdLst>
  <p:sldSz cx="9144000" cy="5143500" type="screen16x9"/>
  <p:notesSz cx="6858000" cy="9144000"/>
  <p:embeddedFontLst>
    <p:embeddedFont>
      <p:font typeface="Alata" panose="020B0604020202020204" charset="0"/>
      <p:regular r:id="rId34"/>
    </p:embeddedFont>
    <p:embeddedFont>
      <p:font typeface="Karla" pitchFamily="2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Raleway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ECFF27-CCB3-4A1E-80F7-D545C12D8938}">
  <a:tblStyle styleId="{22ECFF27-CCB3-4A1E-80F7-D545C12D89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4f72bc33e3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4f72bc33e3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4ea0268be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4ea0268be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4f72bc33e3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4f72bc33e3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4f72bc33e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4f72bc33e3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4f72bc33e3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4f72bc33e3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4ea0268be9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4ea0268be9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4ea0268be9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4ea0268be9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4ea0268be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4ea0268be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>
          <a:extLst>
            <a:ext uri="{FF2B5EF4-FFF2-40B4-BE49-F238E27FC236}">
              <a16:creationId xmlns:a16="http://schemas.microsoft.com/office/drawing/2014/main" id="{51281288-7132-42BE-C3B3-73D8372D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4ea0268be9_0_190:notes">
            <a:extLst>
              <a:ext uri="{FF2B5EF4-FFF2-40B4-BE49-F238E27FC236}">
                <a16:creationId xmlns:a16="http://schemas.microsoft.com/office/drawing/2014/main" id="{65E59224-072C-3C14-EA5F-AB6A04F88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4ea0268be9_0_190:notes">
            <a:extLst>
              <a:ext uri="{FF2B5EF4-FFF2-40B4-BE49-F238E27FC236}">
                <a16:creationId xmlns:a16="http://schemas.microsoft.com/office/drawing/2014/main" id="{8DB25575-C202-F34F-443E-6F036F04A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721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4ea0268be9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4ea0268be9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4ea0268be9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4ea0268be9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4f72bc33e3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4f72bc33e3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34ea0268be9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34ea0268be9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34f72bc33e3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34f72bc33e3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34ea0268be9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34ea0268be9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34ea0268be9_0_1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34ea0268be9_0_1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34f72bc33e3_0_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34f72bc33e3_0_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4f72bc33e3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34f72bc33e3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g34ea0268be9_0_1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0" name="Google Shape;2100;g34ea0268be9_0_1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34f72bc33e3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34f72bc33e3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34f72bc33e3_0_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34f72bc33e3_0_8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34f72bc33e3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34f72bc33e3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34ea0268be9_0_1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34ea0268be9_0_1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34f72bc33e3_0_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3" name="Google Shape;2283;g34f72bc33e3_0_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g34ea0268be9_0_2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2" name="Google Shape;2442;g34ea0268be9_0_2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g34ea0268be9_0_1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8" name="Google Shape;2608;g34ea0268be9_0_1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6">
          <a:extLst>
            <a:ext uri="{FF2B5EF4-FFF2-40B4-BE49-F238E27FC236}">
              <a16:creationId xmlns:a16="http://schemas.microsoft.com/office/drawing/2014/main" id="{16A72877-A236-9A3C-7EE6-104BC7BE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g34ea0268be9_0_1800:notes">
            <a:extLst>
              <a:ext uri="{FF2B5EF4-FFF2-40B4-BE49-F238E27FC236}">
                <a16:creationId xmlns:a16="http://schemas.microsoft.com/office/drawing/2014/main" id="{617E6ACC-FBA4-55FB-DDAB-71A1AB2F5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8" name="Google Shape;2608;g34ea0268be9_0_1800:notes">
            <a:extLst>
              <a:ext uri="{FF2B5EF4-FFF2-40B4-BE49-F238E27FC236}">
                <a16:creationId xmlns:a16="http://schemas.microsoft.com/office/drawing/2014/main" id="{997A172F-E872-3C37-9119-A345966C8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8046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Google Shape;2766;g34ea0268be9_0_2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7" name="Google Shape;2767;g34ea0268be9_0_2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53650" y="2636038"/>
            <a:ext cx="6251100" cy="148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53650" y="4199000"/>
            <a:ext cx="62511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995900"/>
            <a:ext cx="9144000" cy="1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5379150" y="1965175"/>
            <a:ext cx="2793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379150" y="791375"/>
            <a:ext cx="1117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>
            <a:spLocks noGrp="1"/>
          </p:cNvSpPr>
          <p:nvPr>
            <p:ph type="pic" idx="3"/>
          </p:nvPr>
        </p:nvSpPr>
        <p:spPr>
          <a:xfrm>
            <a:off x="970943" y="791375"/>
            <a:ext cx="3413400" cy="3410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4995900"/>
            <a:ext cx="9144000" cy="1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32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785000" y="1663325"/>
            <a:ext cx="3639000" cy="26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" name="Google Shape;22;p4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13650" y="3401051"/>
            <a:ext cx="34128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717550" y="3401051"/>
            <a:ext cx="34128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717550" y="2987350"/>
            <a:ext cx="3412800" cy="41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013650" y="2987353"/>
            <a:ext cx="3412800" cy="41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1" name="Google Shape;31;p5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15100" y="98502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715100" y="1850950"/>
            <a:ext cx="3634800" cy="25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4768000" y="856050"/>
            <a:ext cx="3413400" cy="3431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3" name="Google Shape;43;p7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7" name="Google Shape;47;p8"/>
            <p:cNvSpPr/>
            <p:nvPr/>
          </p:nvSpPr>
          <p:spPr>
            <a:xfrm>
              <a:off x="0" y="0"/>
              <a:ext cx="9144000" cy="233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8" name="Google Shape;48;p8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4" name="Google Shape;54;p9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1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0" name="Google Shape;60;p10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685500"/>
            <a:ext cx="6576000" cy="12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subTitle" idx="1"/>
          </p:nvPr>
        </p:nvSpPr>
        <p:spPr>
          <a:xfrm>
            <a:off x="1284000" y="38951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5" name="Google Shape;65;p1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6" name="Google Shape;66;p11"/>
            <p:cNvSpPr/>
            <p:nvPr/>
          </p:nvSpPr>
          <p:spPr>
            <a:xfrm>
              <a:off x="0" y="0"/>
              <a:ext cx="9144000" cy="233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 hasCustomPrompt="1"/>
          </p:nvPr>
        </p:nvSpPr>
        <p:spPr>
          <a:xfrm>
            <a:off x="1315175" y="1689513"/>
            <a:ext cx="111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3" hasCustomPrompt="1"/>
          </p:nvPr>
        </p:nvSpPr>
        <p:spPr>
          <a:xfrm>
            <a:off x="1315175" y="3306463"/>
            <a:ext cx="111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4014450" y="1689513"/>
            <a:ext cx="111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5" hasCustomPrompt="1"/>
          </p:nvPr>
        </p:nvSpPr>
        <p:spPr>
          <a:xfrm>
            <a:off x="4014450" y="3306463"/>
            <a:ext cx="111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 hasCustomPrompt="1"/>
          </p:nvPr>
        </p:nvSpPr>
        <p:spPr>
          <a:xfrm>
            <a:off x="6713725" y="1689513"/>
            <a:ext cx="111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 hasCustomPrompt="1"/>
          </p:nvPr>
        </p:nvSpPr>
        <p:spPr>
          <a:xfrm>
            <a:off x="6713725" y="3306463"/>
            <a:ext cx="111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19975" y="2417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8"/>
          </p:nvPr>
        </p:nvSpPr>
        <p:spPr>
          <a:xfrm>
            <a:off x="3419250" y="2417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9"/>
          </p:nvPr>
        </p:nvSpPr>
        <p:spPr>
          <a:xfrm>
            <a:off x="6118525" y="2417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3"/>
          </p:nvPr>
        </p:nvSpPr>
        <p:spPr>
          <a:xfrm>
            <a:off x="719975" y="4034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4"/>
          </p:nvPr>
        </p:nvSpPr>
        <p:spPr>
          <a:xfrm>
            <a:off x="3419250" y="4034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5"/>
          </p:nvPr>
        </p:nvSpPr>
        <p:spPr>
          <a:xfrm>
            <a:off x="6118525" y="4034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0" y="4995900"/>
            <a:ext cx="9144000" cy="1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0" y="0"/>
            <a:ext cx="9144000" cy="32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 hasCustomPrompt="1"/>
          </p:nvPr>
        </p:nvSpPr>
        <p:spPr>
          <a:xfrm>
            <a:off x="5633250" y="2011957"/>
            <a:ext cx="2795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5633250" y="2780854"/>
            <a:ext cx="2795400" cy="3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2" hasCustomPrompt="1"/>
          </p:nvPr>
        </p:nvSpPr>
        <p:spPr>
          <a:xfrm>
            <a:off x="5633250" y="611200"/>
            <a:ext cx="2795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3"/>
          </p:nvPr>
        </p:nvSpPr>
        <p:spPr>
          <a:xfrm>
            <a:off x="5633250" y="1380109"/>
            <a:ext cx="2795400" cy="3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 idx="4" hasCustomPrompt="1"/>
          </p:nvPr>
        </p:nvSpPr>
        <p:spPr>
          <a:xfrm>
            <a:off x="5633250" y="3412703"/>
            <a:ext cx="2795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5"/>
          </p:nvPr>
        </p:nvSpPr>
        <p:spPr>
          <a:xfrm>
            <a:off x="5633250" y="4181600"/>
            <a:ext cx="2795400" cy="3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3" name="Google Shape;93;p14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715100" y="1004988"/>
            <a:ext cx="3542700" cy="67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715100" y="1736238"/>
            <a:ext cx="3542700" cy="6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>
            <a:spLocks noGrp="1"/>
          </p:cNvSpPr>
          <p:nvPr>
            <p:ph type="pic" idx="2"/>
          </p:nvPr>
        </p:nvSpPr>
        <p:spPr>
          <a:xfrm>
            <a:off x="6700300" y="2839931"/>
            <a:ext cx="1728900" cy="172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15"/>
          <p:cNvSpPr>
            <a:spLocks noGrp="1"/>
          </p:cNvSpPr>
          <p:nvPr>
            <p:ph type="pic" idx="3"/>
          </p:nvPr>
        </p:nvSpPr>
        <p:spPr>
          <a:xfrm>
            <a:off x="4640500" y="843975"/>
            <a:ext cx="3788700" cy="1728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00" name="Google Shape;100;p15"/>
          <p:cNvSpPr>
            <a:spLocks noGrp="1"/>
          </p:cNvSpPr>
          <p:nvPr>
            <p:ph type="pic" idx="4"/>
          </p:nvPr>
        </p:nvSpPr>
        <p:spPr>
          <a:xfrm>
            <a:off x="4740050" y="2839931"/>
            <a:ext cx="1728900" cy="172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p15"/>
          <p:cNvSpPr>
            <a:spLocks noGrp="1"/>
          </p:cNvSpPr>
          <p:nvPr>
            <p:ph type="pic" idx="5"/>
          </p:nvPr>
        </p:nvSpPr>
        <p:spPr>
          <a:xfrm>
            <a:off x="720000" y="2839931"/>
            <a:ext cx="3788700" cy="1728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grpSp>
        <p:nvGrpSpPr>
          <p:cNvPr id="102" name="Google Shape;102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3" name="Google Shape;103;p15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4564000" y="1510238"/>
            <a:ext cx="3864900" cy="118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4564000" y="2749488"/>
            <a:ext cx="38649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>
            <a:spLocks noGrp="1"/>
          </p:cNvSpPr>
          <p:nvPr>
            <p:ph type="pic" idx="2"/>
          </p:nvPr>
        </p:nvSpPr>
        <p:spPr>
          <a:xfrm>
            <a:off x="715100" y="856050"/>
            <a:ext cx="3413400" cy="3431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9" name="Google Shape;109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1"/>
          </p:nvPr>
        </p:nvSpPr>
        <p:spPr>
          <a:xfrm>
            <a:off x="720000" y="1094725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2"/>
          </p:nvPr>
        </p:nvSpPr>
        <p:spPr>
          <a:xfrm>
            <a:off x="720000" y="2113613"/>
            <a:ext cx="77040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ubTitle" idx="3"/>
          </p:nvPr>
        </p:nvSpPr>
        <p:spPr>
          <a:xfrm>
            <a:off x="720000" y="361100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8" name="Google Shape;118;p17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1"/>
          </p:nvPr>
        </p:nvSpPr>
        <p:spPr>
          <a:xfrm>
            <a:off x="720400" y="2964700"/>
            <a:ext cx="23172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2"/>
          </p:nvPr>
        </p:nvSpPr>
        <p:spPr>
          <a:xfrm>
            <a:off x="3413252" y="2964700"/>
            <a:ext cx="23175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ubTitle" idx="3"/>
          </p:nvPr>
        </p:nvSpPr>
        <p:spPr>
          <a:xfrm>
            <a:off x="6106405" y="2964700"/>
            <a:ext cx="23172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4"/>
          </p:nvPr>
        </p:nvSpPr>
        <p:spPr>
          <a:xfrm>
            <a:off x="720400" y="2513650"/>
            <a:ext cx="2317200" cy="45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5"/>
          </p:nvPr>
        </p:nvSpPr>
        <p:spPr>
          <a:xfrm>
            <a:off x="3413253" y="2513650"/>
            <a:ext cx="2317500" cy="45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6"/>
          </p:nvPr>
        </p:nvSpPr>
        <p:spPr>
          <a:xfrm>
            <a:off x="6106405" y="2513650"/>
            <a:ext cx="2317200" cy="45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28" name="Google Shape;128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"/>
          </p:nvPr>
        </p:nvSpPr>
        <p:spPr>
          <a:xfrm>
            <a:off x="1633750" y="1418325"/>
            <a:ext cx="2802000" cy="40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2"/>
          </p:nvPr>
        </p:nvSpPr>
        <p:spPr>
          <a:xfrm>
            <a:off x="1633751" y="1821895"/>
            <a:ext cx="2802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3"/>
          </p:nvPr>
        </p:nvSpPr>
        <p:spPr>
          <a:xfrm>
            <a:off x="5624452" y="1821895"/>
            <a:ext cx="2802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4"/>
          </p:nvPr>
        </p:nvSpPr>
        <p:spPr>
          <a:xfrm>
            <a:off x="1633751" y="3580702"/>
            <a:ext cx="2802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5"/>
          </p:nvPr>
        </p:nvSpPr>
        <p:spPr>
          <a:xfrm>
            <a:off x="5624452" y="3580700"/>
            <a:ext cx="2802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6"/>
          </p:nvPr>
        </p:nvSpPr>
        <p:spPr>
          <a:xfrm>
            <a:off x="1633750" y="3177199"/>
            <a:ext cx="2802000" cy="40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7"/>
          </p:nvPr>
        </p:nvSpPr>
        <p:spPr>
          <a:xfrm>
            <a:off x="5624450" y="1418325"/>
            <a:ext cx="2802000" cy="40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8"/>
          </p:nvPr>
        </p:nvSpPr>
        <p:spPr>
          <a:xfrm>
            <a:off x="5624450" y="3177198"/>
            <a:ext cx="2802000" cy="40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41" name="Google Shape;141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2" name="Google Shape;142;p19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1"/>
          </p:nvPr>
        </p:nvSpPr>
        <p:spPr>
          <a:xfrm>
            <a:off x="721594" y="1771201"/>
            <a:ext cx="2084700" cy="10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2"/>
          </p:nvPr>
        </p:nvSpPr>
        <p:spPr>
          <a:xfrm>
            <a:off x="3529048" y="1771201"/>
            <a:ext cx="2084700" cy="10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3"/>
          </p:nvPr>
        </p:nvSpPr>
        <p:spPr>
          <a:xfrm>
            <a:off x="721594" y="3501500"/>
            <a:ext cx="2085900" cy="10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4"/>
          </p:nvPr>
        </p:nvSpPr>
        <p:spPr>
          <a:xfrm>
            <a:off x="3529048" y="3501500"/>
            <a:ext cx="2085900" cy="10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5"/>
          </p:nvPr>
        </p:nvSpPr>
        <p:spPr>
          <a:xfrm>
            <a:off x="6336497" y="1771201"/>
            <a:ext cx="2084700" cy="10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6"/>
          </p:nvPr>
        </p:nvSpPr>
        <p:spPr>
          <a:xfrm>
            <a:off x="6336497" y="3501500"/>
            <a:ext cx="2084700" cy="10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7"/>
          </p:nvPr>
        </p:nvSpPr>
        <p:spPr>
          <a:xfrm>
            <a:off x="721594" y="13973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8"/>
          </p:nvPr>
        </p:nvSpPr>
        <p:spPr>
          <a:xfrm>
            <a:off x="3529052" y="13973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9"/>
          </p:nvPr>
        </p:nvSpPr>
        <p:spPr>
          <a:xfrm>
            <a:off x="6336506" y="13973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13"/>
          </p:nvPr>
        </p:nvSpPr>
        <p:spPr>
          <a:xfrm>
            <a:off x="721594" y="31244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4"/>
          </p:nvPr>
        </p:nvSpPr>
        <p:spPr>
          <a:xfrm>
            <a:off x="3529052" y="31244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15"/>
          </p:nvPr>
        </p:nvSpPr>
        <p:spPr>
          <a:xfrm>
            <a:off x="6336506" y="31244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58" name="Google Shape;158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9" name="Google Shape;159;p20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0" y="4995900"/>
            <a:ext cx="9144000" cy="1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3" name="Google Shape;163;p21"/>
          <p:cNvSpPr txBox="1">
            <a:spLocks noGrp="1"/>
          </p:cNvSpPr>
          <p:nvPr>
            <p:ph type="ctrTitle"/>
          </p:nvPr>
        </p:nvSpPr>
        <p:spPr>
          <a:xfrm>
            <a:off x="715100" y="2549050"/>
            <a:ext cx="32040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1"/>
          </p:nvPr>
        </p:nvSpPr>
        <p:spPr>
          <a:xfrm>
            <a:off x="715100" y="3472400"/>
            <a:ext cx="3204000" cy="11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4227400" y="3937375"/>
            <a:ext cx="42015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0" y="0"/>
            <a:ext cx="9144000" cy="23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9" name="Google Shape;169;p22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0" y="0"/>
              <a:ext cx="9144000" cy="32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3" name="Google Shape;173;p23"/>
            <p:cNvSpPr/>
            <p:nvPr/>
          </p:nvSpPr>
          <p:spPr>
            <a:xfrm>
              <a:off x="0" y="0"/>
              <a:ext cx="9144000" cy="233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0" y="4995900"/>
              <a:ext cx="9144000" cy="14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/>
          <p:nvPr/>
        </p:nvSpPr>
        <p:spPr>
          <a:xfrm>
            <a:off x="0" y="0"/>
            <a:ext cx="9144000" cy="23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0" name="Google Shape;180;p24"/>
          <p:cNvSpPr txBox="1">
            <a:spLocks noGrp="1"/>
          </p:cNvSpPr>
          <p:nvPr>
            <p:ph type="ctrTitle"/>
          </p:nvPr>
        </p:nvSpPr>
        <p:spPr>
          <a:xfrm>
            <a:off x="1553650" y="2333100"/>
            <a:ext cx="6251100" cy="19865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dirty="0"/>
              <a:t> Investigating the Word Superiority Effect</a:t>
            </a:r>
            <a:endParaRPr sz="4600" dirty="0"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1"/>
          </p:nvPr>
        </p:nvSpPr>
        <p:spPr>
          <a:xfrm>
            <a:off x="1553650" y="4210750"/>
            <a:ext cx="6549000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Mithun Rameshbabu - 2023101070</a:t>
            </a:r>
            <a:br>
              <a:rPr lang="en"/>
            </a:br>
            <a:r>
              <a:rPr lang="en"/>
              <a:t>Aditya Nair - 2023111029</a:t>
            </a:r>
            <a:br>
              <a:rPr lang="en"/>
            </a:br>
            <a:r>
              <a:rPr lang="en"/>
              <a:t>Vishakha Agrawal - 2023101040</a:t>
            </a:r>
            <a:br>
              <a:rPr lang="en"/>
            </a:b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>
            <a:off x="3780104" y="267450"/>
            <a:ext cx="1798200" cy="1798200"/>
            <a:chOff x="3780104" y="267450"/>
            <a:chExt cx="1798200" cy="1798200"/>
          </a:xfrm>
        </p:grpSpPr>
        <p:sp>
          <p:nvSpPr>
            <p:cNvPr id="183" name="Google Shape;183;p24"/>
            <p:cNvSpPr/>
            <p:nvPr/>
          </p:nvSpPr>
          <p:spPr>
            <a:xfrm>
              <a:off x="3780104" y="267450"/>
              <a:ext cx="1798200" cy="1798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184" name="Google Shape;184;p24"/>
            <p:cNvGrpSpPr/>
            <p:nvPr/>
          </p:nvGrpSpPr>
          <p:grpSpPr>
            <a:xfrm>
              <a:off x="4117049" y="529922"/>
              <a:ext cx="1124413" cy="1273171"/>
              <a:chOff x="635278" y="1020469"/>
              <a:chExt cx="2161501" cy="2447465"/>
            </a:xfrm>
          </p:grpSpPr>
          <p:sp>
            <p:nvSpPr>
              <p:cNvPr id="185" name="Google Shape;185;p24"/>
              <p:cNvSpPr/>
              <p:nvPr/>
            </p:nvSpPr>
            <p:spPr>
              <a:xfrm>
                <a:off x="1708384" y="2967909"/>
                <a:ext cx="987597" cy="5000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883" extrusionOk="0">
                    <a:moveTo>
                      <a:pt x="1730" y="40"/>
                    </a:moveTo>
                    <a:cubicBezTo>
                      <a:pt x="1717" y="79"/>
                      <a:pt x="1506" y="487"/>
                      <a:pt x="1388" y="579"/>
                    </a:cubicBezTo>
                    <a:cubicBezTo>
                      <a:pt x="1388" y="579"/>
                      <a:pt x="1329" y="619"/>
                      <a:pt x="1289" y="625"/>
                    </a:cubicBezTo>
                    <a:cubicBezTo>
                      <a:pt x="1289" y="625"/>
                      <a:pt x="1243" y="718"/>
                      <a:pt x="1145" y="757"/>
                    </a:cubicBezTo>
                    <a:cubicBezTo>
                      <a:pt x="1046" y="796"/>
                      <a:pt x="691" y="882"/>
                      <a:pt x="658" y="803"/>
                    </a:cubicBezTo>
                    <a:cubicBezTo>
                      <a:pt x="658" y="803"/>
                      <a:pt x="612" y="868"/>
                      <a:pt x="421" y="822"/>
                    </a:cubicBezTo>
                    <a:cubicBezTo>
                      <a:pt x="230" y="776"/>
                      <a:pt x="40" y="592"/>
                      <a:pt x="0" y="388"/>
                    </a:cubicBezTo>
                    <a:lnTo>
                      <a:pt x="0" y="48"/>
                    </a:lnTo>
                    <a:cubicBezTo>
                      <a:pt x="67" y="27"/>
                      <a:pt x="100" y="83"/>
                      <a:pt x="252" y="134"/>
                    </a:cubicBezTo>
                    <a:cubicBezTo>
                      <a:pt x="351" y="168"/>
                      <a:pt x="391" y="207"/>
                      <a:pt x="407" y="231"/>
                    </a:cubicBezTo>
                    <a:cubicBezTo>
                      <a:pt x="412" y="239"/>
                      <a:pt x="423" y="241"/>
                      <a:pt x="431" y="235"/>
                    </a:cubicBezTo>
                    <a:cubicBezTo>
                      <a:pt x="486" y="194"/>
                      <a:pt x="657" y="165"/>
                      <a:pt x="718" y="147"/>
                    </a:cubicBezTo>
                    <a:cubicBezTo>
                      <a:pt x="756" y="135"/>
                      <a:pt x="775" y="137"/>
                      <a:pt x="785" y="140"/>
                    </a:cubicBezTo>
                    <a:cubicBezTo>
                      <a:pt x="789" y="142"/>
                      <a:pt x="795" y="140"/>
                      <a:pt x="798" y="136"/>
                    </a:cubicBezTo>
                    <a:cubicBezTo>
                      <a:pt x="815" y="107"/>
                      <a:pt x="878" y="85"/>
                      <a:pt x="971" y="76"/>
                    </a:cubicBezTo>
                    <a:cubicBezTo>
                      <a:pt x="1075" y="65"/>
                      <a:pt x="1085" y="124"/>
                      <a:pt x="1312" y="133"/>
                    </a:cubicBezTo>
                    <a:cubicBezTo>
                      <a:pt x="1538" y="142"/>
                      <a:pt x="1711" y="7"/>
                      <a:pt x="1711" y="7"/>
                    </a:cubicBezTo>
                    <a:cubicBezTo>
                      <a:pt x="1711" y="7"/>
                      <a:pt x="1743" y="0"/>
                      <a:pt x="1730" y="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4"/>
              <p:cNvSpPr/>
              <p:nvPr/>
            </p:nvSpPr>
            <p:spPr>
              <a:xfrm>
                <a:off x="1708384" y="2967909"/>
                <a:ext cx="987597" cy="499459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882" extrusionOk="0">
                    <a:moveTo>
                      <a:pt x="1711" y="7"/>
                    </a:moveTo>
                    <a:cubicBezTo>
                      <a:pt x="1711" y="7"/>
                      <a:pt x="1539" y="142"/>
                      <a:pt x="1312" y="132"/>
                    </a:cubicBezTo>
                    <a:cubicBezTo>
                      <a:pt x="1086" y="123"/>
                      <a:pt x="1075" y="64"/>
                      <a:pt x="971" y="75"/>
                    </a:cubicBezTo>
                    <a:cubicBezTo>
                      <a:pt x="878" y="84"/>
                      <a:pt x="815" y="107"/>
                      <a:pt x="798" y="135"/>
                    </a:cubicBezTo>
                    <a:cubicBezTo>
                      <a:pt x="795" y="140"/>
                      <a:pt x="790" y="141"/>
                      <a:pt x="785" y="140"/>
                    </a:cubicBezTo>
                    <a:cubicBezTo>
                      <a:pt x="775" y="136"/>
                      <a:pt x="756" y="135"/>
                      <a:pt x="718" y="146"/>
                    </a:cubicBezTo>
                    <a:cubicBezTo>
                      <a:pt x="657" y="164"/>
                      <a:pt x="486" y="194"/>
                      <a:pt x="431" y="234"/>
                    </a:cubicBezTo>
                    <a:cubicBezTo>
                      <a:pt x="423" y="240"/>
                      <a:pt x="412" y="238"/>
                      <a:pt x="407" y="230"/>
                    </a:cubicBezTo>
                    <a:cubicBezTo>
                      <a:pt x="391" y="206"/>
                      <a:pt x="351" y="167"/>
                      <a:pt x="252" y="133"/>
                    </a:cubicBezTo>
                    <a:cubicBezTo>
                      <a:pt x="100" y="82"/>
                      <a:pt x="67" y="27"/>
                      <a:pt x="0" y="47"/>
                    </a:cubicBezTo>
                    <a:lnTo>
                      <a:pt x="0" y="388"/>
                    </a:lnTo>
                    <a:cubicBezTo>
                      <a:pt x="40" y="592"/>
                      <a:pt x="230" y="776"/>
                      <a:pt x="421" y="821"/>
                    </a:cubicBezTo>
                    <a:cubicBezTo>
                      <a:pt x="612" y="868"/>
                      <a:pt x="658" y="802"/>
                      <a:pt x="658" y="802"/>
                    </a:cubicBezTo>
                    <a:cubicBezTo>
                      <a:pt x="691" y="881"/>
                      <a:pt x="1046" y="795"/>
                      <a:pt x="1145" y="756"/>
                    </a:cubicBezTo>
                    <a:cubicBezTo>
                      <a:pt x="1243" y="716"/>
                      <a:pt x="1289" y="624"/>
                      <a:pt x="1289" y="624"/>
                    </a:cubicBezTo>
                    <a:cubicBezTo>
                      <a:pt x="1329" y="618"/>
                      <a:pt x="1388" y="578"/>
                      <a:pt x="1388" y="578"/>
                    </a:cubicBezTo>
                    <a:cubicBezTo>
                      <a:pt x="1506" y="486"/>
                      <a:pt x="1717" y="78"/>
                      <a:pt x="1730" y="39"/>
                    </a:cubicBezTo>
                    <a:cubicBezTo>
                      <a:pt x="1743" y="0"/>
                      <a:pt x="1711" y="7"/>
                      <a:pt x="1711" y="7"/>
                    </a:cubicBezTo>
                    <a:moveTo>
                      <a:pt x="1664" y="94"/>
                    </a:moveTo>
                    <a:cubicBezTo>
                      <a:pt x="1652" y="132"/>
                      <a:pt x="1489" y="406"/>
                      <a:pt x="1350" y="528"/>
                    </a:cubicBezTo>
                    <a:cubicBezTo>
                      <a:pt x="1309" y="563"/>
                      <a:pt x="1260" y="562"/>
                      <a:pt x="1232" y="568"/>
                    </a:cubicBezTo>
                    <a:cubicBezTo>
                      <a:pt x="1221" y="570"/>
                      <a:pt x="1213" y="577"/>
                      <a:pt x="1207" y="586"/>
                    </a:cubicBezTo>
                    <a:cubicBezTo>
                      <a:pt x="1195" y="607"/>
                      <a:pt x="1177" y="651"/>
                      <a:pt x="1137" y="681"/>
                    </a:cubicBezTo>
                    <a:cubicBezTo>
                      <a:pt x="1088" y="718"/>
                      <a:pt x="934" y="753"/>
                      <a:pt x="821" y="769"/>
                    </a:cubicBezTo>
                    <a:cubicBezTo>
                      <a:pt x="737" y="781"/>
                      <a:pt x="679" y="760"/>
                      <a:pt x="657" y="750"/>
                    </a:cubicBezTo>
                    <a:cubicBezTo>
                      <a:pt x="650" y="746"/>
                      <a:pt x="642" y="746"/>
                      <a:pt x="636" y="750"/>
                    </a:cubicBezTo>
                    <a:cubicBezTo>
                      <a:pt x="572" y="780"/>
                      <a:pt x="431" y="762"/>
                      <a:pt x="431" y="762"/>
                    </a:cubicBezTo>
                    <a:cubicBezTo>
                      <a:pt x="197" y="733"/>
                      <a:pt x="73" y="499"/>
                      <a:pt x="39" y="406"/>
                    </a:cubicBezTo>
                    <a:cubicBezTo>
                      <a:pt x="12" y="331"/>
                      <a:pt x="29" y="163"/>
                      <a:pt x="36" y="101"/>
                    </a:cubicBezTo>
                    <a:cubicBezTo>
                      <a:pt x="38" y="89"/>
                      <a:pt x="50" y="82"/>
                      <a:pt x="61" y="86"/>
                    </a:cubicBezTo>
                    <a:cubicBezTo>
                      <a:pt x="102" y="103"/>
                      <a:pt x="188" y="139"/>
                      <a:pt x="243" y="159"/>
                    </a:cubicBezTo>
                    <a:cubicBezTo>
                      <a:pt x="292" y="177"/>
                      <a:pt x="338" y="213"/>
                      <a:pt x="362" y="234"/>
                    </a:cubicBezTo>
                    <a:cubicBezTo>
                      <a:pt x="372" y="243"/>
                      <a:pt x="375" y="258"/>
                      <a:pt x="368" y="270"/>
                    </a:cubicBezTo>
                    <a:cubicBezTo>
                      <a:pt x="304" y="374"/>
                      <a:pt x="328" y="484"/>
                      <a:pt x="328" y="484"/>
                    </a:cubicBezTo>
                    <a:cubicBezTo>
                      <a:pt x="306" y="516"/>
                      <a:pt x="294" y="598"/>
                      <a:pt x="308" y="607"/>
                    </a:cubicBezTo>
                    <a:cubicBezTo>
                      <a:pt x="322" y="616"/>
                      <a:pt x="355" y="547"/>
                      <a:pt x="355" y="547"/>
                    </a:cubicBezTo>
                    <a:cubicBezTo>
                      <a:pt x="355" y="547"/>
                      <a:pt x="379" y="579"/>
                      <a:pt x="427" y="597"/>
                    </a:cubicBezTo>
                    <a:cubicBezTo>
                      <a:pt x="474" y="615"/>
                      <a:pt x="535" y="593"/>
                      <a:pt x="489" y="584"/>
                    </a:cubicBezTo>
                    <a:cubicBezTo>
                      <a:pt x="444" y="575"/>
                      <a:pt x="388" y="527"/>
                      <a:pt x="380" y="458"/>
                    </a:cubicBezTo>
                    <a:cubicBezTo>
                      <a:pt x="373" y="389"/>
                      <a:pt x="410" y="295"/>
                      <a:pt x="453" y="262"/>
                    </a:cubicBezTo>
                    <a:cubicBezTo>
                      <a:pt x="496" y="229"/>
                      <a:pt x="754" y="183"/>
                      <a:pt x="781" y="189"/>
                    </a:cubicBezTo>
                    <a:cubicBezTo>
                      <a:pt x="807" y="196"/>
                      <a:pt x="843" y="268"/>
                      <a:pt x="866" y="251"/>
                    </a:cubicBezTo>
                    <a:cubicBezTo>
                      <a:pt x="889" y="234"/>
                      <a:pt x="822" y="170"/>
                      <a:pt x="844" y="156"/>
                    </a:cubicBezTo>
                    <a:cubicBezTo>
                      <a:pt x="866" y="142"/>
                      <a:pt x="953" y="123"/>
                      <a:pt x="1002" y="116"/>
                    </a:cubicBezTo>
                    <a:cubicBezTo>
                      <a:pt x="1033" y="111"/>
                      <a:pt x="1146" y="142"/>
                      <a:pt x="1257" y="159"/>
                    </a:cubicBezTo>
                    <a:cubicBezTo>
                      <a:pt x="1262" y="160"/>
                      <a:pt x="1266" y="166"/>
                      <a:pt x="1264" y="172"/>
                    </a:cubicBezTo>
                    <a:cubicBezTo>
                      <a:pt x="1239" y="234"/>
                      <a:pt x="1174" y="288"/>
                      <a:pt x="1136" y="313"/>
                    </a:cubicBezTo>
                    <a:cubicBezTo>
                      <a:pt x="1095" y="339"/>
                      <a:pt x="951" y="442"/>
                      <a:pt x="902" y="467"/>
                    </a:cubicBezTo>
                    <a:cubicBezTo>
                      <a:pt x="853" y="492"/>
                      <a:pt x="737" y="525"/>
                      <a:pt x="701" y="538"/>
                    </a:cubicBezTo>
                    <a:cubicBezTo>
                      <a:pt x="665" y="551"/>
                      <a:pt x="667" y="565"/>
                      <a:pt x="667" y="565"/>
                    </a:cubicBezTo>
                    <a:cubicBezTo>
                      <a:pt x="693" y="601"/>
                      <a:pt x="879" y="511"/>
                      <a:pt x="876" y="529"/>
                    </a:cubicBezTo>
                    <a:cubicBezTo>
                      <a:pt x="873" y="546"/>
                      <a:pt x="885" y="602"/>
                      <a:pt x="897" y="597"/>
                    </a:cubicBezTo>
                    <a:cubicBezTo>
                      <a:pt x="908" y="593"/>
                      <a:pt x="907" y="533"/>
                      <a:pt x="922" y="514"/>
                    </a:cubicBezTo>
                    <a:cubicBezTo>
                      <a:pt x="937" y="494"/>
                      <a:pt x="1103" y="397"/>
                      <a:pt x="1169" y="358"/>
                    </a:cubicBezTo>
                    <a:cubicBezTo>
                      <a:pt x="1235" y="319"/>
                      <a:pt x="1305" y="234"/>
                      <a:pt x="1319" y="205"/>
                    </a:cubicBezTo>
                    <a:cubicBezTo>
                      <a:pt x="1332" y="176"/>
                      <a:pt x="1361" y="168"/>
                      <a:pt x="1361" y="168"/>
                    </a:cubicBezTo>
                    <a:cubicBezTo>
                      <a:pt x="1360" y="168"/>
                      <a:pt x="1397" y="170"/>
                      <a:pt x="1432" y="163"/>
                    </a:cubicBezTo>
                    <a:cubicBezTo>
                      <a:pt x="1564" y="136"/>
                      <a:pt x="1675" y="57"/>
                      <a:pt x="1664" y="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4"/>
              <p:cNvSpPr/>
              <p:nvPr/>
            </p:nvSpPr>
            <p:spPr>
              <a:xfrm>
                <a:off x="1744060" y="3034730"/>
                <a:ext cx="851689" cy="34429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608" extrusionOk="0">
                    <a:moveTo>
                      <a:pt x="614" y="585"/>
                    </a:moveTo>
                    <a:cubicBezTo>
                      <a:pt x="597" y="577"/>
                      <a:pt x="577" y="577"/>
                      <a:pt x="559" y="585"/>
                    </a:cubicBezTo>
                    <a:cubicBezTo>
                      <a:pt x="518" y="605"/>
                      <a:pt x="413" y="601"/>
                      <a:pt x="367" y="596"/>
                    </a:cubicBezTo>
                    <a:cubicBezTo>
                      <a:pt x="278" y="585"/>
                      <a:pt x="196" y="536"/>
                      <a:pt x="127" y="450"/>
                    </a:cubicBezTo>
                    <a:cubicBezTo>
                      <a:pt x="64" y="373"/>
                      <a:pt x="29" y="287"/>
                      <a:pt x="17" y="253"/>
                    </a:cubicBezTo>
                    <a:cubicBezTo>
                      <a:pt x="0" y="209"/>
                      <a:pt x="2" y="116"/>
                      <a:pt x="9" y="27"/>
                    </a:cubicBezTo>
                    <a:cubicBezTo>
                      <a:pt x="10" y="11"/>
                      <a:pt x="27" y="0"/>
                      <a:pt x="42" y="7"/>
                    </a:cubicBezTo>
                    <a:cubicBezTo>
                      <a:pt x="84" y="24"/>
                      <a:pt x="133" y="43"/>
                      <a:pt x="169" y="56"/>
                    </a:cubicBezTo>
                    <a:cubicBezTo>
                      <a:pt x="196" y="66"/>
                      <a:pt x="222" y="83"/>
                      <a:pt x="243" y="98"/>
                    </a:cubicBezTo>
                    <a:cubicBezTo>
                      <a:pt x="258" y="109"/>
                      <a:pt x="263" y="128"/>
                      <a:pt x="255" y="145"/>
                    </a:cubicBezTo>
                    <a:cubicBezTo>
                      <a:pt x="224" y="214"/>
                      <a:pt x="222" y="280"/>
                      <a:pt x="225" y="319"/>
                    </a:cubicBezTo>
                    <a:cubicBezTo>
                      <a:pt x="226" y="330"/>
                      <a:pt x="224" y="341"/>
                      <a:pt x="220" y="351"/>
                    </a:cubicBezTo>
                    <a:cubicBezTo>
                      <a:pt x="205" y="390"/>
                      <a:pt x="199" y="440"/>
                      <a:pt x="204" y="466"/>
                    </a:cubicBezTo>
                    <a:cubicBezTo>
                      <a:pt x="210" y="494"/>
                      <a:pt x="230" y="508"/>
                      <a:pt x="251" y="508"/>
                    </a:cubicBezTo>
                    <a:cubicBezTo>
                      <a:pt x="258" y="508"/>
                      <a:pt x="271" y="508"/>
                      <a:pt x="289" y="490"/>
                    </a:cubicBezTo>
                    <a:cubicBezTo>
                      <a:pt x="299" y="479"/>
                      <a:pt x="315" y="477"/>
                      <a:pt x="329" y="484"/>
                    </a:cubicBezTo>
                    <a:cubicBezTo>
                      <a:pt x="337" y="487"/>
                      <a:pt x="344" y="491"/>
                      <a:pt x="353" y="494"/>
                    </a:cubicBezTo>
                    <a:cubicBezTo>
                      <a:pt x="400" y="512"/>
                      <a:pt x="480" y="507"/>
                      <a:pt x="485" y="457"/>
                    </a:cubicBezTo>
                    <a:cubicBezTo>
                      <a:pt x="485" y="447"/>
                      <a:pt x="485" y="415"/>
                      <a:pt x="437" y="406"/>
                    </a:cubicBezTo>
                    <a:cubicBezTo>
                      <a:pt x="410" y="400"/>
                      <a:pt x="366" y="367"/>
                      <a:pt x="360" y="314"/>
                    </a:cubicBezTo>
                    <a:cubicBezTo>
                      <a:pt x="353" y="258"/>
                      <a:pt x="386" y="177"/>
                      <a:pt x="417" y="155"/>
                    </a:cubicBezTo>
                    <a:cubicBezTo>
                      <a:pt x="442" y="136"/>
                      <a:pt x="611" y="99"/>
                      <a:pt x="688" y="90"/>
                    </a:cubicBezTo>
                    <a:cubicBezTo>
                      <a:pt x="703" y="88"/>
                      <a:pt x="718" y="94"/>
                      <a:pt x="727" y="106"/>
                    </a:cubicBezTo>
                    <a:cubicBezTo>
                      <a:pt x="746" y="127"/>
                      <a:pt x="768" y="154"/>
                      <a:pt x="799" y="154"/>
                    </a:cubicBezTo>
                    <a:cubicBezTo>
                      <a:pt x="810" y="154"/>
                      <a:pt x="820" y="150"/>
                      <a:pt x="830" y="144"/>
                    </a:cubicBezTo>
                    <a:cubicBezTo>
                      <a:pt x="859" y="122"/>
                      <a:pt x="852" y="90"/>
                      <a:pt x="840" y="64"/>
                    </a:cubicBezTo>
                    <a:cubicBezTo>
                      <a:pt x="835" y="52"/>
                      <a:pt x="842" y="37"/>
                      <a:pt x="855" y="34"/>
                    </a:cubicBezTo>
                    <a:cubicBezTo>
                      <a:pt x="970" y="6"/>
                      <a:pt x="976" y="20"/>
                      <a:pt x="1128" y="48"/>
                    </a:cubicBezTo>
                    <a:cubicBezTo>
                      <a:pt x="1138" y="50"/>
                      <a:pt x="1142" y="62"/>
                      <a:pt x="1135" y="69"/>
                    </a:cubicBezTo>
                    <a:cubicBezTo>
                      <a:pt x="1111" y="98"/>
                      <a:pt x="1080" y="124"/>
                      <a:pt x="1054" y="140"/>
                    </a:cubicBezTo>
                    <a:cubicBezTo>
                      <a:pt x="1012" y="167"/>
                      <a:pt x="870" y="269"/>
                      <a:pt x="824" y="293"/>
                    </a:cubicBezTo>
                    <a:cubicBezTo>
                      <a:pt x="779" y="316"/>
                      <a:pt x="664" y="348"/>
                      <a:pt x="627" y="361"/>
                    </a:cubicBezTo>
                    <a:cubicBezTo>
                      <a:pt x="565" y="384"/>
                      <a:pt x="566" y="421"/>
                      <a:pt x="568" y="432"/>
                    </a:cubicBezTo>
                    <a:cubicBezTo>
                      <a:pt x="572" y="461"/>
                      <a:pt x="598" y="474"/>
                      <a:pt x="632" y="474"/>
                    </a:cubicBezTo>
                    <a:cubicBezTo>
                      <a:pt x="670" y="474"/>
                      <a:pt x="726" y="455"/>
                      <a:pt x="768" y="441"/>
                    </a:cubicBezTo>
                    <a:cubicBezTo>
                      <a:pt x="775" y="439"/>
                      <a:pt x="783" y="443"/>
                      <a:pt x="785" y="450"/>
                    </a:cubicBezTo>
                    <a:cubicBezTo>
                      <a:pt x="789" y="462"/>
                      <a:pt x="794" y="474"/>
                      <a:pt x="801" y="482"/>
                    </a:cubicBezTo>
                    <a:cubicBezTo>
                      <a:pt x="815" y="498"/>
                      <a:pt x="836" y="502"/>
                      <a:pt x="853" y="494"/>
                    </a:cubicBezTo>
                    <a:cubicBezTo>
                      <a:pt x="879" y="483"/>
                      <a:pt x="883" y="457"/>
                      <a:pt x="887" y="430"/>
                    </a:cubicBezTo>
                    <a:cubicBezTo>
                      <a:pt x="889" y="421"/>
                      <a:pt x="891" y="405"/>
                      <a:pt x="894" y="399"/>
                    </a:cubicBezTo>
                    <a:cubicBezTo>
                      <a:pt x="907" y="388"/>
                      <a:pt x="959" y="353"/>
                      <a:pt x="1130" y="253"/>
                    </a:cubicBezTo>
                    <a:cubicBezTo>
                      <a:pt x="1203" y="210"/>
                      <a:pt x="1279" y="118"/>
                      <a:pt x="1295" y="83"/>
                    </a:cubicBezTo>
                    <a:cubicBezTo>
                      <a:pt x="1299" y="76"/>
                      <a:pt x="1305" y="71"/>
                      <a:pt x="1309" y="69"/>
                    </a:cubicBezTo>
                    <a:cubicBezTo>
                      <a:pt x="1353" y="69"/>
                      <a:pt x="1397" y="64"/>
                      <a:pt x="1478" y="34"/>
                    </a:cubicBezTo>
                    <a:cubicBezTo>
                      <a:pt x="1492" y="29"/>
                      <a:pt x="1503" y="44"/>
                      <a:pt x="1495" y="56"/>
                    </a:cubicBezTo>
                    <a:cubicBezTo>
                      <a:pt x="1390" y="217"/>
                      <a:pt x="1307" y="374"/>
                      <a:pt x="1168" y="401"/>
                    </a:cubicBezTo>
                    <a:cubicBezTo>
                      <a:pt x="1147" y="406"/>
                      <a:pt x="1128" y="419"/>
                      <a:pt x="1117" y="438"/>
                    </a:cubicBezTo>
                    <a:cubicBezTo>
                      <a:pt x="1047" y="562"/>
                      <a:pt x="1082" y="551"/>
                      <a:pt x="756" y="600"/>
                    </a:cubicBezTo>
                    <a:cubicBezTo>
                      <a:pt x="710" y="607"/>
                      <a:pt x="656" y="605"/>
                      <a:pt x="614" y="5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4"/>
              <p:cNvSpPr/>
              <p:nvPr/>
            </p:nvSpPr>
            <p:spPr>
              <a:xfrm>
                <a:off x="893503" y="2961680"/>
                <a:ext cx="815447" cy="494929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874" extrusionOk="0">
                    <a:moveTo>
                      <a:pt x="1439" y="399"/>
                    </a:moveTo>
                    <a:cubicBezTo>
                      <a:pt x="1393" y="754"/>
                      <a:pt x="1071" y="808"/>
                      <a:pt x="913" y="840"/>
                    </a:cubicBezTo>
                    <a:cubicBezTo>
                      <a:pt x="755" y="873"/>
                      <a:pt x="735" y="826"/>
                      <a:pt x="735" y="826"/>
                    </a:cubicBezTo>
                    <a:cubicBezTo>
                      <a:pt x="676" y="866"/>
                      <a:pt x="420" y="833"/>
                      <a:pt x="196" y="682"/>
                    </a:cubicBezTo>
                    <a:cubicBezTo>
                      <a:pt x="77" y="601"/>
                      <a:pt x="31" y="543"/>
                      <a:pt x="13" y="506"/>
                    </a:cubicBezTo>
                    <a:cubicBezTo>
                      <a:pt x="0" y="478"/>
                      <a:pt x="4" y="462"/>
                      <a:pt x="5" y="458"/>
                    </a:cubicBezTo>
                    <a:lnTo>
                      <a:pt x="5" y="458"/>
                    </a:lnTo>
                    <a:cubicBezTo>
                      <a:pt x="5" y="458"/>
                      <a:pt x="157" y="234"/>
                      <a:pt x="466" y="241"/>
                    </a:cubicBezTo>
                    <a:cubicBezTo>
                      <a:pt x="708" y="246"/>
                      <a:pt x="825" y="93"/>
                      <a:pt x="864" y="27"/>
                    </a:cubicBezTo>
                    <a:cubicBezTo>
                      <a:pt x="872" y="13"/>
                      <a:pt x="888" y="7"/>
                      <a:pt x="903" y="10"/>
                    </a:cubicBezTo>
                    <a:cubicBezTo>
                      <a:pt x="912" y="12"/>
                      <a:pt x="924" y="13"/>
                      <a:pt x="939" y="11"/>
                    </a:cubicBezTo>
                    <a:cubicBezTo>
                      <a:pt x="1006" y="1"/>
                      <a:pt x="1043" y="16"/>
                      <a:pt x="1093" y="3"/>
                    </a:cubicBezTo>
                    <a:cubicBezTo>
                      <a:pt x="1104" y="0"/>
                      <a:pt x="1115" y="1"/>
                      <a:pt x="1125" y="6"/>
                    </a:cubicBezTo>
                    <a:cubicBezTo>
                      <a:pt x="1141" y="15"/>
                      <a:pt x="1169" y="26"/>
                      <a:pt x="1209" y="30"/>
                    </a:cubicBezTo>
                    <a:cubicBezTo>
                      <a:pt x="1273" y="36"/>
                      <a:pt x="1320" y="70"/>
                      <a:pt x="1373" y="63"/>
                    </a:cubicBezTo>
                    <a:cubicBezTo>
                      <a:pt x="1402" y="60"/>
                      <a:pt x="1424" y="70"/>
                      <a:pt x="1439" y="57"/>
                    </a:cubicBezTo>
                    <a:cubicBezTo>
                      <a:pt x="1439" y="171"/>
                      <a:pt x="1439" y="96"/>
                      <a:pt x="1439" y="3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4"/>
              <p:cNvSpPr/>
              <p:nvPr/>
            </p:nvSpPr>
            <p:spPr>
              <a:xfrm>
                <a:off x="727016" y="1061808"/>
                <a:ext cx="981934" cy="1527823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2698" extrusionOk="0">
                    <a:moveTo>
                      <a:pt x="1733" y="2697"/>
                    </a:moveTo>
                    <a:cubicBezTo>
                      <a:pt x="1705" y="2569"/>
                      <a:pt x="1635" y="2531"/>
                      <a:pt x="1556" y="2505"/>
                    </a:cubicBezTo>
                    <a:cubicBezTo>
                      <a:pt x="1477" y="2479"/>
                      <a:pt x="1279" y="2400"/>
                      <a:pt x="1227" y="2347"/>
                    </a:cubicBezTo>
                    <a:cubicBezTo>
                      <a:pt x="1174" y="2294"/>
                      <a:pt x="1101" y="2235"/>
                      <a:pt x="970" y="2190"/>
                    </a:cubicBezTo>
                    <a:cubicBezTo>
                      <a:pt x="838" y="2144"/>
                      <a:pt x="773" y="2125"/>
                      <a:pt x="668" y="1980"/>
                    </a:cubicBezTo>
                    <a:cubicBezTo>
                      <a:pt x="563" y="1835"/>
                      <a:pt x="464" y="1776"/>
                      <a:pt x="273" y="1645"/>
                    </a:cubicBezTo>
                    <a:cubicBezTo>
                      <a:pt x="83" y="1513"/>
                      <a:pt x="17" y="1309"/>
                      <a:pt x="17" y="1309"/>
                    </a:cubicBezTo>
                    <a:cubicBezTo>
                      <a:pt x="15" y="1303"/>
                      <a:pt x="13" y="1296"/>
                      <a:pt x="12" y="1290"/>
                    </a:cubicBezTo>
                    <a:lnTo>
                      <a:pt x="12" y="1289"/>
                    </a:lnTo>
                    <a:cubicBezTo>
                      <a:pt x="0" y="1218"/>
                      <a:pt x="42" y="1074"/>
                      <a:pt x="76" y="1013"/>
                    </a:cubicBezTo>
                    <a:cubicBezTo>
                      <a:pt x="109" y="954"/>
                      <a:pt x="148" y="961"/>
                      <a:pt x="148" y="961"/>
                    </a:cubicBezTo>
                    <a:cubicBezTo>
                      <a:pt x="148" y="961"/>
                      <a:pt x="115" y="914"/>
                      <a:pt x="194" y="717"/>
                    </a:cubicBezTo>
                    <a:cubicBezTo>
                      <a:pt x="272" y="519"/>
                      <a:pt x="342" y="518"/>
                      <a:pt x="342" y="518"/>
                    </a:cubicBezTo>
                    <a:cubicBezTo>
                      <a:pt x="325" y="471"/>
                      <a:pt x="352" y="420"/>
                      <a:pt x="382" y="380"/>
                    </a:cubicBezTo>
                    <a:cubicBezTo>
                      <a:pt x="463" y="269"/>
                      <a:pt x="570" y="177"/>
                      <a:pt x="691" y="111"/>
                    </a:cubicBezTo>
                    <a:lnTo>
                      <a:pt x="691" y="111"/>
                    </a:lnTo>
                    <a:cubicBezTo>
                      <a:pt x="722" y="94"/>
                      <a:pt x="754" y="79"/>
                      <a:pt x="786" y="66"/>
                    </a:cubicBezTo>
                    <a:cubicBezTo>
                      <a:pt x="843" y="43"/>
                      <a:pt x="914" y="38"/>
                      <a:pt x="972" y="58"/>
                    </a:cubicBezTo>
                    <a:cubicBezTo>
                      <a:pt x="979" y="34"/>
                      <a:pt x="1000" y="16"/>
                      <a:pt x="1024" y="8"/>
                    </a:cubicBezTo>
                    <a:cubicBezTo>
                      <a:pt x="1047" y="0"/>
                      <a:pt x="1073" y="0"/>
                      <a:pt x="1098" y="0"/>
                    </a:cubicBezTo>
                    <a:cubicBezTo>
                      <a:pt x="1210" y="4"/>
                      <a:pt x="1322" y="25"/>
                      <a:pt x="1428" y="63"/>
                    </a:cubicBezTo>
                    <a:cubicBezTo>
                      <a:pt x="1457" y="73"/>
                      <a:pt x="1486" y="85"/>
                      <a:pt x="1510" y="104"/>
                    </a:cubicBezTo>
                    <a:cubicBezTo>
                      <a:pt x="1533" y="124"/>
                      <a:pt x="1553" y="151"/>
                      <a:pt x="1553" y="181"/>
                    </a:cubicBezTo>
                    <a:cubicBezTo>
                      <a:pt x="1625" y="177"/>
                      <a:pt x="1674" y="288"/>
                      <a:pt x="1702" y="382"/>
                    </a:cubicBezTo>
                    <a:cubicBezTo>
                      <a:pt x="1723" y="451"/>
                      <a:pt x="1732" y="512"/>
                      <a:pt x="1732" y="512"/>
                    </a:cubicBezTo>
                    <a:cubicBezTo>
                      <a:pt x="1732" y="512"/>
                      <a:pt x="1732" y="2218"/>
                      <a:pt x="1733" y="269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4"/>
              <p:cNvSpPr/>
              <p:nvPr/>
            </p:nvSpPr>
            <p:spPr>
              <a:xfrm>
                <a:off x="635278" y="1802503"/>
                <a:ext cx="1073672" cy="1438351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2540" extrusionOk="0">
                    <a:moveTo>
                      <a:pt x="1895" y="2105"/>
                    </a:moveTo>
                    <a:cubicBezTo>
                      <a:pt x="1879" y="2111"/>
                      <a:pt x="1858" y="2107"/>
                      <a:pt x="1829" y="2111"/>
                    </a:cubicBezTo>
                    <a:cubicBezTo>
                      <a:pt x="1776" y="2117"/>
                      <a:pt x="1727" y="2083"/>
                      <a:pt x="1665" y="2078"/>
                    </a:cubicBezTo>
                    <a:cubicBezTo>
                      <a:pt x="1626" y="2074"/>
                      <a:pt x="1599" y="2063"/>
                      <a:pt x="1583" y="2055"/>
                    </a:cubicBezTo>
                    <a:cubicBezTo>
                      <a:pt x="1571" y="2049"/>
                      <a:pt x="1558" y="2048"/>
                      <a:pt x="1546" y="2053"/>
                    </a:cubicBezTo>
                    <a:cubicBezTo>
                      <a:pt x="1495" y="2073"/>
                      <a:pt x="1509" y="2042"/>
                      <a:pt x="1395" y="2058"/>
                    </a:cubicBezTo>
                    <a:cubicBezTo>
                      <a:pt x="1380" y="2060"/>
                      <a:pt x="1368" y="2059"/>
                      <a:pt x="1359" y="2058"/>
                    </a:cubicBezTo>
                    <a:cubicBezTo>
                      <a:pt x="1344" y="2054"/>
                      <a:pt x="1328" y="2061"/>
                      <a:pt x="1320" y="2075"/>
                    </a:cubicBezTo>
                    <a:cubicBezTo>
                      <a:pt x="1281" y="2141"/>
                      <a:pt x="1164" y="2293"/>
                      <a:pt x="922" y="2288"/>
                    </a:cubicBezTo>
                    <a:cubicBezTo>
                      <a:pt x="613" y="2282"/>
                      <a:pt x="461" y="2505"/>
                      <a:pt x="461" y="2505"/>
                    </a:cubicBezTo>
                    <a:cubicBezTo>
                      <a:pt x="461" y="2505"/>
                      <a:pt x="402" y="2539"/>
                      <a:pt x="297" y="2387"/>
                    </a:cubicBezTo>
                    <a:cubicBezTo>
                      <a:pt x="191" y="2236"/>
                      <a:pt x="250" y="2143"/>
                      <a:pt x="250" y="2143"/>
                    </a:cubicBezTo>
                    <a:cubicBezTo>
                      <a:pt x="250" y="2143"/>
                      <a:pt x="191" y="2125"/>
                      <a:pt x="152" y="1999"/>
                    </a:cubicBezTo>
                    <a:cubicBezTo>
                      <a:pt x="112" y="1874"/>
                      <a:pt x="145" y="1841"/>
                      <a:pt x="145" y="1841"/>
                    </a:cubicBezTo>
                    <a:cubicBezTo>
                      <a:pt x="60" y="1827"/>
                      <a:pt x="47" y="1466"/>
                      <a:pt x="34" y="1387"/>
                    </a:cubicBezTo>
                    <a:cubicBezTo>
                      <a:pt x="20" y="1308"/>
                      <a:pt x="60" y="1242"/>
                      <a:pt x="60" y="1242"/>
                    </a:cubicBezTo>
                    <a:cubicBezTo>
                      <a:pt x="20" y="1203"/>
                      <a:pt x="34" y="999"/>
                      <a:pt x="34" y="855"/>
                    </a:cubicBezTo>
                    <a:cubicBezTo>
                      <a:pt x="34" y="710"/>
                      <a:pt x="93" y="724"/>
                      <a:pt x="93" y="724"/>
                    </a:cubicBezTo>
                    <a:cubicBezTo>
                      <a:pt x="0" y="612"/>
                      <a:pt x="106" y="165"/>
                      <a:pt x="125" y="86"/>
                    </a:cubicBezTo>
                    <a:cubicBezTo>
                      <a:pt x="127" y="81"/>
                      <a:pt x="128" y="76"/>
                      <a:pt x="129" y="72"/>
                    </a:cubicBezTo>
                    <a:cubicBezTo>
                      <a:pt x="149" y="6"/>
                      <a:pt x="178" y="0"/>
                      <a:pt x="178" y="0"/>
                    </a:cubicBezTo>
                    <a:cubicBezTo>
                      <a:pt x="178" y="0"/>
                      <a:pt x="244" y="204"/>
                      <a:pt x="435" y="336"/>
                    </a:cubicBezTo>
                    <a:cubicBezTo>
                      <a:pt x="625" y="467"/>
                      <a:pt x="724" y="526"/>
                      <a:pt x="829" y="671"/>
                    </a:cubicBezTo>
                    <a:cubicBezTo>
                      <a:pt x="934" y="816"/>
                      <a:pt x="1000" y="836"/>
                      <a:pt x="1132" y="881"/>
                    </a:cubicBezTo>
                    <a:cubicBezTo>
                      <a:pt x="1263" y="926"/>
                      <a:pt x="1336" y="985"/>
                      <a:pt x="1388" y="1038"/>
                    </a:cubicBezTo>
                    <a:cubicBezTo>
                      <a:pt x="1441" y="1091"/>
                      <a:pt x="1638" y="1170"/>
                      <a:pt x="1717" y="1196"/>
                    </a:cubicBezTo>
                    <a:cubicBezTo>
                      <a:pt x="1772" y="1214"/>
                      <a:pt x="1823" y="1239"/>
                      <a:pt x="1858" y="1295"/>
                    </a:cubicBezTo>
                    <a:cubicBezTo>
                      <a:pt x="1873" y="1320"/>
                      <a:pt x="1886" y="1350"/>
                      <a:pt x="1894" y="1388"/>
                    </a:cubicBezTo>
                    <a:cubicBezTo>
                      <a:pt x="1895" y="1610"/>
                      <a:pt x="1895" y="2105"/>
                      <a:pt x="1895" y="210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4"/>
              <p:cNvSpPr/>
              <p:nvPr/>
            </p:nvSpPr>
            <p:spPr>
              <a:xfrm>
                <a:off x="1702721" y="1020469"/>
                <a:ext cx="1019309" cy="1569162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2771" extrusionOk="0">
                    <a:moveTo>
                      <a:pt x="1760" y="1415"/>
                    </a:moveTo>
                    <a:cubicBezTo>
                      <a:pt x="1648" y="1443"/>
                      <a:pt x="1555" y="1573"/>
                      <a:pt x="1516" y="1652"/>
                    </a:cubicBezTo>
                    <a:cubicBezTo>
                      <a:pt x="1476" y="1731"/>
                      <a:pt x="1470" y="1731"/>
                      <a:pt x="1404" y="1764"/>
                    </a:cubicBezTo>
                    <a:cubicBezTo>
                      <a:pt x="1339" y="1797"/>
                      <a:pt x="1312" y="1882"/>
                      <a:pt x="1312" y="1882"/>
                    </a:cubicBezTo>
                    <a:cubicBezTo>
                      <a:pt x="1187" y="2126"/>
                      <a:pt x="1029" y="2171"/>
                      <a:pt x="839" y="2224"/>
                    </a:cubicBezTo>
                    <a:cubicBezTo>
                      <a:pt x="648" y="2276"/>
                      <a:pt x="562" y="2381"/>
                      <a:pt x="470" y="2480"/>
                    </a:cubicBezTo>
                    <a:cubicBezTo>
                      <a:pt x="378" y="2578"/>
                      <a:pt x="214" y="2598"/>
                      <a:pt x="115" y="2637"/>
                    </a:cubicBezTo>
                    <a:cubicBezTo>
                      <a:pt x="31" y="2671"/>
                      <a:pt x="13" y="2751"/>
                      <a:pt x="9" y="2770"/>
                    </a:cubicBezTo>
                    <a:lnTo>
                      <a:pt x="8" y="585"/>
                    </a:lnTo>
                    <a:cubicBezTo>
                      <a:pt x="8" y="585"/>
                      <a:pt x="0" y="479"/>
                      <a:pt x="59" y="363"/>
                    </a:cubicBezTo>
                    <a:cubicBezTo>
                      <a:pt x="90" y="301"/>
                      <a:pt x="138" y="244"/>
                      <a:pt x="201" y="199"/>
                    </a:cubicBezTo>
                    <a:cubicBezTo>
                      <a:pt x="379" y="70"/>
                      <a:pt x="511" y="60"/>
                      <a:pt x="583" y="81"/>
                    </a:cubicBezTo>
                    <a:lnTo>
                      <a:pt x="583" y="81"/>
                    </a:lnTo>
                    <a:cubicBezTo>
                      <a:pt x="595" y="84"/>
                      <a:pt x="606" y="89"/>
                      <a:pt x="615" y="94"/>
                    </a:cubicBezTo>
                    <a:cubicBezTo>
                      <a:pt x="615" y="94"/>
                      <a:pt x="619" y="87"/>
                      <a:pt x="629" y="80"/>
                    </a:cubicBezTo>
                    <a:lnTo>
                      <a:pt x="629" y="80"/>
                    </a:lnTo>
                    <a:cubicBezTo>
                      <a:pt x="755" y="0"/>
                      <a:pt x="1207" y="183"/>
                      <a:pt x="1207" y="311"/>
                    </a:cubicBezTo>
                    <a:cubicBezTo>
                      <a:pt x="1207" y="311"/>
                      <a:pt x="1266" y="278"/>
                      <a:pt x="1358" y="436"/>
                    </a:cubicBezTo>
                    <a:cubicBezTo>
                      <a:pt x="1450" y="594"/>
                      <a:pt x="1424" y="600"/>
                      <a:pt x="1424" y="600"/>
                    </a:cubicBezTo>
                    <a:cubicBezTo>
                      <a:pt x="1424" y="600"/>
                      <a:pt x="1470" y="606"/>
                      <a:pt x="1529" y="705"/>
                    </a:cubicBezTo>
                    <a:cubicBezTo>
                      <a:pt x="1588" y="803"/>
                      <a:pt x="1680" y="962"/>
                      <a:pt x="1641" y="1027"/>
                    </a:cubicBezTo>
                    <a:cubicBezTo>
                      <a:pt x="1641" y="1027"/>
                      <a:pt x="1674" y="1014"/>
                      <a:pt x="1700" y="1067"/>
                    </a:cubicBezTo>
                    <a:cubicBezTo>
                      <a:pt x="1727" y="1119"/>
                      <a:pt x="1799" y="1362"/>
                      <a:pt x="1760" y="14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4"/>
              <p:cNvSpPr/>
              <p:nvPr/>
            </p:nvSpPr>
            <p:spPr>
              <a:xfrm>
                <a:off x="1708384" y="1819491"/>
                <a:ext cx="1088395" cy="1284889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2269" extrusionOk="0">
                    <a:moveTo>
                      <a:pt x="1842" y="1581"/>
                    </a:moveTo>
                    <a:cubicBezTo>
                      <a:pt x="1842" y="1581"/>
                      <a:pt x="1875" y="1621"/>
                      <a:pt x="1842" y="1733"/>
                    </a:cubicBezTo>
                    <a:cubicBezTo>
                      <a:pt x="1809" y="1844"/>
                      <a:pt x="1802" y="1923"/>
                      <a:pt x="1711" y="2035"/>
                    </a:cubicBezTo>
                    <a:cubicBezTo>
                      <a:pt x="1711" y="2035"/>
                      <a:pt x="1539" y="2170"/>
                      <a:pt x="1312" y="2161"/>
                    </a:cubicBezTo>
                    <a:cubicBezTo>
                      <a:pt x="1086" y="2151"/>
                      <a:pt x="1075" y="2092"/>
                      <a:pt x="971" y="2103"/>
                    </a:cubicBezTo>
                    <a:cubicBezTo>
                      <a:pt x="878" y="2113"/>
                      <a:pt x="815" y="2135"/>
                      <a:pt x="798" y="2164"/>
                    </a:cubicBezTo>
                    <a:cubicBezTo>
                      <a:pt x="795" y="2168"/>
                      <a:pt x="790" y="2170"/>
                      <a:pt x="785" y="2168"/>
                    </a:cubicBezTo>
                    <a:cubicBezTo>
                      <a:pt x="775" y="2165"/>
                      <a:pt x="756" y="2163"/>
                      <a:pt x="718" y="2174"/>
                    </a:cubicBezTo>
                    <a:cubicBezTo>
                      <a:pt x="657" y="2192"/>
                      <a:pt x="486" y="2222"/>
                      <a:pt x="431" y="2262"/>
                    </a:cubicBezTo>
                    <a:cubicBezTo>
                      <a:pt x="423" y="2268"/>
                      <a:pt x="412" y="2266"/>
                      <a:pt x="407" y="2258"/>
                    </a:cubicBezTo>
                    <a:cubicBezTo>
                      <a:pt x="391" y="2235"/>
                      <a:pt x="351" y="2195"/>
                      <a:pt x="252" y="2162"/>
                    </a:cubicBezTo>
                    <a:cubicBezTo>
                      <a:pt x="100" y="2111"/>
                      <a:pt x="67" y="2055"/>
                      <a:pt x="0" y="2075"/>
                    </a:cubicBezTo>
                    <a:lnTo>
                      <a:pt x="0" y="1359"/>
                    </a:lnTo>
                    <a:cubicBezTo>
                      <a:pt x="3" y="1339"/>
                      <a:pt x="21" y="1260"/>
                      <a:pt x="105" y="1226"/>
                    </a:cubicBezTo>
                    <a:cubicBezTo>
                      <a:pt x="204" y="1186"/>
                      <a:pt x="368" y="1167"/>
                      <a:pt x="461" y="1068"/>
                    </a:cubicBezTo>
                    <a:cubicBezTo>
                      <a:pt x="553" y="969"/>
                      <a:pt x="638" y="864"/>
                      <a:pt x="829" y="812"/>
                    </a:cubicBezTo>
                    <a:cubicBezTo>
                      <a:pt x="1020" y="760"/>
                      <a:pt x="1178" y="714"/>
                      <a:pt x="1302" y="470"/>
                    </a:cubicBezTo>
                    <a:cubicBezTo>
                      <a:pt x="1302" y="470"/>
                      <a:pt x="1329" y="385"/>
                      <a:pt x="1395" y="352"/>
                    </a:cubicBezTo>
                    <a:cubicBezTo>
                      <a:pt x="1460" y="319"/>
                      <a:pt x="1466" y="319"/>
                      <a:pt x="1506" y="240"/>
                    </a:cubicBezTo>
                    <a:cubicBezTo>
                      <a:pt x="1545" y="161"/>
                      <a:pt x="1638" y="32"/>
                      <a:pt x="1750" y="3"/>
                    </a:cubicBezTo>
                    <a:cubicBezTo>
                      <a:pt x="1762" y="0"/>
                      <a:pt x="1782" y="3"/>
                      <a:pt x="1800" y="48"/>
                    </a:cubicBezTo>
                    <a:cubicBezTo>
                      <a:pt x="1801" y="51"/>
                      <a:pt x="1802" y="53"/>
                      <a:pt x="1803" y="56"/>
                    </a:cubicBezTo>
                    <a:cubicBezTo>
                      <a:pt x="1822" y="121"/>
                      <a:pt x="1842" y="253"/>
                      <a:pt x="1809" y="299"/>
                    </a:cubicBezTo>
                    <a:cubicBezTo>
                      <a:pt x="1809" y="299"/>
                      <a:pt x="1855" y="292"/>
                      <a:pt x="1868" y="404"/>
                    </a:cubicBezTo>
                    <a:cubicBezTo>
                      <a:pt x="1880" y="516"/>
                      <a:pt x="1921" y="726"/>
                      <a:pt x="1855" y="786"/>
                    </a:cubicBezTo>
                    <a:cubicBezTo>
                      <a:pt x="1855" y="786"/>
                      <a:pt x="1901" y="785"/>
                      <a:pt x="1901" y="955"/>
                    </a:cubicBezTo>
                    <a:cubicBezTo>
                      <a:pt x="1901" y="1126"/>
                      <a:pt x="1895" y="1172"/>
                      <a:pt x="1862" y="1192"/>
                    </a:cubicBezTo>
                    <a:cubicBezTo>
                      <a:pt x="1862" y="1192"/>
                      <a:pt x="1908" y="1199"/>
                      <a:pt x="1901" y="1285"/>
                    </a:cubicBezTo>
                    <a:cubicBezTo>
                      <a:pt x="1895" y="1371"/>
                      <a:pt x="1888" y="1548"/>
                      <a:pt x="1842" y="158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4"/>
              <p:cNvSpPr/>
              <p:nvPr/>
            </p:nvSpPr>
            <p:spPr>
              <a:xfrm>
                <a:off x="1707818" y="1819491"/>
                <a:ext cx="1088395" cy="1285456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2270" extrusionOk="0">
                    <a:moveTo>
                      <a:pt x="1902" y="1285"/>
                    </a:moveTo>
                    <a:cubicBezTo>
                      <a:pt x="1909" y="1199"/>
                      <a:pt x="1862" y="1193"/>
                      <a:pt x="1862" y="1193"/>
                    </a:cubicBezTo>
                    <a:cubicBezTo>
                      <a:pt x="1895" y="1173"/>
                      <a:pt x="1902" y="1127"/>
                      <a:pt x="1902" y="956"/>
                    </a:cubicBezTo>
                    <a:cubicBezTo>
                      <a:pt x="1902" y="786"/>
                      <a:pt x="1856" y="786"/>
                      <a:pt x="1856" y="786"/>
                    </a:cubicBezTo>
                    <a:cubicBezTo>
                      <a:pt x="1921" y="727"/>
                      <a:pt x="1882" y="516"/>
                      <a:pt x="1869" y="405"/>
                    </a:cubicBezTo>
                    <a:cubicBezTo>
                      <a:pt x="1856" y="293"/>
                      <a:pt x="1810" y="300"/>
                      <a:pt x="1810" y="300"/>
                    </a:cubicBezTo>
                    <a:cubicBezTo>
                      <a:pt x="1843" y="253"/>
                      <a:pt x="1823" y="122"/>
                      <a:pt x="1803" y="56"/>
                    </a:cubicBezTo>
                    <a:cubicBezTo>
                      <a:pt x="1803" y="54"/>
                      <a:pt x="1802" y="51"/>
                      <a:pt x="1801" y="49"/>
                    </a:cubicBezTo>
                    <a:cubicBezTo>
                      <a:pt x="1783" y="3"/>
                      <a:pt x="1763" y="0"/>
                      <a:pt x="1751" y="4"/>
                    </a:cubicBezTo>
                    <a:cubicBezTo>
                      <a:pt x="1639" y="32"/>
                      <a:pt x="1546" y="162"/>
                      <a:pt x="1507" y="241"/>
                    </a:cubicBezTo>
                    <a:cubicBezTo>
                      <a:pt x="1467" y="319"/>
                      <a:pt x="1461" y="319"/>
                      <a:pt x="1395" y="352"/>
                    </a:cubicBezTo>
                    <a:cubicBezTo>
                      <a:pt x="1330" y="385"/>
                      <a:pt x="1303" y="471"/>
                      <a:pt x="1303" y="471"/>
                    </a:cubicBezTo>
                    <a:cubicBezTo>
                      <a:pt x="1178" y="714"/>
                      <a:pt x="1020" y="760"/>
                      <a:pt x="830" y="813"/>
                    </a:cubicBezTo>
                    <a:cubicBezTo>
                      <a:pt x="639" y="864"/>
                      <a:pt x="553" y="970"/>
                      <a:pt x="461" y="1068"/>
                    </a:cubicBezTo>
                    <a:cubicBezTo>
                      <a:pt x="369" y="1167"/>
                      <a:pt x="205" y="1187"/>
                      <a:pt x="106" y="1226"/>
                    </a:cubicBezTo>
                    <a:cubicBezTo>
                      <a:pt x="22" y="1260"/>
                      <a:pt x="4" y="1339"/>
                      <a:pt x="0" y="1359"/>
                    </a:cubicBezTo>
                    <a:lnTo>
                      <a:pt x="1" y="2076"/>
                    </a:lnTo>
                    <a:cubicBezTo>
                      <a:pt x="68" y="2055"/>
                      <a:pt x="100" y="2111"/>
                      <a:pt x="252" y="2162"/>
                    </a:cubicBezTo>
                    <a:cubicBezTo>
                      <a:pt x="352" y="2196"/>
                      <a:pt x="391" y="2235"/>
                      <a:pt x="407" y="2259"/>
                    </a:cubicBezTo>
                    <a:cubicBezTo>
                      <a:pt x="413" y="2267"/>
                      <a:pt x="424" y="2269"/>
                      <a:pt x="432" y="2263"/>
                    </a:cubicBezTo>
                    <a:cubicBezTo>
                      <a:pt x="487" y="2222"/>
                      <a:pt x="657" y="2193"/>
                      <a:pt x="718" y="2175"/>
                    </a:cubicBezTo>
                    <a:cubicBezTo>
                      <a:pt x="757" y="2163"/>
                      <a:pt x="776" y="2165"/>
                      <a:pt x="785" y="2168"/>
                    </a:cubicBezTo>
                    <a:cubicBezTo>
                      <a:pt x="790" y="2170"/>
                      <a:pt x="795" y="2168"/>
                      <a:pt x="798" y="2164"/>
                    </a:cubicBezTo>
                    <a:cubicBezTo>
                      <a:pt x="815" y="2135"/>
                      <a:pt x="879" y="2113"/>
                      <a:pt x="971" y="2104"/>
                    </a:cubicBezTo>
                    <a:cubicBezTo>
                      <a:pt x="1075" y="2093"/>
                      <a:pt x="1086" y="2152"/>
                      <a:pt x="1313" y="2161"/>
                    </a:cubicBezTo>
                    <a:cubicBezTo>
                      <a:pt x="1539" y="2170"/>
                      <a:pt x="1711" y="2035"/>
                      <a:pt x="1711" y="2035"/>
                    </a:cubicBezTo>
                    <a:cubicBezTo>
                      <a:pt x="1803" y="1924"/>
                      <a:pt x="1810" y="1845"/>
                      <a:pt x="1842" y="1733"/>
                    </a:cubicBezTo>
                    <a:cubicBezTo>
                      <a:pt x="1875" y="1621"/>
                      <a:pt x="1842" y="1582"/>
                      <a:pt x="1842" y="1582"/>
                    </a:cubicBezTo>
                    <a:cubicBezTo>
                      <a:pt x="1889" y="1548"/>
                      <a:pt x="1896" y="1371"/>
                      <a:pt x="1902" y="1285"/>
                    </a:cubicBezTo>
                    <a:moveTo>
                      <a:pt x="952" y="1982"/>
                    </a:moveTo>
                    <a:cubicBezTo>
                      <a:pt x="931" y="2065"/>
                      <a:pt x="803" y="2115"/>
                      <a:pt x="683" y="2141"/>
                    </a:cubicBezTo>
                    <a:cubicBezTo>
                      <a:pt x="594" y="2161"/>
                      <a:pt x="493" y="2185"/>
                      <a:pt x="447" y="2196"/>
                    </a:cubicBezTo>
                    <a:cubicBezTo>
                      <a:pt x="432" y="2200"/>
                      <a:pt x="416" y="2196"/>
                      <a:pt x="404" y="2186"/>
                    </a:cubicBezTo>
                    <a:cubicBezTo>
                      <a:pt x="329" y="2126"/>
                      <a:pt x="103" y="2065"/>
                      <a:pt x="42" y="2019"/>
                    </a:cubicBezTo>
                    <a:cubicBezTo>
                      <a:pt x="14" y="1998"/>
                      <a:pt x="26" y="1908"/>
                      <a:pt x="26" y="1908"/>
                    </a:cubicBezTo>
                    <a:cubicBezTo>
                      <a:pt x="26" y="1908"/>
                      <a:pt x="34" y="1866"/>
                      <a:pt x="62" y="1884"/>
                    </a:cubicBezTo>
                    <a:cubicBezTo>
                      <a:pt x="91" y="1901"/>
                      <a:pt x="156" y="1908"/>
                      <a:pt x="234" y="1915"/>
                    </a:cubicBezTo>
                    <a:cubicBezTo>
                      <a:pt x="311" y="1923"/>
                      <a:pt x="321" y="1887"/>
                      <a:pt x="321" y="1887"/>
                    </a:cubicBezTo>
                    <a:cubicBezTo>
                      <a:pt x="295" y="1858"/>
                      <a:pt x="223" y="1870"/>
                      <a:pt x="143" y="1856"/>
                    </a:cubicBezTo>
                    <a:cubicBezTo>
                      <a:pt x="64" y="1843"/>
                      <a:pt x="35" y="1794"/>
                      <a:pt x="26" y="1770"/>
                    </a:cubicBezTo>
                    <a:cubicBezTo>
                      <a:pt x="17" y="1746"/>
                      <a:pt x="13" y="1411"/>
                      <a:pt x="52" y="1319"/>
                    </a:cubicBezTo>
                    <a:cubicBezTo>
                      <a:pt x="90" y="1228"/>
                      <a:pt x="273" y="1210"/>
                      <a:pt x="330" y="1193"/>
                    </a:cubicBezTo>
                    <a:cubicBezTo>
                      <a:pt x="386" y="1177"/>
                      <a:pt x="460" y="1133"/>
                      <a:pt x="523" y="1046"/>
                    </a:cubicBezTo>
                    <a:cubicBezTo>
                      <a:pt x="586" y="960"/>
                      <a:pt x="738" y="872"/>
                      <a:pt x="738" y="872"/>
                    </a:cubicBezTo>
                    <a:cubicBezTo>
                      <a:pt x="809" y="827"/>
                      <a:pt x="986" y="798"/>
                      <a:pt x="1120" y="730"/>
                    </a:cubicBezTo>
                    <a:cubicBezTo>
                      <a:pt x="1253" y="663"/>
                      <a:pt x="1309" y="520"/>
                      <a:pt x="1333" y="473"/>
                    </a:cubicBezTo>
                    <a:cubicBezTo>
                      <a:pt x="1356" y="426"/>
                      <a:pt x="1378" y="394"/>
                      <a:pt x="1449" y="359"/>
                    </a:cubicBezTo>
                    <a:cubicBezTo>
                      <a:pt x="1520" y="324"/>
                      <a:pt x="1559" y="214"/>
                      <a:pt x="1590" y="162"/>
                    </a:cubicBezTo>
                    <a:cubicBezTo>
                      <a:pt x="1620" y="110"/>
                      <a:pt x="1743" y="14"/>
                      <a:pt x="1772" y="44"/>
                    </a:cubicBezTo>
                    <a:cubicBezTo>
                      <a:pt x="1801" y="74"/>
                      <a:pt x="1809" y="254"/>
                      <a:pt x="1787" y="288"/>
                    </a:cubicBezTo>
                    <a:cubicBezTo>
                      <a:pt x="1765" y="322"/>
                      <a:pt x="1709" y="344"/>
                      <a:pt x="1681" y="349"/>
                    </a:cubicBezTo>
                    <a:cubicBezTo>
                      <a:pt x="1653" y="353"/>
                      <a:pt x="1651" y="367"/>
                      <a:pt x="1651" y="367"/>
                    </a:cubicBezTo>
                    <a:cubicBezTo>
                      <a:pt x="1719" y="399"/>
                      <a:pt x="1804" y="349"/>
                      <a:pt x="1804" y="349"/>
                    </a:cubicBezTo>
                    <a:cubicBezTo>
                      <a:pt x="1812" y="354"/>
                      <a:pt x="1828" y="372"/>
                      <a:pt x="1851" y="482"/>
                    </a:cubicBezTo>
                    <a:cubicBezTo>
                      <a:pt x="1874" y="592"/>
                      <a:pt x="1860" y="742"/>
                      <a:pt x="1839" y="766"/>
                    </a:cubicBezTo>
                    <a:cubicBezTo>
                      <a:pt x="1818" y="790"/>
                      <a:pt x="1680" y="811"/>
                      <a:pt x="1595" y="832"/>
                    </a:cubicBezTo>
                    <a:cubicBezTo>
                      <a:pt x="1509" y="853"/>
                      <a:pt x="1436" y="934"/>
                      <a:pt x="1354" y="955"/>
                    </a:cubicBezTo>
                    <a:cubicBezTo>
                      <a:pt x="1272" y="976"/>
                      <a:pt x="1138" y="973"/>
                      <a:pt x="1042" y="1014"/>
                    </a:cubicBezTo>
                    <a:cubicBezTo>
                      <a:pt x="946" y="1056"/>
                      <a:pt x="895" y="1222"/>
                      <a:pt x="895" y="1222"/>
                    </a:cubicBezTo>
                    <a:cubicBezTo>
                      <a:pt x="877" y="1218"/>
                      <a:pt x="836" y="1222"/>
                      <a:pt x="836" y="1222"/>
                    </a:cubicBezTo>
                    <a:cubicBezTo>
                      <a:pt x="776" y="1223"/>
                      <a:pt x="585" y="1349"/>
                      <a:pt x="540" y="1396"/>
                    </a:cubicBezTo>
                    <a:cubicBezTo>
                      <a:pt x="495" y="1443"/>
                      <a:pt x="381" y="1499"/>
                      <a:pt x="344" y="1513"/>
                    </a:cubicBezTo>
                    <a:cubicBezTo>
                      <a:pt x="307" y="1527"/>
                      <a:pt x="236" y="1552"/>
                      <a:pt x="264" y="1563"/>
                    </a:cubicBezTo>
                    <a:cubicBezTo>
                      <a:pt x="292" y="1573"/>
                      <a:pt x="419" y="1558"/>
                      <a:pt x="529" y="1475"/>
                    </a:cubicBezTo>
                    <a:cubicBezTo>
                      <a:pt x="638" y="1392"/>
                      <a:pt x="744" y="1348"/>
                      <a:pt x="803" y="1314"/>
                    </a:cubicBezTo>
                    <a:cubicBezTo>
                      <a:pt x="862" y="1281"/>
                      <a:pt x="896" y="1307"/>
                      <a:pt x="896" y="1307"/>
                    </a:cubicBezTo>
                    <a:cubicBezTo>
                      <a:pt x="894" y="1385"/>
                      <a:pt x="956" y="1525"/>
                      <a:pt x="953" y="1563"/>
                    </a:cubicBezTo>
                    <a:cubicBezTo>
                      <a:pt x="949" y="1601"/>
                      <a:pt x="960" y="1697"/>
                      <a:pt x="960" y="1697"/>
                    </a:cubicBezTo>
                    <a:cubicBezTo>
                      <a:pt x="929" y="1686"/>
                      <a:pt x="813" y="1694"/>
                      <a:pt x="813" y="1694"/>
                    </a:cubicBezTo>
                    <a:lnTo>
                      <a:pt x="786" y="1638"/>
                    </a:lnTo>
                    <a:cubicBezTo>
                      <a:pt x="752" y="1567"/>
                      <a:pt x="717" y="1575"/>
                      <a:pt x="717" y="1575"/>
                    </a:cubicBezTo>
                    <a:cubicBezTo>
                      <a:pt x="700" y="1617"/>
                      <a:pt x="756" y="1698"/>
                      <a:pt x="748" y="1741"/>
                    </a:cubicBezTo>
                    <a:cubicBezTo>
                      <a:pt x="739" y="1784"/>
                      <a:pt x="655" y="1836"/>
                      <a:pt x="620" y="1877"/>
                    </a:cubicBezTo>
                    <a:cubicBezTo>
                      <a:pt x="584" y="1918"/>
                      <a:pt x="597" y="1924"/>
                      <a:pt x="597" y="1924"/>
                    </a:cubicBezTo>
                    <a:cubicBezTo>
                      <a:pt x="716" y="1902"/>
                      <a:pt x="806" y="1774"/>
                      <a:pt x="825" y="1763"/>
                    </a:cubicBezTo>
                    <a:cubicBezTo>
                      <a:pt x="843" y="1752"/>
                      <a:pt x="965" y="1765"/>
                      <a:pt x="981" y="1782"/>
                    </a:cubicBezTo>
                    <a:cubicBezTo>
                      <a:pt x="995" y="1799"/>
                      <a:pt x="972" y="1899"/>
                      <a:pt x="952" y="1982"/>
                    </a:cubicBezTo>
                    <a:moveTo>
                      <a:pt x="990" y="1447"/>
                    </a:moveTo>
                    <a:cubicBezTo>
                      <a:pt x="978" y="1427"/>
                      <a:pt x="937" y="1347"/>
                      <a:pt x="952" y="1278"/>
                    </a:cubicBezTo>
                    <a:cubicBezTo>
                      <a:pt x="966" y="1210"/>
                      <a:pt x="1010" y="1084"/>
                      <a:pt x="1075" y="1058"/>
                    </a:cubicBezTo>
                    <a:cubicBezTo>
                      <a:pt x="1141" y="1032"/>
                      <a:pt x="1261" y="1015"/>
                      <a:pt x="1314" y="1017"/>
                    </a:cubicBezTo>
                    <a:cubicBezTo>
                      <a:pt x="1367" y="1018"/>
                      <a:pt x="1480" y="993"/>
                      <a:pt x="1537" y="943"/>
                    </a:cubicBezTo>
                    <a:cubicBezTo>
                      <a:pt x="1606" y="882"/>
                      <a:pt x="1682" y="867"/>
                      <a:pt x="1734" y="859"/>
                    </a:cubicBezTo>
                    <a:cubicBezTo>
                      <a:pt x="1785" y="852"/>
                      <a:pt x="1850" y="828"/>
                      <a:pt x="1850" y="828"/>
                    </a:cubicBezTo>
                    <a:cubicBezTo>
                      <a:pt x="1850" y="828"/>
                      <a:pt x="1902" y="982"/>
                      <a:pt x="1856" y="1155"/>
                    </a:cubicBezTo>
                    <a:cubicBezTo>
                      <a:pt x="1856" y="1155"/>
                      <a:pt x="1712" y="1160"/>
                      <a:pt x="1670" y="1229"/>
                    </a:cubicBezTo>
                    <a:cubicBezTo>
                      <a:pt x="1628" y="1298"/>
                      <a:pt x="1466" y="1342"/>
                      <a:pt x="1426" y="1354"/>
                    </a:cubicBezTo>
                    <a:cubicBezTo>
                      <a:pt x="1386" y="1366"/>
                      <a:pt x="1195" y="1339"/>
                      <a:pt x="1108" y="1376"/>
                    </a:cubicBezTo>
                    <a:cubicBezTo>
                      <a:pt x="1021" y="1412"/>
                      <a:pt x="1001" y="1466"/>
                      <a:pt x="990" y="1447"/>
                    </a:cubicBezTo>
                    <a:moveTo>
                      <a:pt x="1708" y="1975"/>
                    </a:moveTo>
                    <a:cubicBezTo>
                      <a:pt x="1708" y="1975"/>
                      <a:pt x="1589" y="2089"/>
                      <a:pt x="1426" y="2086"/>
                    </a:cubicBezTo>
                    <a:cubicBezTo>
                      <a:pt x="1263" y="2084"/>
                      <a:pt x="1018" y="2080"/>
                      <a:pt x="1017" y="2051"/>
                    </a:cubicBezTo>
                    <a:cubicBezTo>
                      <a:pt x="1016" y="2023"/>
                      <a:pt x="1067" y="1877"/>
                      <a:pt x="1056" y="1792"/>
                    </a:cubicBezTo>
                    <a:cubicBezTo>
                      <a:pt x="1056" y="1792"/>
                      <a:pt x="1052" y="1775"/>
                      <a:pt x="1118" y="1780"/>
                    </a:cubicBezTo>
                    <a:cubicBezTo>
                      <a:pt x="1185" y="1785"/>
                      <a:pt x="1579" y="1849"/>
                      <a:pt x="1698" y="1770"/>
                    </a:cubicBezTo>
                    <a:cubicBezTo>
                      <a:pt x="1816" y="1691"/>
                      <a:pt x="1820" y="1641"/>
                      <a:pt x="1829" y="1647"/>
                    </a:cubicBezTo>
                    <a:cubicBezTo>
                      <a:pt x="1840" y="1652"/>
                      <a:pt x="1803" y="1877"/>
                      <a:pt x="1708" y="1975"/>
                    </a:cubicBezTo>
                    <a:moveTo>
                      <a:pt x="1831" y="1550"/>
                    </a:moveTo>
                    <a:cubicBezTo>
                      <a:pt x="1811" y="1604"/>
                      <a:pt x="1698" y="1690"/>
                      <a:pt x="1657" y="1713"/>
                    </a:cubicBezTo>
                    <a:cubicBezTo>
                      <a:pt x="1615" y="1737"/>
                      <a:pt x="1536" y="1743"/>
                      <a:pt x="1515" y="1741"/>
                    </a:cubicBezTo>
                    <a:cubicBezTo>
                      <a:pt x="1493" y="1738"/>
                      <a:pt x="1530" y="1638"/>
                      <a:pt x="1550" y="1569"/>
                    </a:cubicBezTo>
                    <a:cubicBezTo>
                      <a:pt x="1570" y="1500"/>
                      <a:pt x="1549" y="1461"/>
                      <a:pt x="1537" y="1510"/>
                    </a:cubicBezTo>
                    <a:cubicBezTo>
                      <a:pt x="1524" y="1559"/>
                      <a:pt x="1464" y="1709"/>
                      <a:pt x="1435" y="1733"/>
                    </a:cubicBezTo>
                    <a:cubicBezTo>
                      <a:pt x="1406" y="1757"/>
                      <a:pt x="1266" y="1728"/>
                      <a:pt x="1189" y="1709"/>
                    </a:cubicBezTo>
                    <a:cubicBezTo>
                      <a:pt x="1112" y="1690"/>
                      <a:pt x="1043" y="1698"/>
                      <a:pt x="1043" y="1698"/>
                    </a:cubicBezTo>
                    <a:cubicBezTo>
                      <a:pt x="1043" y="1698"/>
                      <a:pt x="1021" y="1581"/>
                      <a:pt x="1024" y="1550"/>
                    </a:cubicBezTo>
                    <a:cubicBezTo>
                      <a:pt x="1027" y="1519"/>
                      <a:pt x="1061" y="1477"/>
                      <a:pt x="1154" y="1447"/>
                    </a:cubicBezTo>
                    <a:cubicBezTo>
                      <a:pt x="1246" y="1416"/>
                      <a:pt x="1405" y="1428"/>
                      <a:pt x="1471" y="1414"/>
                    </a:cubicBezTo>
                    <a:cubicBezTo>
                      <a:pt x="1536" y="1400"/>
                      <a:pt x="1660" y="1339"/>
                      <a:pt x="1693" y="1311"/>
                    </a:cubicBezTo>
                    <a:cubicBezTo>
                      <a:pt x="1726" y="1283"/>
                      <a:pt x="1827" y="1200"/>
                      <a:pt x="1863" y="1239"/>
                    </a:cubicBezTo>
                    <a:cubicBezTo>
                      <a:pt x="1899" y="1279"/>
                      <a:pt x="1851" y="1496"/>
                      <a:pt x="1831" y="15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4"/>
              <p:cNvSpPr/>
              <p:nvPr/>
            </p:nvSpPr>
            <p:spPr>
              <a:xfrm>
                <a:off x="1590597" y="2980933"/>
                <a:ext cx="10759" cy="2831"/>
              </a:xfrm>
              <a:custGeom>
                <a:avLst/>
                <a:gdLst/>
                <a:ahLst/>
                <a:cxnLst/>
                <a:rect l="l" t="t" r="r" b="b"/>
                <a:pathLst>
                  <a:path w="19" h="5" extrusionOk="0">
                    <a:moveTo>
                      <a:pt x="0" y="0"/>
                    </a:moveTo>
                    <a:cubicBezTo>
                      <a:pt x="6" y="1"/>
                      <a:pt x="12" y="3"/>
                      <a:pt x="18" y="4"/>
                    </a:cubicBezTo>
                    <a:cubicBezTo>
                      <a:pt x="12" y="3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58AD5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4"/>
              <p:cNvSpPr/>
              <p:nvPr/>
            </p:nvSpPr>
            <p:spPr>
              <a:xfrm>
                <a:off x="737209" y="1914060"/>
                <a:ext cx="947957" cy="1096318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936" extrusionOk="0">
                    <a:moveTo>
                      <a:pt x="803" y="1913"/>
                    </a:moveTo>
                    <a:cubicBezTo>
                      <a:pt x="749" y="1855"/>
                      <a:pt x="758" y="1766"/>
                      <a:pt x="761" y="1707"/>
                    </a:cubicBezTo>
                    <a:cubicBezTo>
                      <a:pt x="762" y="1691"/>
                      <a:pt x="766" y="1675"/>
                      <a:pt x="773" y="1660"/>
                    </a:cubicBezTo>
                    <a:cubicBezTo>
                      <a:pt x="817" y="1574"/>
                      <a:pt x="849" y="1467"/>
                      <a:pt x="861" y="1360"/>
                    </a:cubicBezTo>
                    <a:cubicBezTo>
                      <a:pt x="864" y="1335"/>
                      <a:pt x="896" y="1327"/>
                      <a:pt x="910" y="1349"/>
                    </a:cubicBezTo>
                    <a:cubicBezTo>
                      <a:pt x="931" y="1382"/>
                      <a:pt x="947" y="1419"/>
                      <a:pt x="955" y="1469"/>
                    </a:cubicBezTo>
                    <a:cubicBezTo>
                      <a:pt x="960" y="1495"/>
                      <a:pt x="967" y="1521"/>
                      <a:pt x="976" y="1546"/>
                    </a:cubicBezTo>
                    <a:cubicBezTo>
                      <a:pt x="1004" y="1618"/>
                      <a:pt x="1058" y="1765"/>
                      <a:pt x="1047" y="1782"/>
                    </a:cubicBezTo>
                    <a:cubicBezTo>
                      <a:pt x="989" y="1876"/>
                      <a:pt x="823" y="1935"/>
                      <a:pt x="803" y="1913"/>
                    </a:cubicBezTo>
                    <a:moveTo>
                      <a:pt x="1481" y="1745"/>
                    </a:moveTo>
                    <a:cubicBezTo>
                      <a:pt x="1484" y="1652"/>
                      <a:pt x="1475" y="1591"/>
                      <a:pt x="1461" y="1523"/>
                    </a:cubicBezTo>
                    <a:cubicBezTo>
                      <a:pt x="1455" y="1492"/>
                      <a:pt x="1454" y="1430"/>
                      <a:pt x="1462" y="1389"/>
                    </a:cubicBezTo>
                    <a:cubicBezTo>
                      <a:pt x="1464" y="1376"/>
                      <a:pt x="1478" y="1370"/>
                      <a:pt x="1489" y="1376"/>
                    </a:cubicBezTo>
                    <a:cubicBezTo>
                      <a:pt x="1566" y="1422"/>
                      <a:pt x="1592" y="1334"/>
                      <a:pt x="1576" y="1278"/>
                    </a:cubicBezTo>
                    <a:cubicBezTo>
                      <a:pt x="1556" y="1209"/>
                      <a:pt x="1524" y="1172"/>
                      <a:pt x="1500" y="1155"/>
                    </a:cubicBezTo>
                    <a:cubicBezTo>
                      <a:pt x="1359" y="1058"/>
                      <a:pt x="1284" y="1080"/>
                      <a:pt x="1161" y="1005"/>
                    </a:cubicBezTo>
                    <a:cubicBezTo>
                      <a:pt x="1101" y="968"/>
                      <a:pt x="1062" y="944"/>
                      <a:pt x="992" y="944"/>
                    </a:cubicBezTo>
                    <a:cubicBezTo>
                      <a:pt x="932" y="944"/>
                      <a:pt x="872" y="965"/>
                      <a:pt x="852" y="956"/>
                    </a:cubicBezTo>
                    <a:cubicBezTo>
                      <a:pt x="731" y="897"/>
                      <a:pt x="479" y="768"/>
                      <a:pt x="375" y="687"/>
                    </a:cubicBezTo>
                    <a:cubicBezTo>
                      <a:pt x="272" y="606"/>
                      <a:pt x="215" y="472"/>
                      <a:pt x="46" y="428"/>
                    </a:cubicBezTo>
                    <a:cubicBezTo>
                      <a:pt x="31" y="424"/>
                      <a:pt x="19" y="413"/>
                      <a:pt x="16" y="398"/>
                    </a:cubicBezTo>
                    <a:cubicBezTo>
                      <a:pt x="0" y="341"/>
                      <a:pt x="0" y="143"/>
                      <a:pt x="20" y="15"/>
                    </a:cubicBezTo>
                    <a:cubicBezTo>
                      <a:pt x="22" y="4"/>
                      <a:pt x="37" y="0"/>
                      <a:pt x="44" y="9"/>
                    </a:cubicBezTo>
                    <a:cubicBezTo>
                      <a:pt x="189" y="200"/>
                      <a:pt x="477" y="334"/>
                      <a:pt x="597" y="499"/>
                    </a:cubicBezTo>
                    <a:cubicBezTo>
                      <a:pt x="712" y="657"/>
                      <a:pt x="793" y="686"/>
                      <a:pt x="928" y="732"/>
                    </a:cubicBezTo>
                    <a:cubicBezTo>
                      <a:pt x="1024" y="765"/>
                      <a:pt x="1093" y="805"/>
                      <a:pt x="1163" y="874"/>
                    </a:cubicBezTo>
                    <a:cubicBezTo>
                      <a:pt x="1270" y="981"/>
                      <a:pt x="1546" y="1046"/>
                      <a:pt x="1597" y="1088"/>
                    </a:cubicBezTo>
                    <a:cubicBezTo>
                      <a:pt x="1607" y="1096"/>
                      <a:pt x="1613" y="1110"/>
                      <a:pt x="1614" y="1123"/>
                    </a:cubicBezTo>
                    <a:cubicBezTo>
                      <a:pt x="1619" y="1268"/>
                      <a:pt x="1673" y="1651"/>
                      <a:pt x="1595" y="1774"/>
                    </a:cubicBezTo>
                    <a:cubicBezTo>
                      <a:pt x="1578" y="1799"/>
                      <a:pt x="1479" y="1793"/>
                      <a:pt x="1481" y="1745"/>
                    </a:cubicBezTo>
                    <a:moveTo>
                      <a:pt x="1195" y="1725"/>
                    </a:moveTo>
                    <a:cubicBezTo>
                      <a:pt x="1145" y="1635"/>
                      <a:pt x="1142" y="1552"/>
                      <a:pt x="1128" y="1475"/>
                    </a:cubicBezTo>
                    <a:cubicBezTo>
                      <a:pt x="1114" y="1389"/>
                      <a:pt x="1100" y="1308"/>
                      <a:pt x="1041" y="1233"/>
                    </a:cubicBezTo>
                    <a:cubicBezTo>
                      <a:pt x="990" y="1168"/>
                      <a:pt x="916" y="1169"/>
                      <a:pt x="853" y="1169"/>
                    </a:cubicBezTo>
                    <a:cubicBezTo>
                      <a:pt x="834" y="1169"/>
                      <a:pt x="823" y="1121"/>
                      <a:pt x="846" y="1117"/>
                    </a:cubicBezTo>
                    <a:cubicBezTo>
                      <a:pt x="936" y="1100"/>
                      <a:pt x="994" y="1116"/>
                      <a:pt x="1071" y="1161"/>
                    </a:cubicBezTo>
                    <a:cubicBezTo>
                      <a:pt x="1108" y="1183"/>
                      <a:pt x="1149" y="1208"/>
                      <a:pt x="1206" y="1230"/>
                    </a:cubicBezTo>
                    <a:cubicBezTo>
                      <a:pt x="1267" y="1253"/>
                      <a:pt x="1294" y="1305"/>
                      <a:pt x="1287" y="1388"/>
                    </a:cubicBezTo>
                    <a:cubicBezTo>
                      <a:pt x="1283" y="1438"/>
                      <a:pt x="1282" y="1499"/>
                      <a:pt x="1284" y="1524"/>
                    </a:cubicBezTo>
                    <a:cubicBezTo>
                      <a:pt x="1291" y="1592"/>
                      <a:pt x="1314" y="1649"/>
                      <a:pt x="1302" y="1714"/>
                    </a:cubicBezTo>
                    <a:cubicBezTo>
                      <a:pt x="1297" y="1737"/>
                      <a:pt x="1211" y="1755"/>
                      <a:pt x="1195" y="17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4"/>
              <p:cNvSpPr/>
              <p:nvPr/>
            </p:nvSpPr>
            <p:spPr>
              <a:xfrm>
                <a:off x="712292" y="2267986"/>
                <a:ext cx="365252" cy="833564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472" extrusionOk="0">
                    <a:moveTo>
                      <a:pt x="270" y="1440"/>
                    </a:moveTo>
                    <a:cubicBezTo>
                      <a:pt x="257" y="1413"/>
                      <a:pt x="272" y="1386"/>
                      <a:pt x="296" y="1379"/>
                    </a:cubicBezTo>
                    <a:cubicBezTo>
                      <a:pt x="336" y="1367"/>
                      <a:pt x="378" y="1351"/>
                      <a:pt x="410" y="1336"/>
                    </a:cubicBezTo>
                    <a:cubicBezTo>
                      <a:pt x="450" y="1318"/>
                      <a:pt x="539" y="1251"/>
                      <a:pt x="526" y="1193"/>
                    </a:cubicBezTo>
                    <a:cubicBezTo>
                      <a:pt x="523" y="1176"/>
                      <a:pt x="507" y="1147"/>
                      <a:pt x="448" y="1147"/>
                    </a:cubicBezTo>
                    <a:cubicBezTo>
                      <a:pt x="429" y="1147"/>
                      <a:pt x="397" y="1156"/>
                      <a:pt x="354" y="1174"/>
                    </a:cubicBezTo>
                    <a:cubicBezTo>
                      <a:pt x="311" y="1193"/>
                      <a:pt x="261" y="1213"/>
                      <a:pt x="220" y="1218"/>
                    </a:cubicBezTo>
                    <a:cubicBezTo>
                      <a:pt x="215" y="1219"/>
                      <a:pt x="209" y="1216"/>
                      <a:pt x="205" y="1213"/>
                    </a:cubicBezTo>
                    <a:cubicBezTo>
                      <a:pt x="170" y="1185"/>
                      <a:pt x="150" y="1139"/>
                      <a:pt x="139" y="1102"/>
                    </a:cubicBezTo>
                    <a:cubicBezTo>
                      <a:pt x="133" y="1081"/>
                      <a:pt x="142" y="1060"/>
                      <a:pt x="161" y="1050"/>
                    </a:cubicBezTo>
                    <a:cubicBezTo>
                      <a:pt x="189" y="1034"/>
                      <a:pt x="220" y="1017"/>
                      <a:pt x="247" y="998"/>
                    </a:cubicBezTo>
                    <a:cubicBezTo>
                      <a:pt x="261" y="989"/>
                      <a:pt x="276" y="983"/>
                      <a:pt x="292" y="981"/>
                    </a:cubicBezTo>
                    <a:cubicBezTo>
                      <a:pt x="365" y="969"/>
                      <a:pt x="421" y="946"/>
                      <a:pt x="461" y="924"/>
                    </a:cubicBezTo>
                    <a:cubicBezTo>
                      <a:pt x="478" y="915"/>
                      <a:pt x="499" y="915"/>
                      <a:pt x="516" y="926"/>
                    </a:cubicBezTo>
                    <a:cubicBezTo>
                      <a:pt x="548" y="946"/>
                      <a:pt x="600" y="980"/>
                      <a:pt x="613" y="994"/>
                    </a:cubicBezTo>
                    <a:cubicBezTo>
                      <a:pt x="627" y="1011"/>
                      <a:pt x="633" y="1034"/>
                      <a:pt x="630" y="1056"/>
                    </a:cubicBezTo>
                    <a:cubicBezTo>
                      <a:pt x="622" y="1119"/>
                      <a:pt x="624" y="1189"/>
                      <a:pt x="639" y="1263"/>
                    </a:cubicBezTo>
                    <a:cubicBezTo>
                      <a:pt x="644" y="1290"/>
                      <a:pt x="627" y="1317"/>
                      <a:pt x="600" y="1324"/>
                    </a:cubicBezTo>
                    <a:cubicBezTo>
                      <a:pt x="485" y="1353"/>
                      <a:pt x="416" y="1403"/>
                      <a:pt x="373" y="1434"/>
                    </a:cubicBezTo>
                    <a:cubicBezTo>
                      <a:pt x="367" y="1438"/>
                      <a:pt x="348" y="1449"/>
                      <a:pt x="330" y="1460"/>
                    </a:cubicBezTo>
                    <a:cubicBezTo>
                      <a:pt x="308" y="1471"/>
                      <a:pt x="280" y="1462"/>
                      <a:pt x="270" y="1440"/>
                    </a:cubicBezTo>
                    <a:moveTo>
                      <a:pt x="69" y="827"/>
                    </a:moveTo>
                    <a:cubicBezTo>
                      <a:pt x="45" y="808"/>
                      <a:pt x="0" y="591"/>
                      <a:pt x="32" y="540"/>
                    </a:cubicBezTo>
                    <a:cubicBezTo>
                      <a:pt x="45" y="519"/>
                      <a:pt x="105" y="541"/>
                      <a:pt x="119" y="541"/>
                    </a:cubicBezTo>
                    <a:cubicBezTo>
                      <a:pt x="147" y="540"/>
                      <a:pt x="185" y="517"/>
                      <a:pt x="199" y="537"/>
                    </a:cubicBezTo>
                    <a:cubicBezTo>
                      <a:pt x="222" y="569"/>
                      <a:pt x="229" y="613"/>
                      <a:pt x="253" y="650"/>
                    </a:cubicBezTo>
                    <a:cubicBezTo>
                      <a:pt x="295" y="713"/>
                      <a:pt x="340" y="769"/>
                      <a:pt x="344" y="788"/>
                    </a:cubicBezTo>
                    <a:cubicBezTo>
                      <a:pt x="336" y="833"/>
                      <a:pt x="235" y="800"/>
                      <a:pt x="203" y="804"/>
                    </a:cubicBezTo>
                    <a:cubicBezTo>
                      <a:pt x="164" y="811"/>
                      <a:pt x="88" y="839"/>
                      <a:pt x="69" y="827"/>
                    </a:cubicBezTo>
                    <a:moveTo>
                      <a:pt x="162" y="377"/>
                    </a:moveTo>
                    <a:cubicBezTo>
                      <a:pt x="161" y="387"/>
                      <a:pt x="150" y="394"/>
                      <a:pt x="141" y="390"/>
                    </a:cubicBezTo>
                    <a:cubicBezTo>
                      <a:pt x="105" y="375"/>
                      <a:pt x="75" y="361"/>
                      <a:pt x="68" y="355"/>
                    </a:cubicBezTo>
                    <a:cubicBezTo>
                      <a:pt x="26" y="318"/>
                      <a:pt x="6" y="11"/>
                      <a:pt x="49" y="0"/>
                    </a:cubicBezTo>
                    <a:cubicBezTo>
                      <a:pt x="114" y="0"/>
                      <a:pt x="198" y="74"/>
                      <a:pt x="202" y="105"/>
                    </a:cubicBezTo>
                    <a:cubicBezTo>
                      <a:pt x="210" y="156"/>
                      <a:pt x="170" y="270"/>
                      <a:pt x="162" y="3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4"/>
              <p:cNvSpPr/>
              <p:nvPr/>
            </p:nvSpPr>
            <p:spPr>
              <a:xfrm>
                <a:off x="886141" y="2408990"/>
                <a:ext cx="249731" cy="322213"/>
              </a:xfrm>
              <a:custGeom>
                <a:avLst/>
                <a:gdLst/>
                <a:ahLst/>
                <a:cxnLst/>
                <a:rect l="l" t="t" r="r" b="b"/>
                <a:pathLst>
                  <a:path w="441" h="569" extrusionOk="0">
                    <a:moveTo>
                      <a:pt x="413" y="544"/>
                    </a:moveTo>
                    <a:cubicBezTo>
                      <a:pt x="409" y="560"/>
                      <a:pt x="390" y="568"/>
                      <a:pt x="376" y="558"/>
                    </a:cubicBezTo>
                    <a:cubicBezTo>
                      <a:pt x="343" y="537"/>
                      <a:pt x="308" y="519"/>
                      <a:pt x="273" y="500"/>
                    </a:cubicBezTo>
                    <a:cubicBezTo>
                      <a:pt x="100" y="405"/>
                      <a:pt x="0" y="197"/>
                      <a:pt x="38" y="23"/>
                    </a:cubicBezTo>
                    <a:cubicBezTo>
                      <a:pt x="41" y="8"/>
                      <a:pt x="58" y="0"/>
                      <a:pt x="71" y="8"/>
                    </a:cubicBezTo>
                    <a:cubicBezTo>
                      <a:pt x="157" y="55"/>
                      <a:pt x="320" y="123"/>
                      <a:pt x="384" y="165"/>
                    </a:cubicBezTo>
                    <a:cubicBezTo>
                      <a:pt x="390" y="169"/>
                      <a:pt x="394" y="175"/>
                      <a:pt x="397" y="182"/>
                    </a:cubicBezTo>
                    <a:cubicBezTo>
                      <a:pt x="435" y="298"/>
                      <a:pt x="440" y="422"/>
                      <a:pt x="413" y="5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4"/>
              <p:cNvSpPr/>
              <p:nvPr/>
            </p:nvSpPr>
            <p:spPr>
              <a:xfrm>
                <a:off x="922383" y="2445232"/>
                <a:ext cx="197633" cy="184041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25" extrusionOk="0">
                    <a:moveTo>
                      <a:pt x="335" y="313"/>
                    </a:moveTo>
                    <a:cubicBezTo>
                      <a:pt x="327" y="324"/>
                      <a:pt x="189" y="224"/>
                      <a:pt x="153" y="210"/>
                    </a:cubicBezTo>
                    <a:cubicBezTo>
                      <a:pt x="56" y="170"/>
                      <a:pt x="0" y="83"/>
                      <a:pt x="22" y="10"/>
                    </a:cubicBezTo>
                    <a:cubicBezTo>
                      <a:pt x="23" y="4"/>
                      <a:pt x="33" y="0"/>
                      <a:pt x="40" y="4"/>
                    </a:cubicBezTo>
                    <a:cubicBezTo>
                      <a:pt x="115" y="35"/>
                      <a:pt x="266" y="68"/>
                      <a:pt x="302" y="130"/>
                    </a:cubicBezTo>
                    <a:cubicBezTo>
                      <a:pt x="324" y="178"/>
                      <a:pt x="348" y="296"/>
                      <a:pt x="335" y="3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4"/>
              <p:cNvSpPr/>
              <p:nvPr/>
            </p:nvSpPr>
            <p:spPr>
              <a:xfrm>
                <a:off x="894635" y="2961680"/>
                <a:ext cx="814881" cy="494362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873" extrusionOk="0">
                    <a:moveTo>
                      <a:pt x="1437" y="399"/>
                    </a:moveTo>
                    <a:cubicBezTo>
                      <a:pt x="1438" y="224"/>
                      <a:pt x="1437" y="59"/>
                      <a:pt x="1437" y="58"/>
                    </a:cubicBezTo>
                    <a:cubicBezTo>
                      <a:pt x="1422" y="61"/>
                      <a:pt x="1400" y="60"/>
                      <a:pt x="1371" y="64"/>
                    </a:cubicBezTo>
                    <a:cubicBezTo>
                      <a:pt x="1319" y="70"/>
                      <a:pt x="1270" y="37"/>
                      <a:pt x="1207" y="31"/>
                    </a:cubicBezTo>
                    <a:cubicBezTo>
                      <a:pt x="1166" y="27"/>
                      <a:pt x="1138" y="15"/>
                      <a:pt x="1123" y="7"/>
                    </a:cubicBezTo>
                    <a:cubicBezTo>
                      <a:pt x="1113" y="1"/>
                      <a:pt x="1101" y="1"/>
                      <a:pt x="1090" y="3"/>
                    </a:cubicBezTo>
                    <a:cubicBezTo>
                      <a:pt x="1036" y="17"/>
                      <a:pt x="1012" y="0"/>
                      <a:pt x="937" y="11"/>
                    </a:cubicBezTo>
                    <a:cubicBezTo>
                      <a:pt x="921" y="13"/>
                      <a:pt x="910" y="13"/>
                      <a:pt x="901" y="11"/>
                    </a:cubicBezTo>
                    <a:cubicBezTo>
                      <a:pt x="886" y="7"/>
                      <a:pt x="870" y="14"/>
                      <a:pt x="862" y="28"/>
                    </a:cubicBezTo>
                    <a:cubicBezTo>
                      <a:pt x="824" y="92"/>
                      <a:pt x="713" y="237"/>
                      <a:pt x="486" y="241"/>
                    </a:cubicBezTo>
                    <a:cubicBezTo>
                      <a:pt x="470" y="242"/>
                      <a:pt x="459" y="241"/>
                      <a:pt x="443" y="241"/>
                    </a:cubicBezTo>
                    <a:cubicBezTo>
                      <a:pt x="148" y="244"/>
                      <a:pt x="3" y="458"/>
                      <a:pt x="3" y="458"/>
                    </a:cubicBezTo>
                    <a:lnTo>
                      <a:pt x="3" y="458"/>
                    </a:lnTo>
                    <a:cubicBezTo>
                      <a:pt x="3" y="459"/>
                      <a:pt x="2" y="460"/>
                      <a:pt x="1" y="465"/>
                    </a:cubicBezTo>
                    <a:cubicBezTo>
                      <a:pt x="0" y="478"/>
                      <a:pt x="5" y="494"/>
                      <a:pt x="11" y="506"/>
                    </a:cubicBezTo>
                    <a:lnTo>
                      <a:pt x="11" y="506"/>
                    </a:lnTo>
                    <a:cubicBezTo>
                      <a:pt x="28" y="543"/>
                      <a:pt x="74" y="601"/>
                      <a:pt x="193" y="682"/>
                    </a:cubicBezTo>
                    <a:cubicBezTo>
                      <a:pt x="417" y="833"/>
                      <a:pt x="672" y="868"/>
                      <a:pt x="732" y="828"/>
                    </a:cubicBezTo>
                    <a:cubicBezTo>
                      <a:pt x="732" y="828"/>
                      <a:pt x="752" y="872"/>
                      <a:pt x="910" y="840"/>
                    </a:cubicBezTo>
                    <a:cubicBezTo>
                      <a:pt x="1069" y="807"/>
                      <a:pt x="1391" y="754"/>
                      <a:pt x="1437" y="399"/>
                    </a:cubicBezTo>
                    <a:moveTo>
                      <a:pt x="1268" y="636"/>
                    </a:moveTo>
                    <a:cubicBezTo>
                      <a:pt x="1162" y="730"/>
                      <a:pt x="822" y="802"/>
                      <a:pt x="777" y="781"/>
                    </a:cubicBezTo>
                    <a:cubicBezTo>
                      <a:pt x="721" y="755"/>
                      <a:pt x="712" y="709"/>
                      <a:pt x="689" y="638"/>
                    </a:cubicBezTo>
                    <a:cubicBezTo>
                      <a:pt x="688" y="635"/>
                      <a:pt x="669" y="600"/>
                      <a:pt x="665" y="600"/>
                    </a:cubicBezTo>
                    <a:cubicBezTo>
                      <a:pt x="662" y="601"/>
                      <a:pt x="665" y="631"/>
                      <a:pt x="665" y="635"/>
                    </a:cubicBezTo>
                    <a:cubicBezTo>
                      <a:pt x="673" y="690"/>
                      <a:pt x="703" y="745"/>
                      <a:pt x="683" y="769"/>
                    </a:cubicBezTo>
                    <a:cubicBezTo>
                      <a:pt x="668" y="787"/>
                      <a:pt x="592" y="793"/>
                      <a:pt x="480" y="756"/>
                    </a:cubicBezTo>
                    <a:cubicBezTo>
                      <a:pt x="232" y="673"/>
                      <a:pt x="110" y="587"/>
                      <a:pt x="53" y="517"/>
                    </a:cubicBezTo>
                    <a:cubicBezTo>
                      <a:pt x="45" y="508"/>
                      <a:pt x="28" y="474"/>
                      <a:pt x="49" y="447"/>
                    </a:cubicBezTo>
                    <a:cubicBezTo>
                      <a:pt x="72" y="418"/>
                      <a:pt x="165" y="337"/>
                      <a:pt x="300" y="289"/>
                    </a:cubicBezTo>
                    <a:cubicBezTo>
                      <a:pt x="366" y="265"/>
                      <a:pt x="407" y="261"/>
                      <a:pt x="435" y="264"/>
                    </a:cubicBezTo>
                    <a:cubicBezTo>
                      <a:pt x="454" y="267"/>
                      <a:pt x="470" y="279"/>
                      <a:pt x="479" y="296"/>
                    </a:cubicBezTo>
                    <a:cubicBezTo>
                      <a:pt x="512" y="362"/>
                      <a:pt x="507" y="360"/>
                      <a:pt x="527" y="411"/>
                    </a:cubicBezTo>
                    <a:cubicBezTo>
                      <a:pt x="541" y="448"/>
                      <a:pt x="568" y="480"/>
                      <a:pt x="589" y="503"/>
                    </a:cubicBezTo>
                    <a:cubicBezTo>
                      <a:pt x="597" y="510"/>
                      <a:pt x="593" y="523"/>
                      <a:pt x="583" y="526"/>
                    </a:cubicBezTo>
                    <a:cubicBezTo>
                      <a:pt x="495" y="551"/>
                      <a:pt x="383" y="540"/>
                      <a:pt x="381" y="540"/>
                    </a:cubicBezTo>
                    <a:cubicBezTo>
                      <a:pt x="372" y="539"/>
                      <a:pt x="311" y="533"/>
                      <a:pt x="310" y="542"/>
                    </a:cubicBezTo>
                    <a:cubicBezTo>
                      <a:pt x="309" y="551"/>
                      <a:pt x="360" y="569"/>
                      <a:pt x="369" y="571"/>
                    </a:cubicBezTo>
                    <a:cubicBezTo>
                      <a:pt x="448" y="594"/>
                      <a:pt x="587" y="588"/>
                      <a:pt x="664" y="537"/>
                    </a:cubicBezTo>
                    <a:cubicBezTo>
                      <a:pt x="743" y="484"/>
                      <a:pt x="889" y="452"/>
                      <a:pt x="1010" y="450"/>
                    </a:cubicBezTo>
                    <a:cubicBezTo>
                      <a:pt x="1019" y="450"/>
                      <a:pt x="1086" y="446"/>
                      <a:pt x="1082" y="424"/>
                    </a:cubicBezTo>
                    <a:cubicBezTo>
                      <a:pt x="1081" y="415"/>
                      <a:pt x="1015" y="407"/>
                      <a:pt x="1007" y="407"/>
                    </a:cubicBezTo>
                    <a:cubicBezTo>
                      <a:pt x="908" y="407"/>
                      <a:pt x="765" y="440"/>
                      <a:pt x="647" y="499"/>
                    </a:cubicBezTo>
                    <a:cubicBezTo>
                      <a:pt x="642" y="501"/>
                      <a:pt x="635" y="500"/>
                      <a:pt x="631" y="497"/>
                    </a:cubicBezTo>
                    <a:cubicBezTo>
                      <a:pt x="610" y="478"/>
                      <a:pt x="575" y="441"/>
                      <a:pt x="558" y="399"/>
                    </a:cubicBezTo>
                    <a:cubicBezTo>
                      <a:pt x="543" y="362"/>
                      <a:pt x="531" y="323"/>
                      <a:pt x="517" y="293"/>
                    </a:cubicBezTo>
                    <a:cubicBezTo>
                      <a:pt x="517" y="293"/>
                      <a:pt x="510" y="260"/>
                      <a:pt x="555" y="261"/>
                    </a:cubicBezTo>
                    <a:cubicBezTo>
                      <a:pt x="600" y="262"/>
                      <a:pt x="719" y="256"/>
                      <a:pt x="802" y="162"/>
                    </a:cubicBezTo>
                    <a:cubicBezTo>
                      <a:pt x="847" y="112"/>
                      <a:pt x="872" y="81"/>
                      <a:pt x="885" y="64"/>
                    </a:cubicBezTo>
                    <a:cubicBezTo>
                      <a:pt x="894" y="53"/>
                      <a:pt x="907" y="46"/>
                      <a:pt x="921" y="45"/>
                    </a:cubicBezTo>
                    <a:cubicBezTo>
                      <a:pt x="970" y="40"/>
                      <a:pt x="1091" y="31"/>
                      <a:pt x="1132" y="46"/>
                    </a:cubicBezTo>
                    <a:cubicBezTo>
                      <a:pt x="1327" y="115"/>
                      <a:pt x="1408" y="66"/>
                      <a:pt x="1411" y="135"/>
                    </a:cubicBezTo>
                    <a:cubicBezTo>
                      <a:pt x="1424" y="425"/>
                      <a:pt x="1379" y="539"/>
                      <a:pt x="1268" y="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4"/>
              <p:cNvSpPr/>
              <p:nvPr/>
            </p:nvSpPr>
            <p:spPr>
              <a:xfrm>
                <a:off x="926914" y="3010946"/>
                <a:ext cx="749758" cy="383372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677" extrusionOk="0">
                    <a:moveTo>
                      <a:pt x="472" y="659"/>
                    </a:moveTo>
                    <a:cubicBezTo>
                      <a:pt x="192" y="580"/>
                      <a:pt x="0" y="465"/>
                      <a:pt x="13" y="404"/>
                    </a:cubicBezTo>
                    <a:cubicBezTo>
                      <a:pt x="20" y="369"/>
                      <a:pt x="111" y="295"/>
                      <a:pt x="253" y="244"/>
                    </a:cubicBezTo>
                    <a:cubicBezTo>
                      <a:pt x="284" y="233"/>
                      <a:pt x="335" y="217"/>
                      <a:pt x="369" y="222"/>
                    </a:cubicBezTo>
                    <a:cubicBezTo>
                      <a:pt x="375" y="223"/>
                      <a:pt x="381" y="226"/>
                      <a:pt x="384" y="232"/>
                    </a:cubicBezTo>
                    <a:cubicBezTo>
                      <a:pt x="408" y="278"/>
                      <a:pt x="479" y="416"/>
                      <a:pt x="437" y="419"/>
                    </a:cubicBezTo>
                    <a:cubicBezTo>
                      <a:pt x="361" y="425"/>
                      <a:pt x="317" y="416"/>
                      <a:pt x="276" y="416"/>
                    </a:cubicBezTo>
                    <a:cubicBezTo>
                      <a:pt x="260" y="416"/>
                      <a:pt x="214" y="416"/>
                      <a:pt x="210" y="456"/>
                    </a:cubicBezTo>
                    <a:cubicBezTo>
                      <a:pt x="204" y="504"/>
                      <a:pt x="298" y="526"/>
                      <a:pt x="313" y="529"/>
                    </a:cubicBezTo>
                    <a:cubicBezTo>
                      <a:pt x="378" y="546"/>
                      <a:pt x="505" y="524"/>
                      <a:pt x="552" y="512"/>
                    </a:cubicBezTo>
                    <a:cubicBezTo>
                      <a:pt x="561" y="510"/>
                      <a:pt x="571" y="516"/>
                      <a:pt x="572" y="526"/>
                    </a:cubicBezTo>
                    <a:cubicBezTo>
                      <a:pt x="574" y="538"/>
                      <a:pt x="577" y="551"/>
                      <a:pt x="577" y="553"/>
                    </a:cubicBezTo>
                    <a:cubicBezTo>
                      <a:pt x="582" y="590"/>
                      <a:pt x="591" y="612"/>
                      <a:pt x="600" y="644"/>
                    </a:cubicBezTo>
                    <a:cubicBezTo>
                      <a:pt x="603" y="655"/>
                      <a:pt x="595" y="667"/>
                      <a:pt x="584" y="669"/>
                    </a:cubicBezTo>
                    <a:cubicBezTo>
                      <a:pt x="550" y="676"/>
                      <a:pt x="505" y="668"/>
                      <a:pt x="472" y="659"/>
                    </a:cubicBezTo>
                    <a:moveTo>
                      <a:pt x="741" y="658"/>
                    </a:moveTo>
                    <a:cubicBezTo>
                      <a:pt x="740" y="658"/>
                      <a:pt x="733" y="658"/>
                      <a:pt x="728" y="653"/>
                    </a:cubicBezTo>
                    <a:cubicBezTo>
                      <a:pt x="695" y="624"/>
                      <a:pt x="659" y="542"/>
                      <a:pt x="646" y="487"/>
                    </a:cubicBezTo>
                    <a:cubicBezTo>
                      <a:pt x="644" y="479"/>
                      <a:pt x="647" y="470"/>
                      <a:pt x="654" y="466"/>
                    </a:cubicBezTo>
                    <a:cubicBezTo>
                      <a:pt x="699" y="435"/>
                      <a:pt x="848" y="399"/>
                      <a:pt x="947" y="398"/>
                    </a:cubicBezTo>
                    <a:cubicBezTo>
                      <a:pt x="979" y="397"/>
                      <a:pt x="1062" y="396"/>
                      <a:pt x="1061" y="342"/>
                    </a:cubicBezTo>
                    <a:cubicBezTo>
                      <a:pt x="1060" y="293"/>
                      <a:pt x="983" y="285"/>
                      <a:pt x="945" y="286"/>
                    </a:cubicBezTo>
                    <a:cubicBezTo>
                      <a:pt x="798" y="288"/>
                      <a:pt x="664" y="338"/>
                      <a:pt x="598" y="367"/>
                    </a:cubicBezTo>
                    <a:cubicBezTo>
                      <a:pt x="590" y="371"/>
                      <a:pt x="580" y="369"/>
                      <a:pt x="574" y="362"/>
                    </a:cubicBezTo>
                    <a:cubicBezTo>
                      <a:pt x="545" y="330"/>
                      <a:pt x="526" y="282"/>
                      <a:pt x="512" y="244"/>
                    </a:cubicBezTo>
                    <a:cubicBezTo>
                      <a:pt x="508" y="231"/>
                      <a:pt x="516" y="216"/>
                      <a:pt x="530" y="216"/>
                    </a:cubicBezTo>
                    <a:cubicBezTo>
                      <a:pt x="704" y="220"/>
                      <a:pt x="756" y="113"/>
                      <a:pt x="833" y="37"/>
                    </a:cubicBezTo>
                    <a:cubicBezTo>
                      <a:pt x="857" y="12"/>
                      <a:pt x="890" y="0"/>
                      <a:pt x="923" y="0"/>
                    </a:cubicBezTo>
                    <a:cubicBezTo>
                      <a:pt x="1020" y="0"/>
                      <a:pt x="1209" y="6"/>
                      <a:pt x="1299" y="48"/>
                    </a:cubicBezTo>
                    <a:cubicBezTo>
                      <a:pt x="1306" y="51"/>
                      <a:pt x="1311" y="58"/>
                      <a:pt x="1311" y="66"/>
                    </a:cubicBezTo>
                    <a:cubicBezTo>
                      <a:pt x="1323" y="345"/>
                      <a:pt x="1276" y="440"/>
                      <a:pt x="1181" y="523"/>
                    </a:cubicBezTo>
                    <a:cubicBezTo>
                      <a:pt x="1095" y="600"/>
                      <a:pt x="822" y="658"/>
                      <a:pt x="741" y="65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4"/>
              <p:cNvSpPr/>
              <p:nvPr/>
            </p:nvSpPr>
            <p:spPr>
              <a:xfrm>
                <a:off x="815356" y="2811049"/>
                <a:ext cx="249731" cy="11948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11" extrusionOk="0">
                    <a:moveTo>
                      <a:pt x="79" y="95"/>
                    </a:moveTo>
                    <a:cubicBezTo>
                      <a:pt x="79" y="95"/>
                      <a:pt x="263" y="0"/>
                      <a:pt x="324" y="29"/>
                    </a:cubicBezTo>
                    <a:cubicBezTo>
                      <a:pt x="385" y="58"/>
                      <a:pt x="440" y="198"/>
                      <a:pt x="410" y="204"/>
                    </a:cubicBezTo>
                    <a:cubicBezTo>
                      <a:pt x="380" y="210"/>
                      <a:pt x="364" y="76"/>
                      <a:pt x="299" y="94"/>
                    </a:cubicBezTo>
                    <a:cubicBezTo>
                      <a:pt x="233" y="112"/>
                      <a:pt x="0" y="171"/>
                      <a:pt x="79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4"/>
              <p:cNvSpPr/>
              <p:nvPr/>
            </p:nvSpPr>
            <p:spPr>
              <a:xfrm>
                <a:off x="734377" y="2576609"/>
                <a:ext cx="126847" cy="114955"/>
              </a:xfrm>
              <a:custGeom>
                <a:avLst/>
                <a:gdLst/>
                <a:ahLst/>
                <a:cxnLst/>
                <a:rect l="l" t="t" r="r" b="b"/>
                <a:pathLst>
                  <a:path w="224" h="203" extrusionOk="0">
                    <a:moveTo>
                      <a:pt x="29" y="34"/>
                    </a:moveTo>
                    <a:cubicBezTo>
                      <a:pt x="31" y="32"/>
                      <a:pt x="123" y="0"/>
                      <a:pt x="144" y="25"/>
                    </a:cubicBezTo>
                    <a:cubicBezTo>
                      <a:pt x="164" y="50"/>
                      <a:pt x="212" y="131"/>
                      <a:pt x="218" y="167"/>
                    </a:cubicBezTo>
                    <a:cubicBezTo>
                      <a:pt x="223" y="202"/>
                      <a:pt x="139" y="126"/>
                      <a:pt x="98" y="116"/>
                    </a:cubicBezTo>
                    <a:cubicBezTo>
                      <a:pt x="56" y="105"/>
                      <a:pt x="0" y="65"/>
                      <a:pt x="29" y="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4"/>
              <p:cNvSpPr/>
              <p:nvPr/>
            </p:nvSpPr>
            <p:spPr>
              <a:xfrm>
                <a:off x="732679" y="2284408"/>
                <a:ext cx="79846" cy="122316"/>
              </a:xfrm>
              <a:custGeom>
                <a:avLst/>
                <a:gdLst/>
                <a:ahLst/>
                <a:cxnLst/>
                <a:rect l="l" t="t" r="r" b="b"/>
                <a:pathLst>
                  <a:path w="141" h="216" extrusionOk="0">
                    <a:moveTo>
                      <a:pt x="38" y="15"/>
                    </a:moveTo>
                    <a:cubicBezTo>
                      <a:pt x="38" y="15"/>
                      <a:pt x="130" y="42"/>
                      <a:pt x="132" y="87"/>
                    </a:cubicBezTo>
                    <a:cubicBezTo>
                      <a:pt x="133" y="132"/>
                      <a:pt x="140" y="215"/>
                      <a:pt x="123" y="215"/>
                    </a:cubicBezTo>
                    <a:cubicBezTo>
                      <a:pt x="105" y="215"/>
                      <a:pt x="0" y="0"/>
                      <a:pt x="38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4"/>
              <p:cNvSpPr/>
              <p:nvPr/>
            </p:nvSpPr>
            <p:spPr>
              <a:xfrm>
                <a:off x="863490" y="3004151"/>
                <a:ext cx="135908" cy="67387"/>
              </a:xfrm>
              <a:custGeom>
                <a:avLst/>
                <a:gdLst/>
                <a:ahLst/>
                <a:cxnLst/>
                <a:rect l="l" t="t" r="r" b="b"/>
                <a:pathLst>
                  <a:path w="240" h="119" extrusionOk="0">
                    <a:moveTo>
                      <a:pt x="44" y="93"/>
                    </a:moveTo>
                    <a:cubicBezTo>
                      <a:pt x="47" y="92"/>
                      <a:pt x="152" y="56"/>
                      <a:pt x="196" y="28"/>
                    </a:cubicBezTo>
                    <a:cubicBezTo>
                      <a:pt x="239" y="0"/>
                      <a:pt x="210" y="47"/>
                      <a:pt x="128" y="82"/>
                    </a:cubicBezTo>
                    <a:cubicBezTo>
                      <a:pt x="45" y="118"/>
                      <a:pt x="0" y="110"/>
                      <a:pt x="44" y="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4"/>
              <p:cNvSpPr/>
              <p:nvPr/>
            </p:nvSpPr>
            <p:spPr>
              <a:xfrm>
                <a:off x="1201561" y="2697227"/>
                <a:ext cx="100798" cy="194234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43" extrusionOk="0">
                    <a:moveTo>
                      <a:pt x="20" y="212"/>
                    </a:moveTo>
                    <a:cubicBezTo>
                      <a:pt x="20" y="212"/>
                      <a:pt x="56" y="101"/>
                      <a:pt x="62" y="53"/>
                    </a:cubicBezTo>
                    <a:cubicBezTo>
                      <a:pt x="68" y="6"/>
                      <a:pt x="74" y="0"/>
                      <a:pt x="93" y="42"/>
                    </a:cubicBezTo>
                    <a:cubicBezTo>
                      <a:pt x="113" y="85"/>
                      <a:pt x="177" y="251"/>
                      <a:pt x="177" y="296"/>
                    </a:cubicBezTo>
                    <a:cubicBezTo>
                      <a:pt x="177" y="342"/>
                      <a:pt x="132" y="278"/>
                      <a:pt x="83" y="281"/>
                    </a:cubicBezTo>
                    <a:cubicBezTo>
                      <a:pt x="34" y="284"/>
                      <a:pt x="0" y="277"/>
                      <a:pt x="20" y="2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4"/>
              <p:cNvSpPr/>
              <p:nvPr/>
            </p:nvSpPr>
            <p:spPr>
              <a:xfrm>
                <a:off x="1272913" y="2559054"/>
                <a:ext cx="172716" cy="21462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79" extrusionOk="0">
                    <a:moveTo>
                      <a:pt x="51" y="14"/>
                    </a:moveTo>
                    <a:cubicBezTo>
                      <a:pt x="51" y="14"/>
                      <a:pt x="271" y="92"/>
                      <a:pt x="289" y="148"/>
                    </a:cubicBezTo>
                    <a:cubicBezTo>
                      <a:pt x="296" y="172"/>
                      <a:pt x="288" y="213"/>
                      <a:pt x="291" y="250"/>
                    </a:cubicBezTo>
                    <a:cubicBezTo>
                      <a:pt x="294" y="300"/>
                      <a:pt x="304" y="346"/>
                      <a:pt x="287" y="358"/>
                    </a:cubicBezTo>
                    <a:cubicBezTo>
                      <a:pt x="255" y="378"/>
                      <a:pt x="258" y="173"/>
                      <a:pt x="211" y="131"/>
                    </a:cubicBezTo>
                    <a:cubicBezTo>
                      <a:pt x="181" y="104"/>
                      <a:pt x="0" y="0"/>
                      <a:pt x="51" y="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4"/>
              <p:cNvSpPr/>
              <p:nvPr/>
            </p:nvSpPr>
            <p:spPr>
              <a:xfrm>
                <a:off x="755896" y="1968990"/>
                <a:ext cx="671611" cy="502857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888" extrusionOk="0">
                    <a:moveTo>
                      <a:pt x="41" y="31"/>
                    </a:moveTo>
                    <a:cubicBezTo>
                      <a:pt x="41" y="31"/>
                      <a:pt x="202" y="183"/>
                      <a:pt x="311" y="245"/>
                    </a:cubicBezTo>
                    <a:cubicBezTo>
                      <a:pt x="420" y="307"/>
                      <a:pt x="543" y="450"/>
                      <a:pt x="588" y="499"/>
                    </a:cubicBezTo>
                    <a:cubicBezTo>
                      <a:pt x="632" y="547"/>
                      <a:pt x="708" y="621"/>
                      <a:pt x="858" y="671"/>
                    </a:cubicBezTo>
                    <a:cubicBezTo>
                      <a:pt x="1007" y="721"/>
                      <a:pt x="1094" y="769"/>
                      <a:pt x="1144" y="834"/>
                    </a:cubicBezTo>
                    <a:cubicBezTo>
                      <a:pt x="1185" y="887"/>
                      <a:pt x="1071" y="803"/>
                      <a:pt x="983" y="758"/>
                    </a:cubicBezTo>
                    <a:cubicBezTo>
                      <a:pt x="960" y="747"/>
                      <a:pt x="937" y="738"/>
                      <a:pt x="912" y="732"/>
                    </a:cubicBezTo>
                    <a:cubicBezTo>
                      <a:pt x="860" y="718"/>
                      <a:pt x="711" y="676"/>
                      <a:pt x="624" y="607"/>
                    </a:cubicBezTo>
                    <a:cubicBezTo>
                      <a:pt x="517" y="523"/>
                      <a:pt x="375" y="385"/>
                      <a:pt x="312" y="343"/>
                    </a:cubicBezTo>
                    <a:cubicBezTo>
                      <a:pt x="249" y="301"/>
                      <a:pt x="56" y="221"/>
                      <a:pt x="24" y="163"/>
                    </a:cubicBezTo>
                    <a:cubicBezTo>
                      <a:pt x="0" y="121"/>
                      <a:pt x="7" y="0"/>
                      <a:pt x="41" y="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4"/>
              <p:cNvSpPr/>
              <p:nvPr/>
            </p:nvSpPr>
            <p:spPr>
              <a:xfrm>
                <a:off x="1572476" y="2719311"/>
                <a:ext cx="75882" cy="107593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0" extrusionOk="0">
                    <a:moveTo>
                      <a:pt x="15" y="5"/>
                    </a:moveTo>
                    <a:cubicBezTo>
                      <a:pt x="26" y="0"/>
                      <a:pt x="37" y="11"/>
                      <a:pt x="45" y="17"/>
                    </a:cubicBezTo>
                    <a:cubicBezTo>
                      <a:pt x="60" y="28"/>
                      <a:pt x="81" y="30"/>
                      <a:pt x="98" y="23"/>
                    </a:cubicBezTo>
                    <a:cubicBezTo>
                      <a:pt x="115" y="16"/>
                      <a:pt x="128" y="18"/>
                      <a:pt x="128" y="40"/>
                    </a:cubicBezTo>
                    <a:cubicBezTo>
                      <a:pt x="128" y="165"/>
                      <a:pt x="133" y="149"/>
                      <a:pt x="128" y="165"/>
                    </a:cubicBezTo>
                    <a:cubicBezTo>
                      <a:pt x="122" y="189"/>
                      <a:pt x="66" y="181"/>
                      <a:pt x="41" y="159"/>
                    </a:cubicBezTo>
                    <a:cubicBezTo>
                      <a:pt x="17" y="137"/>
                      <a:pt x="0" y="27"/>
                      <a:pt x="15" y="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635844" y="1803069"/>
                <a:ext cx="1073672" cy="1430423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2526" extrusionOk="0">
                    <a:moveTo>
                      <a:pt x="1894" y="1388"/>
                    </a:moveTo>
                    <a:cubicBezTo>
                      <a:pt x="1892" y="1378"/>
                      <a:pt x="1889" y="1366"/>
                      <a:pt x="1886" y="1358"/>
                    </a:cubicBezTo>
                    <a:cubicBezTo>
                      <a:pt x="1857" y="1264"/>
                      <a:pt x="1803" y="1225"/>
                      <a:pt x="1717" y="1196"/>
                    </a:cubicBezTo>
                    <a:cubicBezTo>
                      <a:pt x="1638" y="1170"/>
                      <a:pt x="1440" y="1091"/>
                      <a:pt x="1388" y="1038"/>
                    </a:cubicBezTo>
                    <a:cubicBezTo>
                      <a:pt x="1335" y="985"/>
                      <a:pt x="1262" y="926"/>
                      <a:pt x="1131" y="881"/>
                    </a:cubicBezTo>
                    <a:cubicBezTo>
                      <a:pt x="999" y="835"/>
                      <a:pt x="934" y="816"/>
                      <a:pt x="829" y="671"/>
                    </a:cubicBezTo>
                    <a:cubicBezTo>
                      <a:pt x="724" y="526"/>
                      <a:pt x="625" y="467"/>
                      <a:pt x="434" y="336"/>
                    </a:cubicBezTo>
                    <a:cubicBezTo>
                      <a:pt x="244" y="204"/>
                      <a:pt x="178" y="0"/>
                      <a:pt x="178" y="0"/>
                    </a:cubicBezTo>
                    <a:cubicBezTo>
                      <a:pt x="169" y="2"/>
                      <a:pt x="159" y="13"/>
                      <a:pt x="153" y="21"/>
                    </a:cubicBezTo>
                    <a:cubicBezTo>
                      <a:pt x="142" y="35"/>
                      <a:pt x="134" y="55"/>
                      <a:pt x="129" y="72"/>
                    </a:cubicBezTo>
                    <a:lnTo>
                      <a:pt x="129" y="72"/>
                    </a:lnTo>
                    <a:cubicBezTo>
                      <a:pt x="128" y="76"/>
                      <a:pt x="126" y="81"/>
                      <a:pt x="125" y="86"/>
                    </a:cubicBezTo>
                    <a:cubicBezTo>
                      <a:pt x="106" y="165"/>
                      <a:pt x="0" y="612"/>
                      <a:pt x="92" y="724"/>
                    </a:cubicBezTo>
                    <a:cubicBezTo>
                      <a:pt x="92" y="724"/>
                      <a:pt x="33" y="710"/>
                      <a:pt x="33" y="855"/>
                    </a:cubicBezTo>
                    <a:cubicBezTo>
                      <a:pt x="33" y="999"/>
                      <a:pt x="20" y="1203"/>
                      <a:pt x="60" y="1242"/>
                    </a:cubicBezTo>
                    <a:cubicBezTo>
                      <a:pt x="60" y="1242"/>
                      <a:pt x="19" y="1308"/>
                      <a:pt x="33" y="1387"/>
                    </a:cubicBezTo>
                    <a:cubicBezTo>
                      <a:pt x="46" y="1466"/>
                      <a:pt x="60" y="1827"/>
                      <a:pt x="145" y="1840"/>
                    </a:cubicBezTo>
                    <a:cubicBezTo>
                      <a:pt x="145" y="1840"/>
                      <a:pt x="112" y="1873"/>
                      <a:pt x="152" y="1998"/>
                    </a:cubicBezTo>
                    <a:cubicBezTo>
                      <a:pt x="191" y="2123"/>
                      <a:pt x="250" y="2143"/>
                      <a:pt x="250" y="2143"/>
                    </a:cubicBezTo>
                    <a:cubicBezTo>
                      <a:pt x="250" y="2143"/>
                      <a:pt x="191" y="2235"/>
                      <a:pt x="296" y="2386"/>
                    </a:cubicBezTo>
                    <a:cubicBezTo>
                      <a:pt x="319" y="2419"/>
                      <a:pt x="340" y="2443"/>
                      <a:pt x="358" y="2461"/>
                    </a:cubicBezTo>
                    <a:cubicBezTo>
                      <a:pt x="424" y="2525"/>
                      <a:pt x="461" y="2505"/>
                      <a:pt x="461" y="2505"/>
                    </a:cubicBezTo>
                    <a:cubicBezTo>
                      <a:pt x="461" y="2505"/>
                      <a:pt x="612" y="2281"/>
                      <a:pt x="922" y="2288"/>
                    </a:cubicBezTo>
                    <a:cubicBezTo>
                      <a:pt x="1164" y="2293"/>
                      <a:pt x="1281" y="2140"/>
                      <a:pt x="1320" y="2074"/>
                    </a:cubicBezTo>
                    <a:cubicBezTo>
                      <a:pt x="1328" y="2061"/>
                      <a:pt x="1344" y="2054"/>
                      <a:pt x="1359" y="2057"/>
                    </a:cubicBezTo>
                    <a:cubicBezTo>
                      <a:pt x="1420" y="2071"/>
                      <a:pt x="1495" y="2065"/>
                      <a:pt x="1548" y="2050"/>
                    </a:cubicBezTo>
                    <a:cubicBezTo>
                      <a:pt x="1559" y="2047"/>
                      <a:pt x="1570" y="2048"/>
                      <a:pt x="1581" y="2054"/>
                    </a:cubicBezTo>
                    <a:cubicBezTo>
                      <a:pt x="1644" y="2087"/>
                      <a:pt x="1838" y="2140"/>
                      <a:pt x="1895" y="2105"/>
                    </a:cubicBezTo>
                    <a:cubicBezTo>
                      <a:pt x="1894" y="2104"/>
                      <a:pt x="1894" y="1612"/>
                      <a:pt x="1894" y="1388"/>
                    </a:cubicBezTo>
                    <a:moveTo>
                      <a:pt x="818" y="2218"/>
                    </a:moveTo>
                    <a:cubicBezTo>
                      <a:pt x="648" y="2238"/>
                      <a:pt x="570" y="2305"/>
                      <a:pt x="516" y="2343"/>
                    </a:cubicBezTo>
                    <a:cubicBezTo>
                      <a:pt x="454" y="2387"/>
                      <a:pt x="382" y="2408"/>
                      <a:pt x="338" y="2342"/>
                    </a:cubicBezTo>
                    <a:cubicBezTo>
                      <a:pt x="282" y="2258"/>
                      <a:pt x="288" y="2207"/>
                      <a:pt x="306" y="2178"/>
                    </a:cubicBezTo>
                    <a:cubicBezTo>
                      <a:pt x="311" y="2169"/>
                      <a:pt x="321" y="2163"/>
                      <a:pt x="332" y="2162"/>
                    </a:cubicBezTo>
                    <a:cubicBezTo>
                      <a:pt x="355" y="2160"/>
                      <a:pt x="380" y="2153"/>
                      <a:pt x="409" y="2144"/>
                    </a:cubicBezTo>
                    <a:cubicBezTo>
                      <a:pt x="431" y="2137"/>
                      <a:pt x="568" y="2087"/>
                      <a:pt x="567" y="2059"/>
                    </a:cubicBezTo>
                    <a:cubicBezTo>
                      <a:pt x="565" y="2052"/>
                      <a:pt x="506" y="2077"/>
                      <a:pt x="499" y="2080"/>
                    </a:cubicBezTo>
                    <a:cubicBezTo>
                      <a:pt x="458" y="2098"/>
                      <a:pt x="402" y="2109"/>
                      <a:pt x="350" y="2115"/>
                    </a:cubicBezTo>
                    <a:cubicBezTo>
                      <a:pt x="325" y="2118"/>
                      <a:pt x="299" y="2111"/>
                      <a:pt x="280" y="2095"/>
                    </a:cubicBezTo>
                    <a:cubicBezTo>
                      <a:pt x="189" y="2021"/>
                      <a:pt x="171" y="1887"/>
                      <a:pt x="171" y="1887"/>
                    </a:cubicBezTo>
                    <a:cubicBezTo>
                      <a:pt x="169" y="1851"/>
                      <a:pt x="212" y="1840"/>
                      <a:pt x="242" y="1837"/>
                    </a:cubicBezTo>
                    <a:cubicBezTo>
                      <a:pt x="247" y="1836"/>
                      <a:pt x="249" y="1826"/>
                      <a:pt x="243" y="1826"/>
                    </a:cubicBezTo>
                    <a:cubicBezTo>
                      <a:pt x="117" y="1822"/>
                      <a:pt x="106" y="1631"/>
                      <a:pt x="106" y="1631"/>
                    </a:cubicBezTo>
                    <a:cubicBezTo>
                      <a:pt x="61" y="1270"/>
                      <a:pt x="123" y="1285"/>
                      <a:pt x="123" y="1285"/>
                    </a:cubicBezTo>
                    <a:cubicBezTo>
                      <a:pt x="184" y="1304"/>
                      <a:pt x="268" y="1328"/>
                      <a:pt x="273" y="1312"/>
                    </a:cubicBezTo>
                    <a:cubicBezTo>
                      <a:pt x="277" y="1297"/>
                      <a:pt x="147" y="1274"/>
                      <a:pt x="123" y="1234"/>
                    </a:cubicBezTo>
                    <a:cubicBezTo>
                      <a:pt x="94" y="1185"/>
                      <a:pt x="81" y="987"/>
                      <a:pt x="89" y="864"/>
                    </a:cubicBezTo>
                    <a:cubicBezTo>
                      <a:pt x="92" y="828"/>
                      <a:pt x="99" y="802"/>
                      <a:pt x="109" y="784"/>
                    </a:cubicBezTo>
                    <a:cubicBezTo>
                      <a:pt x="117" y="768"/>
                      <a:pt x="134" y="759"/>
                      <a:pt x="152" y="762"/>
                    </a:cubicBezTo>
                    <a:cubicBezTo>
                      <a:pt x="187" y="768"/>
                      <a:pt x="230" y="781"/>
                      <a:pt x="260" y="797"/>
                    </a:cubicBezTo>
                    <a:cubicBezTo>
                      <a:pt x="306" y="819"/>
                      <a:pt x="347" y="869"/>
                      <a:pt x="392" y="918"/>
                    </a:cubicBezTo>
                    <a:cubicBezTo>
                      <a:pt x="403" y="931"/>
                      <a:pt x="405" y="950"/>
                      <a:pt x="395" y="965"/>
                    </a:cubicBezTo>
                    <a:cubicBezTo>
                      <a:pt x="365" y="1012"/>
                      <a:pt x="351" y="1072"/>
                      <a:pt x="347" y="1131"/>
                    </a:cubicBezTo>
                    <a:cubicBezTo>
                      <a:pt x="335" y="1326"/>
                      <a:pt x="397" y="1499"/>
                      <a:pt x="554" y="1627"/>
                    </a:cubicBezTo>
                    <a:cubicBezTo>
                      <a:pt x="562" y="1634"/>
                      <a:pt x="565" y="1645"/>
                      <a:pt x="557" y="1651"/>
                    </a:cubicBezTo>
                    <a:cubicBezTo>
                      <a:pt x="512" y="1684"/>
                      <a:pt x="456" y="1715"/>
                      <a:pt x="373" y="1725"/>
                    </a:cubicBezTo>
                    <a:cubicBezTo>
                      <a:pt x="360" y="1727"/>
                      <a:pt x="347" y="1724"/>
                      <a:pt x="336" y="1717"/>
                    </a:cubicBezTo>
                    <a:cubicBezTo>
                      <a:pt x="321" y="1709"/>
                      <a:pt x="302" y="1699"/>
                      <a:pt x="286" y="1694"/>
                    </a:cubicBezTo>
                    <a:cubicBezTo>
                      <a:pt x="283" y="1693"/>
                      <a:pt x="281" y="1696"/>
                      <a:pt x="282" y="1698"/>
                    </a:cubicBezTo>
                    <a:cubicBezTo>
                      <a:pt x="291" y="1709"/>
                      <a:pt x="302" y="1720"/>
                      <a:pt x="313" y="1730"/>
                    </a:cubicBezTo>
                    <a:cubicBezTo>
                      <a:pt x="321" y="1737"/>
                      <a:pt x="321" y="1748"/>
                      <a:pt x="314" y="1756"/>
                    </a:cubicBezTo>
                    <a:cubicBezTo>
                      <a:pt x="304" y="1766"/>
                      <a:pt x="294" y="1777"/>
                      <a:pt x="286" y="1789"/>
                    </a:cubicBezTo>
                    <a:cubicBezTo>
                      <a:pt x="283" y="1793"/>
                      <a:pt x="288" y="1799"/>
                      <a:pt x="293" y="1796"/>
                    </a:cubicBezTo>
                    <a:cubicBezTo>
                      <a:pt x="309" y="1788"/>
                      <a:pt x="327" y="1776"/>
                      <a:pt x="341" y="1765"/>
                    </a:cubicBezTo>
                    <a:cubicBezTo>
                      <a:pt x="349" y="1758"/>
                      <a:pt x="360" y="1754"/>
                      <a:pt x="370" y="1752"/>
                    </a:cubicBezTo>
                    <a:cubicBezTo>
                      <a:pt x="490" y="1739"/>
                      <a:pt x="566" y="1704"/>
                      <a:pt x="599" y="1678"/>
                    </a:cubicBezTo>
                    <a:cubicBezTo>
                      <a:pt x="604" y="1673"/>
                      <a:pt x="612" y="1673"/>
                      <a:pt x="618" y="1677"/>
                    </a:cubicBezTo>
                    <a:cubicBezTo>
                      <a:pt x="670" y="1714"/>
                      <a:pt x="701" y="1727"/>
                      <a:pt x="715" y="1735"/>
                    </a:cubicBezTo>
                    <a:cubicBezTo>
                      <a:pt x="767" y="1769"/>
                      <a:pt x="804" y="1802"/>
                      <a:pt x="823" y="1852"/>
                    </a:cubicBezTo>
                    <a:cubicBezTo>
                      <a:pt x="825" y="1859"/>
                      <a:pt x="826" y="1866"/>
                      <a:pt x="824" y="1873"/>
                    </a:cubicBezTo>
                    <a:cubicBezTo>
                      <a:pt x="802" y="1971"/>
                      <a:pt x="818" y="2076"/>
                      <a:pt x="848" y="2172"/>
                    </a:cubicBezTo>
                    <a:cubicBezTo>
                      <a:pt x="855" y="2193"/>
                      <a:pt x="841" y="2216"/>
                      <a:pt x="818" y="2218"/>
                    </a:cubicBezTo>
                    <a:moveTo>
                      <a:pt x="837" y="1784"/>
                    </a:moveTo>
                    <a:cubicBezTo>
                      <a:pt x="792" y="1715"/>
                      <a:pt x="740" y="1696"/>
                      <a:pt x="668" y="1647"/>
                    </a:cubicBezTo>
                    <a:cubicBezTo>
                      <a:pt x="462" y="1506"/>
                      <a:pt x="324" y="1253"/>
                      <a:pt x="436" y="1016"/>
                    </a:cubicBezTo>
                    <a:cubicBezTo>
                      <a:pt x="446" y="996"/>
                      <a:pt x="456" y="984"/>
                      <a:pt x="473" y="998"/>
                    </a:cubicBezTo>
                    <a:cubicBezTo>
                      <a:pt x="546" y="1055"/>
                      <a:pt x="766" y="1163"/>
                      <a:pt x="856" y="1203"/>
                    </a:cubicBezTo>
                    <a:cubicBezTo>
                      <a:pt x="868" y="1208"/>
                      <a:pt x="878" y="1218"/>
                      <a:pt x="882" y="1231"/>
                    </a:cubicBezTo>
                    <a:cubicBezTo>
                      <a:pt x="948" y="1411"/>
                      <a:pt x="937" y="1607"/>
                      <a:pt x="864" y="1783"/>
                    </a:cubicBezTo>
                    <a:cubicBezTo>
                      <a:pt x="859" y="1794"/>
                      <a:pt x="843" y="1795"/>
                      <a:pt x="837" y="1784"/>
                    </a:cubicBezTo>
                    <a:moveTo>
                      <a:pt x="1839" y="2048"/>
                    </a:moveTo>
                    <a:cubicBezTo>
                      <a:pt x="1835" y="2058"/>
                      <a:pt x="1825" y="2064"/>
                      <a:pt x="1814" y="2062"/>
                    </a:cubicBezTo>
                    <a:cubicBezTo>
                      <a:pt x="1792" y="2058"/>
                      <a:pt x="1764" y="2048"/>
                      <a:pt x="1737" y="2044"/>
                    </a:cubicBezTo>
                    <a:cubicBezTo>
                      <a:pt x="1698" y="2038"/>
                      <a:pt x="1661" y="2041"/>
                      <a:pt x="1634" y="2032"/>
                    </a:cubicBezTo>
                    <a:cubicBezTo>
                      <a:pt x="1601" y="2021"/>
                      <a:pt x="1580" y="1987"/>
                      <a:pt x="1582" y="1952"/>
                    </a:cubicBezTo>
                    <a:cubicBezTo>
                      <a:pt x="1588" y="1882"/>
                      <a:pt x="1569" y="1822"/>
                      <a:pt x="1564" y="1752"/>
                    </a:cubicBezTo>
                    <a:cubicBezTo>
                      <a:pt x="1561" y="1709"/>
                      <a:pt x="1565" y="1548"/>
                      <a:pt x="1557" y="1503"/>
                    </a:cubicBezTo>
                    <a:cubicBezTo>
                      <a:pt x="1532" y="1503"/>
                      <a:pt x="1527" y="1652"/>
                      <a:pt x="1530" y="1731"/>
                    </a:cubicBezTo>
                    <a:cubicBezTo>
                      <a:pt x="1531" y="1776"/>
                      <a:pt x="1548" y="1861"/>
                      <a:pt x="1535" y="1957"/>
                    </a:cubicBezTo>
                    <a:cubicBezTo>
                      <a:pt x="1533" y="1971"/>
                      <a:pt x="1525" y="1984"/>
                      <a:pt x="1513" y="1990"/>
                    </a:cubicBezTo>
                    <a:cubicBezTo>
                      <a:pt x="1467" y="2016"/>
                      <a:pt x="1398" y="2022"/>
                      <a:pt x="1353" y="2009"/>
                    </a:cubicBezTo>
                    <a:cubicBezTo>
                      <a:pt x="1337" y="2005"/>
                      <a:pt x="1323" y="1993"/>
                      <a:pt x="1316" y="1978"/>
                    </a:cubicBezTo>
                    <a:cubicBezTo>
                      <a:pt x="1203" y="1767"/>
                      <a:pt x="1255" y="1615"/>
                      <a:pt x="1158" y="1492"/>
                    </a:cubicBezTo>
                    <a:cubicBezTo>
                      <a:pt x="1154" y="1486"/>
                      <a:pt x="1090" y="1430"/>
                      <a:pt x="1084" y="1435"/>
                    </a:cubicBezTo>
                    <a:cubicBezTo>
                      <a:pt x="1079" y="1439"/>
                      <a:pt x="1133" y="1503"/>
                      <a:pt x="1138" y="1508"/>
                    </a:cubicBezTo>
                    <a:cubicBezTo>
                      <a:pt x="1226" y="1613"/>
                      <a:pt x="1183" y="1748"/>
                      <a:pt x="1273" y="1970"/>
                    </a:cubicBezTo>
                    <a:cubicBezTo>
                      <a:pt x="1282" y="1990"/>
                      <a:pt x="1279" y="2013"/>
                      <a:pt x="1265" y="2031"/>
                    </a:cubicBezTo>
                    <a:cubicBezTo>
                      <a:pt x="1213" y="2097"/>
                      <a:pt x="1108" y="2190"/>
                      <a:pt x="961" y="2209"/>
                    </a:cubicBezTo>
                    <a:cubicBezTo>
                      <a:pt x="946" y="2211"/>
                      <a:pt x="931" y="2202"/>
                      <a:pt x="924" y="2188"/>
                    </a:cubicBezTo>
                    <a:cubicBezTo>
                      <a:pt x="887" y="2109"/>
                      <a:pt x="859" y="2007"/>
                      <a:pt x="862" y="1919"/>
                    </a:cubicBezTo>
                    <a:cubicBezTo>
                      <a:pt x="863" y="1892"/>
                      <a:pt x="870" y="1866"/>
                      <a:pt x="882" y="1843"/>
                    </a:cubicBezTo>
                    <a:cubicBezTo>
                      <a:pt x="900" y="1807"/>
                      <a:pt x="919" y="1760"/>
                      <a:pt x="934" y="1708"/>
                    </a:cubicBezTo>
                    <a:cubicBezTo>
                      <a:pt x="976" y="1565"/>
                      <a:pt x="980" y="1417"/>
                      <a:pt x="940" y="1275"/>
                    </a:cubicBezTo>
                    <a:cubicBezTo>
                      <a:pt x="937" y="1265"/>
                      <a:pt x="949" y="1256"/>
                      <a:pt x="957" y="1262"/>
                    </a:cubicBezTo>
                    <a:cubicBezTo>
                      <a:pt x="1055" y="1323"/>
                      <a:pt x="1137" y="1250"/>
                      <a:pt x="1227" y="1297"/>
                    </a:cubicBezTo>
                    <a:cubicBezTo>
                      <a:pt x="1279" y="1324"/>
                      <a:pt x="1327" y="1360"/>
                      <a:pt x="1405" y="1390"/>
                    </a:cubicBezTo>
                    <a:cubicBezTo>
                      <a:pt x="1485" y="1420"/>
                      <a:pt x="1501" y="1410"/>
                      <a:pt x="1568" y="1437"/>
                    </a:cubicBezTo>
                    <a:cubicBezTo>
                      <a:pt x="1612" y="1455"/>
                      <a:pt x="1712" y="1549"/>
                      <a:pt x="1708" y="1535"/>
                    </a:cubicBezTo>
                    <a:cubicBezTo>
                      <a:pt x="1695" y="1489"/>
                      <a:pt x="1649" y="1440"/>
                      <a:pt x="1632" y="1429"/>
                    </a:cubicBezTo>
                    <a:cubicBezTo>
                      <a:pt x="1564" y="1382"/>
                      <a:pt x="1497" y="1374"/>
                      <a:pt x="1470" y="1365"/>
                    </a:cubicBezTo>
                    <a:cubicBezTo>
                      <a:pt x="1356" y="1334"/>
                      <a:pt x="1269" y="1255"/>
                      <a:pt x="1215" y="1239"/>
                    </a:cubicBezTo>
                    <a:cubicBezTo>
                      <a:pt x="1132" y="1213"/>
                      <a:pt x="1066" y="1260"/>
                      <a:pt x="1003" y="1230"/>
                    </a:cubicBezTo>
                    <a:cubicBezTo>
                      <a:pt x="981" y="1219"/>
                      <a:pt x="964" y="1201"/>
                      <a:pt x="938" y="1184"/>
                    </a:cubicBezTo>
                    <a:cubicBezTo>
                      <a:pt x="914" y="1169"/>
                      <a:pt x="917" y="1172"/>
                      <a:pt x="801" y="1114"/>
                    </a:cubicBezTo>
                    <a:cubicBezTo>
                      <a:pt x="730" y="1078"/>
                      <a:pt x="578" y="992"/>
                      <a:pt x="516" y="943"/>
                    </a:cubicBezTo>
                    <a:cubicBezTo>
                      <a:pt x="400" y="853"/>
                      <a:pt x="339" y="737"/>
                      <a:pt x="176" y="707"/>
                    </a:cubicBezTo>
                    <a:cubicBezTo>
                      <a:pt x="156" y="703"/>
                      <a:pt x="139" y="689"/>
                      <a:pt x="131" y="670"/>
                    </a:cubicBezTo>
                    <a:cubicBezTo>
                      <a:pt x="104" y="600"/>
                      <a:pt x="86" y="486"/>
                      <a:pt x="108" y="315"/>
                    </a:cubicBezTo>
                    <a:cubicBezTo>
                      <a:pt x="127" y="166"/>
                      <a:pt x="151" y="75"/>
                      <a:pt x="152" y="75"/>
                    </a:cubicBezTo>
                    <a:cubicBezTo>
                      <a:pt x="152" y="75"/>
                      <a:pt x="169" y="31"/>
                      <a:pt x="190" y="75"/>
                    </a:cubicBezTo>
                    <a:cubicBezTo>
                      <a:pt x="210" y="118"/>
                      <a:pt x="257" y="240"/>
                      <a:pt x="439" y="369"/>
                    </a:cubicBezTo>
                    <a:cubicBezTo>
                      <a:pt x="621" y="498"/>
                      <a:pt x="732" y="549"/>
                      <a:pt x="799" y="674"/>
                    </a:cubicBezTo>
                    <a:cubicBezTo>
                      <a:pt x="865" y="799"/>
                      <a:pt x="969" y="860"/>
                      <a:pt x="1024" y="877"/>
                    </a:cubicBezTo>
                    <a:cubicBezTo>
                      <a:pt x="1079" y="893"/>
                      <a:pt x="1261" y="939"/>
                      <a:pt x="1373" y="1057"/>
                    </a:cubicBezTo>
                    <a:cubicBezTo>
                      <a:pt x="1452" y="1142"/>
                      <a:pt x="1632" y="1171"/>
                      <a:pt x="1753" y="1232"/>
                    </a:cubicBezTo>
                    <a:cubicBezTo>
                      <a:pt x="1818" y="1265"/>
                      <a:pt x="1860" y="1332"/>
                      <a:pt x="1862" y="1405"/>
                    </a:cubicBezTo>
                    <a:cubicBezTo>
                      <a:pt x="1867" y="1593"/>
                      <a:pt x="1873" y="1961"/>
                      <a:pt x="1839" y="20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4"/>
              <p:cNvSpPr/>
              <p:nvPr/>
            </p:nvSpPr>
            <p:spPr>
              <a:xfrm>
                <a:off x="727016" y="1124099"/>
                <a:ext cx="981934" cy="1465533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2588" extrusionOk="0">
                    <a:moveTo>
                      <a:pt x="1732" y="402"/>
                    </a:moveTo>
                    <a:cubicBezTo>
                      <a:pt x="1723" y="347"/>
                      <a:pt x="1702" y="273"/>
                      <a:pt x="1701" y="272"/>
                    </a:cubicBezTo>
                    <a:cubicBezTo>
                      <a:pt x="1711" y="311"/>
                      <a:pt x="1712" y="369"/>
                      <a:pt x="1710" y="446"/>
                    </a:cubicBezTo>
                    <a:cubicBezTo>
                      <a:pt x="1643" y="438"/>
                      <a:pt x="1559" y="493"/>
                      <a:pt x="1559" y="493"/>
                    </a:cubicBezTo>
                    <a:cubicBezTo>
                      <a:pt x="1555" y="392"/>
                      <a:pt x="1460" y="316"/>
                      <a:pt x="1431" y="294"/>
                    </a:cubicBezTo>
                    <a:cubicBezTo>
                      <a:pt x="1424" y="289"/>
                      <a:pt x="1420" y="283"/>
                      <a:pt x="1418" y="276"/>
                    </a:cubicBezTo>
                    <a:cubicBezTo>
                      <a:pt x="1399" y="217"/>
                      <a:pt x="1399" y="132"/>
                      <a:pt x="1367" y="138"/>
                    </a:cubicBezTo>
                    <a:cubicBezTo>
                      <a:pt x="1349" y="142"/>
                      <a:pt x="1364" y="183"/>
                      <a:pt x="1369" y="223"/>
                    </a:cubicBezTo>
                    <a:cubicBezTo>
                      <a:pt x="1372" y="248"/>
                      <a:pt x="1370" y="272"/>
                      <a:pt x="1368" y="285"/>
                    </a:cubicBezTo>
                    <a:cubicBezTo>
                      <a:pt x="1367" y="290"/>
                      <a:pt x="1365" y="295"/>
                      <a:pt x="1361" y="299"/>
                    </a:cubicBezTo>
                    <a:cubicBezTo>
                      <a:pt x="1316" y="340"/>
                      <a:pt x="1283" y="409"/>
                      <a:pt x="1270" y="441"/>
                    </a:cubicBezTo>
                    <a:cubicBezTo>
                      <a:pt x="1266" y="449"/>
                      <a:pt x="1256" y="452"/>
                      <a:pt x="1248" y="447"/>
                    </a:cubicBezTo>
                    <a:cubicBezTo>
                      <a:pt x="1160" y="386"/>
                      <a:pt x="1052" y="368"/>
                      <a:pt x="1046" y="398"/>
                    </a:cubicBezTo>
                    <a:cubicBezTo>
                      <a:pt x="1043" y="414"/>
                      <a:pt x="1118" y="431"/>
                      <a:pt x="1173" y="465"/>
                    </a:cubicBezTo>
                    <a:cubicBezTo>
                      <a:pt x="1221" y="495"/>
                      <a:pt x="1249" y="542"/>
                      <a:pt x="1249" y="542"/>
                    </a:cubicBezTo>
                    <a:cubicBezTo>
                      <a:pt x="1256" y="618"/>
                      <a:pt x="1172" y="776"/>
                      <a:pt x="1138" y="837"/>
                    </a:cubicBezTo>
                    <a:cubicBezTo>
                      <a:pt x="1130" y="851"/>
                      <a:pt x="1115" y="861"/>
                      <a:pt x="1098" y="862"/>
                    </a:cubicBezTo>
                    <a:cubicBezTo>
                      <a:pt x="1018" y="866"/>
                      <a:pt x="904" y="882"/>
                      <a:pt x="864" y="888"/>
                    </a:cubicBezTo>
                    <a:cubicBezTo>
                      <a:pt x="856" y="889"/>
                      <a:pt x="847" y="886"/>
                      <a:pt x="841" y="879"/>
                    </a:cubicBezTo>
                    <a:cubicBezTo>
                      <a:pt x="729" y="753"/>
                      <a:pt x="575" y="658"/>
                      <a:pt x="562" y="696"/>
                    </a:cubicBezTo>
                    <a:cubicBezTo>
                      <a:pt x="556" y="716"/>
                      <a:pt x="649" y="771"/>
                      <a:pt x="720" y="837"/>
                    </a:cubicBezTo>
                    <a:cubicBezTo>
                      <a:pt x="771" y="883"/>
                      <a:pt x="810" y="935"/>
                      <a:pt x="828" y="962"/>
                    </a:cubicBezTo>
                    <a:cubicBezTo>
                      <a:pt x="835" y="971"/>
                      <a:pt x="847" y="975"/>
                      <a:pt x="858" y="972"/>
                    </a:cubicBezTo>
                    <a:cubicBezTo>
                      <a:pt x="953" y="940"/>
                      <a:pt x="1110" y="932"/>
                      <a:pt x="1125" y="932"/>
                    </a:cubicBezTo>
                    <a:cubicBezTo>
                      <a:pt x="1140" y="932"/>
                      <a:pt x="1185" y="1007"/>
                      <a:pt x="1195" y="1172"/>
                    </a:cubicBezTo>
                    <a:cubicBezTo>
                      <a:pt x="1206" y="1338"/>
                      <a:pt x="1114" y="1452"/>
                      <a:pt x="1098" y="1518"/>
                    </a:cubicBezTo>
                    <a:cubicBezTo>
                      <a:pt x="1081" y="1583"/>
                      <a:pt x="975" y="1524"/>
                      <a:pt x="921" y="1464"/>
                    </a:cubicBezTo>
                    <a:cubicBezTo>
                      <a:pt x="868" y="1403"/>
                      <a:pt x="724" y="1242"/>
                      <a:pt x="624" y="1188"/>
                    </a:cubicBezTo>
                    <a:cubicBezTo>
                      <a:pt x="524" y="1133"/>
                      <a:pt x="364" y="992"/>
                      <a:pt x="278" y="895"/>
                    </a:cubicBezTo>
                    <a:cubicBezTo>
                      <a:pt x="217" y="827"/>
                      <a:pt x="207" y="797"/>
                      <a:pt x="211" y="761"/>
                    </a:cubicBezTo>
                    <a:cubicBezTo>
                      <a:pt x="235" y="675"/>
                      <a:pt x="289" y="555"/>
                      <a:pt x="323" y="497"/>
                    </a:cubicBezTo>
                    <a:cubicBezTo>
                      <a:pt x="332" y="483"/>
                      <a:pt x="346" y="472"/>
                      <a:pt x="362" y="468"/>
                    </a:cubicBezTo>
                    <a:cubicBezTo>
                      <a:pt x="370" y="467"/>
                      <a:pt x="381" y="465"/>
                      <a:pt x="393" y="466"/>
                    </a:cubicBezTo>
                    <a:cubicBezTo>
                      <a:pt x="439" y="469"/>
                      <a:pt x="545" y="423"/>
                      <a:pt x="606" y="369"/>
                    </a:cubicBezTo>
                    <a:cubicBezTo>
                      <a:pt x="648" y="333"/>
                      <a:pt x="677" y="308"/>
                      <a:pt x="709" y="291"/>
                    </a:cubicBezTo>
                    <a:cubicBezTo>
                      <a:pt x="712" y="290"/>
                      <a:pt x="717" y="291"/>
                      <a:pt x="719" y="293"/>
                    </a:cubicBezTo>
                    <a:cubicBezTo>
                      <a:pt x="725" y="300"/>
                      <a:pt x="735" y="316"/>
                      <a:pt x="739" y="344"/>
                    </a:cubicBezTo>
                    <a:cubicBezTo>
                      <a:pt x="774" y="559"/>
                      <a:pt x="884" y="644"/>
                      <a:pt x="904" y="625"/>
                    </a:cubicBezTo>
                    <a:cubicBezTo>
                      <a:pt x="923" y="605"/>
                      <a:pt x="834" y="492"/>
                      <a:pt x="810" y="429"/>
                    </a:cubicBezTo>
                    <a:cubicBezTo>
                      <a:pt x="781" y="354"/>
                      <a:pt x="757" y="274"/>
                      <a:pt x="795" y="229"/>
                    </a:cubicBezTo>
                    <a:cubicBezTo>
                      <a:pt x="825" y="202"/>
                      <a:pt x="874" y="168"/>
                      <a:pt x="949" y="148"/>
                    </a:cubicBezTo>
                    <a:cubicBezTo>
                      <a:pt x="1091" y="111"/>
                      <a:pt x="1143" y="92"/>
                      <a:pt x="1143" y="78"/>
                    </a:cubicBezTo>
                    <a:cubicBezTo>
                      <a:pt x="1143" y="64"/>
                      <a:pt x="1075" y="56"/>
                      <a:pt x="954" y="96"/>
                    </a:cubicBezTo>
                    <a:cubicBezTo>
                      <a:pt x="833" y="137"/>
                      <a:pt x="704" y="229"/>
                      <a:pt x="701" y="229"/>
                    </a:cubicBezTo>
                    <a:cubicBezTo>
                      <a:pt x="699" y="229"/>
                      <a:pt x="523" y="359"/>
                      <a:pt x="432" y="377"/>
                    </a:cubicBezTo>
                    <a:cubicBezTo>
                      <a:pt x="414" y="380"/>
                      <a:pt x="400" y="363"/>
                      <a:pt x="406" y="346"/>
                    </a:cubicBezTo>
                    <a:cubicBezTo>
                      <a:pt x="455" y="214"/>
                      <a:pt x="683" y="8"/>
                      <a:pt x="691" y="0"/>
                    </a:cubicBezTo>
                    <a:cubicBezTo>
                      <a:pt x="570" y="66"/>
                      <a:pt x="463" y="158"/>
                      <a:pt x="382" y="270"/>
                    </a:cubicBezTo>
                    <a:cubicBezTo>
                      <a:pt x="352" y="310"/>
                      <a:pt x="325" y="361"/>
                      <a:pt x="342" y="408"/>
                    </a:cubicBezTo>
                    <a:cubicBezTo>
                      <a:pt x="342" y="408"/>
                      <a:pt x="272" y="409"/>
                      <a:pt x="194" y="607"/>
                    </a:cubicBezTo>
                    <a:cubicBezTo>
                      <a:pt x="115" y="804"/>
                      <a:pt x="148" y="850"/>
                      <a:pt x="148" y="850"/>
                    </a:cubicBezTo>
                    <a:cubicBezTo>
                      <a:pt x="148" y="850"/>
                      <a:pt x="109" y="844"/>
                      <a:pt x="76" y="903"/>
                    </a:cubicBezTo>
                    <a:cubicBezTo>
                      <a:pt x="42" y="964"/>
                      <a:pt x="0" y="1107"/>
                      <a:pt x="12" y="1179"/>
                    </a:cubicBezTo>
                    <a:lnTo>
                      <a:pt x="12" y="1179"/>
                    </a:lnTo>
                    <a:cubicBezTo>
                      <a:pt x="13" y="1186"/>
                      <a:pt x="15" y="1193"/>
                      <a:pt x="17" y="1199"/>
                    </a:cubicBezTo>
                    <a:cubicBezTo>
                      <a:pt x="17" y="1199"/>
                      <a:pt x="82" y="1403"/>
                      <a:pt x="273" y="1534"/>
                    </a:cubicBezTo>
                    <a:cubicBezTo>
                      <a:pt x="463" y="1665"/>
                      <a:pt x="563" y="1725"/>
                      <a:pt x="668" y="1870"/>
                    </a:cubicBezTo>
                    <a:cubicBezTo>
                      <a:pt x="773" y="2014"/>
                      <a:pt x="839" y="2034"/>
                      <a:pt x="970" y="2080"/>
                    </a:cubicBezTo>
                    <a:cubicBezTo>
                      <a:pt x="1102" y="2125"/>
                      <a:pt x="1175" y="2185"/>
                      <a:pt x="1227" y="2237"/>
                    </a:cubicBezTo>
                    <a:cubicBezTo>
                      <a:pt x="1279" y="2290"/>
                      <a:pt x="1477" y="2368"/>
                      <a:pt x="1556" y="2395"/>
                    </a:cubicBezTo>
                    <a:cubicBezTo>
                      <a:pt x="1635" y="2421"/>
                      <a:pt x="1705" y="2459"/>
                      <a:pt x="1733" y="2587"/>
                    </a:cubicBezTo>
                    <a:cubicBezTo>
                      <a:pt x="1732" y="2165"/>
                      <a:pt x="1732" y="402"/>
                      <a:pt x="1732" y="402"/>
                    </a:cubicBezTo>
                    <a:moveTo>
                      <a:pt x="1559" y="2291"/>
                    </a:moveTo>
                    <a:cubicBezTo>
                      <a:pt x="1485" y="2252"/>
                      <a:pt x="1323" y="2194"/>
                      <a:pt x="1261" y="2127"/>
                    </a:cubicBezTo>
                    <a:cubicBezTo>
                      <a:pt x="1222" y="2086"/>
                      <a:pt x="1177" y="2059"/>
                      <a:pt x="1149" y="2045"/>
                    </a:cubicBezTo>
                    <a:cubicBezTo>
                      <a:pt x="1136" y="2038"/>
                      <a:pt x="1122" y="2032"/>
                      <a:pt x="1108" y="2028"/>
                    </a:cubicBezTo>
                    <a:cubicBezTo>
                      <a:pt x="893" y="1970"/>
                      <a:pt x="750" y="1769"/>
                      <a:pt x="592" y="1630"/>
                    </a:cubicBezTo>
                    <a:cubicBezTo>
                      <a:pt x="431" y="1488"/>
                      <a:pt x="98" y="1357"/>
                      <a:pt x="95" y="1161"/>
                    </a:cubicBezTo>
                    <a:cubicBezTo>
                      <a:pt x="93" y="1063"/>
                      <a:pt x="120" y="994"/>
                      <a:pt x="147" y="949"/>
                    </a:cubicBezTo>
                    <a:cubicBezTo>
                      <a:pt x="157" y="932"/>
                      <a:pt x="180" y="930"/>
                      <a:pt x="192" y="945"/>
                    </a:cubicBezTo>
                    <a:cubicBezTo>
                      <a:pt x="268" y="1031"/>
                      <a:pt x="458" y="1196"/>
                      <a:pt x="522" y="1229"/>
                    </a:cubicBezTo>
                    <a:cubicBezTo>
                      <a:pt x="594" y="1265"/>
                      <a:pt x="653" y="1296"/>
                      <a:pt x="710" y="1371"/>
                    </a:cubicBezTo>
                    <a:cubicBezTo>
                      <a:pt x="767" y="1446"/>
                      <a:pt x="877" y="1550"/>
                      <a:pt x="946" y="1589"/>
                    </a:cubicBezTo>
                    <a:cubicBezTo>
                      <a:pt x="1015" y="1629"/>
                      <a:pt x="1094" y="1679"/>
                      <a:pt x="1156" y="1742"/>
                    </a:cubicBezTo>
                    <a:cubicBezTo>
                      <a:pt x="1217" y="1804"/>
                      <a:pt x="1342" y="1879"/>
                      <a:pt x="1364" y="1904"/>
                    </a:cubicBezTo>
                    <a:cubicBezTo>
                      <a:pt x="1386" y="1929"/>
                      <a:pt x="1325" y="2084"/>
                      <a:pt x="1351" y="2100"/>
                    </a:cubicBezTo>
                    <a:cubicBezTo>
                      <a:pt x="1377" y="2117"/>
                      <a:pt x="1426" y="1953"/>
                      <a:pt x="1426" y="1953"/>
                    </a:cubicBezTo>
                    <a:cubicBezTo>
                      <a:pt x="1502" y="2001"/>
                      <a:pt x="1565" y="2146"/>
                      <a:pt x="1598" y="2127"/>
                    </a:cubicBezTo>
                    <a:cubicBezTo>
                      <a:pt x="1631" y="2108"/>
                      <a:pt x="1535" y="1934"/>
                      <a:pt x="1395" y="1837"/>
                    </a:cubicBezTo>
                    <a:cubicBezTo>
                      <a:pt x="1283" y="1760"/>
                      <a:pt x="1204" y="1675"/>
                      <a:pt x="1177" y="1644"/>
                    </a:cubicBezTo>
                    <a:cubicBezTo>
                      <a:pt x="1170" y="1637"/>
                      <a:pt x="1167" y="1627"/>
                      <a:pt x="1169" y="1617"/>
                    </a:cubicBezTo>
                    <a:cubicBezTo>
                      <a:pt x="1173" y="1592"/>
                      <a:pt x="1182" y="1537"/>
                      <a:pt x="1196" y="1495"/>
                    </a:cubicBezTo>
                    <a:cubicBezTo>
                      <a:pt x="1215" y="1437"/>
                      <a:pt x="1259" y="1395"/>
                      <a:pt x="1276" y="1199"/>
                    </a:cubicBezTo>
                    <a:cubicBezTo>
                      <a:pt x="1288" y="1045"/>
                      <a:pt x="1231" y="937"/>
                      <a:pt x="1207" y="899"/>
                    </a:cubicBezTo>
                    <a:cubicBezTo>
                      <a:pt x="1200" y="889"/>
                      <a:pt x="1200" y="877"/>
                      <a:pt x="1206" y="867"/>
                    </a:cubicBezTo>
                    <a:cubicBezTo>
                      <a:pt x="1229" y="826"/>
                      <a:pt x="1287" y="713"/>
                      <a:pt x="1313" y="569"/>
                    </a:cubicBezTo>
                    <a:cubicBezTo>
                      <a:pt x="1338" y="433"/>
                      <a:pt x="1372" y="376"/>
                      <a:pt x="1389" y="356"/>
                    </a:cubicBezTo>
                    <a:cubicBezTo>
                      <a:pt x="1393" y="350"/>
                      <a:pt x="1401" y="349"/>
                      <a:pt x="1407" y="354"/>
                    </a:cubicBezTo>
                    <a:cubicBezTo>
                      <a:pt x="1507" y="441"/>
                      <a:pt x="1510" y="558"/>
                      <a:pt x="1510" y="558"/>
                    </a:cubicBezTo>
                    <a:cubicBezTo>
                      <a:pt x="1412" y="769"/>
                      <a:pt x="1392" y="897"/>
                      <a:pt x="1388" y="942"/>
                    </a:cubicBezTo>
                    <a:cubicBezTo>
                      <a:pt x="1387" y="955"/>
                      <a:pt x="1389" y="967"/>
                      <a:pt x="1393" y="978"/>
                    </a:cubicBezTo>
                    <a:cubicBezTo>
                      <a:pt x="1422" y="1051"/>
                      <a:pt x="1475" y="1117"/>
                      <a:pt x="1500" y="1146"/>
                    </a:cubicBezTo>
                    <a:cubicBezTo>
                      <a:pt x="1508" y="1155"/>
                      <a:pt x="1510" y="1168"/>
                      <a:pt x="1506" y="1180"/>
                    </a:cubicBezTo>
                    <a:cubicBezTo>
                      <a:pt x="1471" y="1278"/>
                      <a:pt x="1429" y="1398"/>
                      <a:pt x="1458" y="1407"/>
                    </a:cubicBezTo>
                    <a:cubicBezTo>
                      <a:pt x="1485" y="1415"/>
                      <a:pt x="1551" y="1251"/>
                      <a:pt x="1570" y="1202"/>
                    </a:cubicBezTo>
                    <a:cubicBezTo>
                      <a:pt x="1574" y="1193"/>
                      <a:pt x="1581" y="1186"/>
                      <a:pt x="1590" y="1183"/>
                    </a:cubicBezTo>
                    <a:cubicBezTo>
                      <a:pt x="1618" y="1174"/>
                      <a:pt x="1641" y="1165"/>
                      <a:pt x="1662" y="1157"/>
                    </a:cubicBezTo>
                    <a:cubicBezTo>
                      <a:pt x="1665" y="1156"/>
                      <a:pt x="1668" y="1157"/>
                      <a:pt x="1669" y="1160"/>
                    </a:cubicBezTo>
                    <a:cubicBezTo>
                      <a:pt x="1680" y="1197"/>
                      <a:pt x="1680" y="1433"/>
                      <a:pt x="1678" y="1673"/>
                    </a:cubicBezTo>
                    <a:cubicBezTo>
                      <a:pt x="1678" y="1679"/>
                      <a:pt x="1672" y="1682"/>
                      <a:pt x="1667" y="1679"/>
                    </a:cubicBezTo>
                    <a:cubicBezTo>
                      <a:pt x="1623" y="1644"/>
                      <a:pt x="1535" y="1555"/>
                      <a:pt x="1479" y="1542"/>
                    </a:cubicBezTo>
                    <a:cubicBezTo>
                      <a:pt x="1408" y="1526"/>
                      <a:pt x="1446" y="1563"/>
                      <a:pt x="1446" y="1563"/>
                    </a:cubicBezTo>
                    <a:cubicBezTo>
                      <a:pt x="1585" y="1635"/>
                      <a:pt x="1651" y="1743"/>
                      <a:pt x="1672" y="1783"/>
                    </a:cubicBezTo>
                    <a:cubicBezTo>
                      <a:pt x="1675" y="1789"/>
                      <a:pt x="1677" y="1796"/>
                      <a:pt x="1677" y="1802"/>
                    </a:cubicBezTo>
                    <a:cubicBezTo>
                      <a:pt x="1675" y="2002"/>
                      <a:pt x="1672" y="2179"/>
                      <a:pt x="1672" y="2214"/>
                    </a:cubicBezTo>
                    <a:cubicBezTo>
                      <a:pt x="1674" y="2301"/>
                      <a:pt x="1632" y="2329"/>
                      <a:pt x="1559" y="2291"/>
                    </a:cubicBezTo>
                    <a:moveTo>
                      <a:pt x="1675" y="931"/>
                    </a:moveTo>
                    <a:cubicBezTo>
                      <a:pt x="1676" y="971"/>
                      <a:pt x="1677" y="998"/>
                      <a:pt x="1680" y="1034"/>
                    </a:cubicBezTo>
                    <a:cubicBezTo>
                      <a:pt x="1680" y="1046"/>
                      <a:pt x="1677" y="1058"/>
                      <a:pt x="1669" y="1067"/>
                    </a:cubicBezTo>
                    <a:cubicBezTo>
                      <a:pt x="1628" y="1115"/>
                      <a:pt x="1578" y="1127"/>
                      <a:pt x="1563" y="1130"/>
                    </a:cubicBezTo>
                    <a:cubicBezTo>
                      <a:pt x="1560" y="1130"/>
                      <a:pt x="1557" y="1130"/>
                      <a:pt x="1555" y="1128"/>
                    </a:cubicBezTo>
                    <a:cubicBezTo>
                      <a:pt x="1508" y="1096"/>
                      <a:pt x="1469" y="1008"/>
                      <a:pt x="1455" y="972"/>
                    </a:cubicBezTo>
                    <a:cubicBezTo>
                      <a:pt x="1451" y="962"/>
                      <a:pt x="1449" y="950"/>
                      <a:pt x="1451" y="940"/>
                    </a:cubicBezTo>
                    <a:cubicBezTo>
                      <a:pt x="1488" y="706"/>
                      <a:pt x="1589" y="550"/>
                      <a:pt x="1589" y="550"/>
                    </a:cubicBezTo>
                    <a:cubicBezTo>
                      <a:pt x="1622" y="509"/>
                      <a:pt x="1675" y="492"/>
                      <a:pt x="1708" y="492"/>
                    </a:cubicBezTo>
                    <a:cubicBezTo>
                      <a:pt x="1701" y="668"/>
                      <a:pt x="1674" y="869"/>
                      <a:pt x="1675" y="9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4"/>
              <p:cNvSpPr/>
              <p:nvPr/>
            </p:nvSpPr>
            <p:spPr>
              <a:xfrm>
                <a:off x="876514" y="1065772"/>
                <a:ext cx="776940" cy="883397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560" extrusionOk="0">
                    <a:moveTo>
                      <a:pt x="779" y="1539"/>
                    </a:moveTo>
                    <a:cubicBezTo>
                      <a:pt x="772" y="1554"/>
                      <a:pt x="753" y="1559"/>
                      <a:pt x="739" y="1550"/>
                    </a:cubicBezTo>
                    <a:cubicBezTo>
                      <a:pt x="631" y="1477"/>
                      <a:pt x="526" y="1301"/>
                      <a:pt x="380" y="1221"/>
                    </a:cubicBezTo>
                    <a:cubicBezTo>
                      <a:pt x="313" y="1184"/>
                      <a:pt x="8" y="959"/>
                      <a:pt x="0" y="863"/>
                    </a:cubicBezTo>
                    <a:cubicBezTo>
                      <a:pt x="20" y="796"/>
                      <a:pt x="59" y="704"/>
                      <a:pt x="90" y="647"/>
                    </a:cubicBezTo>
                    <a:cubicBezTo>
                      <a:pt x="98" y="632"/>
                      <a:pt x="112" y="622"/>
                      <a:pt x="129" y="620"/>
                    </a:cubicBezTo>
                    <a:cubicBezTo>
                      <a:pt x="212" y="607"/>
                      <a:pt x="288" y="573"/>
                      <a:pt x="366" y="514"/>
                    </a:cubicBezTo>
                    <a:cubicBezTo>
                      <a:pt x="384" y="500"/>
                      <a:pt x="412" y="509"/>
                      <a:pt x="418" y="531"/>
                    </a:cubicBezTo>
                    <a:cubicBezTo>
                      <a:pt x="440" y="608"/>
                      <a:pt x="470" y="661"/>
                      <a:pt x="494" y="694"/>
                    </a:cubicBezTo>
                    <a:cubicBezTo>
                      <a:pt x="612" y="859"/>
                      <a:pt x="754" y="765"/>
                      <a:pt x="640" y="576"/>
                    </a:cubicBezTo>
                    <a:cubicBezTo>
                      <a:pt x="599" y="509"/>
                      <a:pt x="554" y="386"/>
                      <a:pt x="568" y="364"/>
                    </a:cubicBezTo>
                    <a:cubicBezTo>
                      <a:pt x="635" y="262"/>
                      <a:pt x="933" y="271"/>
                      <a:pt x="933" y="168"/>
                    </a:cubicBezTo>
                    <a:cubicBezTo>
                      <a:pt x="933" y="84"/>
                      <a:pt x="834" y="87"/>
                      <a:pt x="775" y="96"/>
                    </a:cubicBezTo>
                    <a:cubicBezTo>
                      <a:pt x="762" y="97"/>
                      <a:pt x="752" y="86"/>
                      <a:pt x="756" y="74"/>
                    </a:cubicBezTo>
                    <a:cubicBezTo>
                      <a:pt x="760" y="59"/>
                      <a:pt x="770" y="47"/>
                      <a:pt x="784" y="42"/>
                    </a:cubicBezTo>
                    <a:cubicBezTo>
                      <a:pt x="886" y="0"/>
                      <a:pt x="1171" y="85"/>
                      <a:pt x="1230" y="161"/>
                    </a:cubicBezTo>
                    <a:cubicBezTo>
                      <a:pt x="1237" y="174"/>
                      <a:pt x="1241" y="184"/>
                      <a:pt x="1242" y="192"/>
                    </a:cubicBezTo>
                    <a:cubicBezTo>
                      <a:pt x="1245" y="207"/>
                      <a:pt x="1256" y="219"/>
                      <a:pt x="1269" y="225"/>
                    </a:cubicBezTo>
                    <a:cubicBezTo>
                      <a:pt x="1290" y="234"/>
                      <a:pt x="1317" y="248"/>
                      <a:pt x="1325" y="268"/>
                    </a:cubicBezTo>
                    <a:cubicBezTo>
                      <a:pt x="1343" y="316"/>
                      <a:pt x="1366" y="387"/>
                      <a:pt x="1370" y="452"/>
                    </a:cubicBezTo>
                    <a:cubicBezTo>
                      <a:pt x="1371" y="465"/>
                      <a:pt x="1363" y="477"/>
                      <a:pt x="1350" y="481"/>
                    </a:cubicBezTo>
                    <a:cubicBezTo>
                      <a:pt x="1336" y="485"/>
                      <a:pt x="1323" y="479"/>
                      <a:pt x="1317" y="468"/>
                    </a:cubicBezTo>
                    <a:cubicBezTo>
                      <a:pt x="1299" y="433"/>
                      <a:pt x="1270" y="393"/>
                      <a:pt x="1223" y="354"/>
                    </a:cubicBezTo>
                    <a:cubicBezTo>
                      <a:pt x="1209" y="342"/>
                      <a:pt x="1200" y="325"/>
                      <a:pt x="1197" y="307"/>
                    </a:cubicBezTo>
                    <a:cubicBezTo>
                      <a:pt x="1184" y="243"/>
                      <a:pt x="1172" y="162"/>
                      <a:pt x="1096" y="162"/>
                    </a:cubicBezTo>
                    <a:cubicBezTo>
                      <a:pt x="997" y="162"/>
                      <a:pt x="1024" y="263"/>
                      <a:pt x="1029" y="330"/>
                    </a:cubicBezTo>
                    <a:cubicBezTo>
                      <a:pt x="1033" y="377"/>
                      <a:pt x="967" y="453"/>
                      <a:pt x="921" y="435"/>
                    </a:cubicBezTo>
                    <a:cubicBezTo>
                      <a:pt x="874" y="416"/>
                      <a:pt x="832" y="408"/>
                      <a:pt x="804" y="408"/>
                    </a:cubicBezTo>
                    <a:cubicBezTo>
                      <a:pt x="741" y="408"/>
                      <a:pt x="713" y="444"/>
                      <a:pt x="707" y="477"/>
                    </a:cubicBezTo>
                    <a:cubicBezTo>
                      <a:pt x="691" y="571"/>
                      <a:pt x="835" y="584"/>
                      <a:pt x="883" y="626"/>
                    </a:cubicBezTo>
                    <a:cubicBezTo>
                      <a:pt x="900" y="641"/>
                      <a:pt x="907" y="664"/>
                      <a:pt x="901" y="686"/>
                    </a:cubicBezTo>
                    <a:cubicBezTo>
                      <a:pt x="889" y="729"/>
                      <a:pt x="862" y="791"/>
                      <a:pt x="826" y="859"/>
                    </a:cubicBezTo>
                    <a:cubicBezTo>
                      <a:pt x="797" y="912"/>
                      <a:pt x="621" y="930"/>
                      <a:pt x="580" y="888"/>
                    </a:cubicBezTo>
                    <a:cubicBezTo>
                      <a:pt x="514" y="821"/>
                      <a:pt x="381" y="712"/>
                      <a:pt x="302" y="712"/>
                    </a:cubicBezTo>
                    <a:cubicBezTo>
                      <a:pt x="266" y="712"/>
                      <a:pt x="236" y="733"/>
                      <a:pt x="225" y="765"/>
                    </a:cubicBezTo>
                    <a:cubicBezTo>
                      <a:pt x="192" y="865"/>
                      <a:pt x="438" y="1001"/>
                      <a:pt x="499" y="1090"/>
                    </a:cubicBezTo>
                    <a:cubicBezTo>
                      <a:pt x="522" y="1122"/>
                      <a:pt x="564" y="1137"/>
                      <a:pt x="603" y="1124"/>
                    </a:cubicBezTo>
                    <a:cubicBezTo>
                      <a:pt x="657" y="1107"/>
                      <a:pt x="733" y="1098"/>
                      <a:pt x="784" y="1093"/>
                    </a:cubicBezTo>
                    <a:cubicBezTo>
                      <a:pt x="806" y="1091"/>
                      <a:pt x="826" y="1104"/>
                      <a:pt x="832" y="1126"/>
                    </a:cubicBezTo>
                    <a:cubicBezTo>
                      <a:pt x="841" y="1156"/>
                      <a:pt x="850" y="1202"/>
                      <a:pt x="854" y="1267"/>
                    </a:cubicBezTo>
                    <a:cubicBezTo>
                      <a:pt x="861" y="1383"/>
                      <a:pt x="810" y="1470"/>
                      <a:pt x="779" y="1539"/>
                    </a:cubicBezTo>
                    <a:moveTo>
                      <a:pt x="300" y="304"/>
                    </a:moveTo>
                    <a:cubicBezTo>
                      <a:pt x="358" y="236"/>
                      <a:pt x="423" y="174"/>
                      <a:pt x="454" y="146"/>
                    </a:cubicBezTo>
                    <a:cubicBezTo>
                      <a:pt x="510" y="95"/>
                      <a:pt x="600" y="76"/>
                      <a:pt x="675" y="101"/>
                    </a:cubicBezTo>
                    <a:cubicBezTo>
                      <a:pt x="684" y="104"/>
                      <a:pt x="684" y="117"/>
                      <a:pt x="675" y="119"/>
                    </a:cubicBezTo>
                    <a:cubicBezTo>
                      <a:pt x="573" y="151"/>
                      <a:pt x="426" y="243"/>
                      <a:pt x="312" y="318"/>
                    </a:cubicBezTo>
                    <a:cubicBezTo>
                      <a:pt x="302" y="324"/>
                      <a:pt x="292" y="312"/>
                      <a:pt x="300" y="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4"/>
              <p:cNvSpPr/>
              <p:nvPr/>
            </p:nvSpPr>
            <p:spPr>
              <a:xfrm>
                <a:off x="920684" y="1100881"/>
                <a:ext cx="710118" cy="738995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305" extrusionOk="0">
                    <a:moveTo>
                      <a:pt x="681" y="1286"/>
                    </a:moveTo>
                    <a:cubicBezTo>
                      <a:pt x="582" y="1212"/>
                      <a:pt x="569" y="1237"/>
                      <a:pt x="423" y="1157"/>
                    </a:cubicBezTo>
                    <a:cubicBezTo>
                      <a:pt x="392" y="1140"/>
                      <a:pt x="278" y="998"/>
                      <a:pt x="194" y="927"/>
                    </a:cubicBezTo>
                    <a:cubicBezTo>
                      <a:pt x="97" y="844"/>
                      <a:pt x="0" y="756"/>
                      <a:pt x="5" y="691"/>
                    </a:cubicBezTo>
                    <a:cubicBezTo>
                      <a:pt x="6" y="671"/>
                      <a:pt x="36" y="587"/>
                      <a:pt x="66" y="583"/>
                    </a:cubicBezTo>
                    <a:cubicBezTo>
                      <a:pt x="145" y="571"/>
                      <a:pt x="218" y="541"/>
                      <a:pt x="293" y="490"/>
                    </a:cubicBezTo>
                    <a:cubicBezTo>
                      <a:pt x="304" y="483"/>
                      <a:pt x="318" y="487"/>
                      <a:pt x="322" y="499"/>
                    </a:cubicBezTo>
                    <a:cubicBezTo>
                      <a:pt x="345" y="566"/>
                      <a:pt x="372" y="613"/>
                      <a:pt x="393" y="642"/>
                    </a:cubicBezTo>
                    <a:cubicBezTo>
                      <a:pt x="488" y="775"/>
                      <a:pt x="598" y="761"/>
                      <a:pt x="637" y="693"/>
                    </a:cubicBezTo>
                    <a:cubicBezTo>
                      <a:pt x="666" y="640"/>
                      <a:pt x="655" y="563"/>
                      <a:pt x="605" y="480"/>
                    </a:cubicBezTo>
                    <a:cubicBezTo>
                      <a:pt x="569" y="421"/>
                      <a:pt x="538" y="333"/>
                      <a:pt x="537" y="305"/>
                    </a:cubicBezTo>
                    <a:cubicBezTo>
                      <a:pt x="564" y="272"/>
                      <a:pt x="638" y="251"/>
                      <a:pt x="705" y="233"/>
                    </a:cubicBezTo>
                    <a:cubicBezTo>
                      <a:pt x="802" y="205"/>
                      <a:pt x="904" y="177"/>
                      <a:pt x="904" y="93"/>
                    </a:cubicBezTo>
                    <a:cubicBezTo>
                      <a:pt x="904" y="70"/>
                      <a:pt x="898" y="27"/>
                      <a:pt x="857" y="0"/>
                    </a:cubicBezTo>
                    <a:cubicBezTo>
                      <a:pt x="914" y="9"/>
                      <a:pt x="976" y="27"/>
                      <a:pt x="1026" y="48"/>
                    </a:cubicBezTo>
                    <a:cubicBezTo>
                      <a:pt x="989" y="48"/>
                      <a:pt x="961" y="59"/>
                      <a:pt x="941" y="81"/>
                    </a:cubicBezTo>
                    <a:cubicBezTo>
                      <a:pt x="899" y="128"/>
                      <a:pt x="917" y="205"/>
                      <a:pt x="921" y="258"/>
                    </a:cubicBezTo>
                    <a:cubicBezTo>
                      <a:pt x="921" y="265"/>
                      <a:pt x="914" y="285"/>
                      <a:pt x="898" y="303"/>
                    </a:cubicBezTo>
                    <a:cubicBezTo>
                      <a:pt x="885" y="317"/>
                      <a:pt x="872" y="323"/>
                      <a:pt x="867" y="323"/>
                    </a:cubicBezTo>
                    <a:lnTo>
                      <a:pt x="866" y="323"/>
                    </a:lnTo>
                    <a:cubicBezTo>
                      <a:pt x="820" y="304"/>
                      <a:pt x="772" y="294"/>
                      <a:pt x="734" y="294"/>
                    </a:cubicBezTo>
                    <a:cubicBezTo>
                      <a:pt x="647" y="294"/>
                      <a:pt x="607" y="348"/>
                      <a:pt x="599" y="395"/>
                    </a:cubicBezTo>
                    <a:cubicBezTo>
                      <a:pt x="577" y="524"/>
                      <a:pt x="749" y="546"/>
                      <a:pt x="788" y="580"/>
                    </a:cubicBezTo>
                    <a:cubicBezTo>
                      <a:pt x="793" y="585"/>
                      <a:pt x="796" y="592"/>
                      <a:pt x="794" y="599"/>
                    </a:cubicBezTo>
                    <a:cubicBezTo>
                      <a:pt x="782" y="640"/>
                      <a:pt x="759" y="659"/>
                      <a:pt x="724" y="723"/>
                    </a:cubicBezTo>
                    <a:cubicBezTo>
                      <a:pt x="718" y="733"/>
                      <a:pt x="665" y="784"/>
                      <a:pt x="600" y="784"/>
                    </a:cubicBezTo>
                    <a:cubicBezTo>
                      <a:pt x="562" y="784"/>
                      <a:pt x="495" y="777"/>
                      <a:pt x="491" y="774"/>
                    </a:cubicBezTo>
                    <a:cubicBezTo>
                      <a:pt x="483" y="766"/>
                      <a:pt x="352" y="597"/>
                      <a:pt x="233" y="597"/>
                    </a:cubicBezTo>
                    <a:cubicBezTo>
                      <a:pt x="180" y="597"/>
                      <a:pt x="135" y="629"/>
                      <a:pt x="118" y="678"/>
                    </a:cubicBezTo>
                    <a:cubicBezTo>
                      <a:pt x="88" y="768"/>
                      <a:pt x="192" y="854"/>
                      <a:pt x="292" y="937"/>
                    </a:cubicBezTo>
                    <a:cubicBezTo>
                      <a:pt x="335" y="973"/>
                      <a:pt x="379" y="1010"/>
                      <a:pt x="398" y="1037"/>
                    </a:cubicBezTo>
                    <a:cubicBezTo>
                      <a:pt x="431" y="1084"/>
                      <a:pt x="491" y="1104"/>
                      <a:pt x="547" y="1087"/>
                    </a:cubicBezTo>
                    <a:cubicBezTo>
                      <a:pt x="612" y="1065"/>
                      <a:pt x="720" y="1057"/>
                      <a:pt x="719" y="1057"/>
                    </a:cubicBezTo>
                    <a:cubicBezTo>
                      <a:pt x="722" y="1057"/>
                      <a:pt x="725" y="1059"/>
                      <a:pt x="726" y="1062"/>
                    </a:cubicBezTo>
                    <a:cubicBezTo>
                      <a:pt x="733" y="1087"/>
                      <a:pt x="742" y="1130"/>
                      <a:pt x="747" y="1194"/>
                    </a:cubicBezTo>
                    <a:cubicBezTo>
                      <a:pt x="752" y="1287"/>
                      <a:pt x="714" y="1304"/>
                      <a:pt x="681" y="1286"/>
                    </a:cubicBezTo>
                    <a:moveTo>
                      <a:pt x="1252" y="316"/>
                    </a:moveTo>
                    <a:cubicBezTo>
                      <a:pt x="1253" y="319"/>
                      <a:pt x="1249" y="321"/>
                      <a:pt x="1247" y="318"/>
                    </a:cubicBezTo>
                    <a:cubicBezTo>
                      <a:pt x="1222" y="291"/>
                      <a:pt x="1172" y="255"/>
                      <a:pt x="1166" y="224"/>
                    </a:cubicBezTo>
                    <a:cubicBezTo>
                      <a:pt x="1163" y="207"/>
                      <a:pt x="1160" y="191"/>
                      <a:pt x="1156" y="174"/>
                    </a:cubicBezTo>
                    <a:cubicBezTo>
                      <a:pt x="1155" y="171"/>
                      <a:pt x="1159" y="168"/>
                      <a:pt x="1162" y="170"/>
                    </a:cubicBezTo>
                    <a:cubicBezTo>
                      <a:pt x="1178" y="181"/>
                      <a:pt x="1203" y="194"/>
                      <a:pt x="1214" y="202"/>
                    </a:cubicBezTo>
                    <a:cubicBezTo>
                      <a:pt x="1217" y="204"/>
                      <a:pt x="1219" y="207"/>
                      <a:pt x="1220" y="210"/>
                    </a:cubicBezTo>
                    <a:cubicBezTo>
                      <a:pt x="1231" y="240"/>
                      <a:pt x="1244" y="277"/>
                      <a:pt x="1252" y="3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4"/>
              <p:cNvSpPr/>
              <p:nvPr/>
            </p:nvSpPr>
            <p:spPr>
              <a:xfrm>
                <a:off x="1591164" y="1440650"/>
                <a:ext cx="74749" cy="237271"/>
              </a:xfrm>
              <a:custGeom>
                <a:avLst/>
                <a:gdLst/>
                <a:ahLst/>
                <a:cxnLst/>
                <a:rect l="l" t="t" r="r" b="b"/>
                <a:pathLst>
                  <a:path w="132" h="419" extrusionOk="0">
                    <a:moveTo>
                      <a:pt x="43" y="408"/>
                    </a:moveTo>
                    <a:cubicBezTo>
                      <a:pt x="30" y="387"/>
                      <a:pt x="17" y="360"/>
                      <a:pt x="6" y="329"/>
                    </a:cubicBezTo>
                    <a:cubicBezTo>
                      <a:pt x="1" y="316"/>
                      <a:pt x="0" y="301"/>
                      <a:pt x="3" y="287"/>
                    </a:cubicBezTo>
                    <a:cubicBezTo>
                      <a:pt x="32" y="164"/>
                      <a:pt x="79" y="66"/>
                      <a:pt x="111" y="9"/>
                    </a:cubicBezTo>
                    <a:cubicBezTo>
                      <a:pt x="116" y="0"/>
                      <a:pt x="131" y="5"/>
                      <a:pt x="129" y="15"/>
                    </a:cubicBezTo>
                    <a:cubicBezTo>
                      <a:pt x="111" y="141"/>
                      <a:pt x="92" y="278"/>
                      <a:pt x="91" y="388"/>
                    </a:cubicBezTo>
                    <a:cubicBezTo>
                      <a:pt x="91" y="393"/>
                      <a:pt x="88" y="398"/>
                      <a:pt x="84" y="401"/>
                    </a:cubicBezTo>
                    <a:cubicBezTo>
                      <a:pt x="78" y="406"/>
                      <a:pt x="73" y="410"/>
                      <a:pt x="67" y="413"/>
                    </a:cubicBezTo>
                    <a:cubicBezTo>
                      <a:pt x="58" y="418"/>
                      <a:pt x="48" y="416"/>
                      <a:pt x="43" y="4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4"/>
              <p:cNvSpPr/>
              <p:nvPr/>
            </p:nvSpPr>
            <p:spPr>
              <a:xfrm>
                <a:off x="1613815" y="1465000"/>
                <a:ext cx="44170" cy="11665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06" extrusionOk="0">
                    <a:moveTo>
                      <a:pt x="31" y="197"/>
                    </a:moveTo>
                    <a:cubicBezTo>
                      <a:pt x="20" y="205"/>
                      <a:pt x="8" y="195"/>
                      <a:pt x="3" y="182"/>
                    </a:cubicBezTo>
                    <a:cubicBezTo>
                      <a:pt x="0" y="173"/>
                      <a:pt x="5" y="153"/>
                      <a:pt x="8" y="144"/>
                    </a:cubicBezTo>
                    <a:cubicBezTo>
                      <a:pt x="17" y="104"/>
                      <a:pt x="53" y="0"/>
                      <a:pt x="68" y="0"/>
                    </a:cubicBezTo>
                    <a:cubicBezTo>
                      <a:pt x="77" y="3"/>
                      <a:pt x="42" y="193"/>
                      <a:pt x="31" y="19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4"/>
              <p:cNvSpPr/>
              <p:nvPr/>
            </p:nvSpPr>
            <p:spPr>
              <a:xfrm>
                <a:off x="824416" y="1373828"/>
                <a:ext cx="833002" cy="1002882"/>
              </a:xfrm>
              <a:custGeom>
                <a:avLst/>
                <a:gdLst/>
                <a:ahLst/>
                <a:cxnLst/>
                <a:rect l="l" t="t" r="r" b="b"/>
                <a:pathLst>
                  <a:path w="1471" h="1771" extrusionOk="0">
                    <a:moveTo>
                      <a:pt x="1446" y="1757"/>
                    </a:moveTo>
                    <a:cubicBezTo>
                      <a:pt x="1446" y="1765"/>
                      <a:pt x="1438" y="1770"/>
                      <a:pt x="1430" y="1766"/>
                    </a:cubicBezTo>
                    <a:cubicBezTo>
                      <a:pt x="1391" y="1745"/>
                      <a:pt x="1317" y="1715"/>
                      <a:pt x="1259" y="1686"/>
                    </a:cubicBezTo>
                    <a:cubicBezTo>
                      <a:pt x="1253" y="1683"/>
                      <a:pt x="1251" y="1675"/>
                      <a:pt x="1256" y="1669"/>
                    </a:cubicBezTo>
                    <a:cubicBezTo>
                      <a:pt x="1267" y="1656"/>
                      <a:pt x="1276" y="1641"/>
                      <a:pt x="1285" y="1624"/>
                    </a:cubicBezTo>
                    <a:cubicBezTo>
                      <a:pt x="1289" y="1616"/>
                      <a:pt x="1299" y="1615"/>
                      <a:pt x="1304" y="1622"/>
                    </a:cubicBezTo>
                    <a:cubicBezTo>
                      <a:pt x="1341" y="1672"/>
                      <a:pt x="1378" y="1730"/>
                      <a:pt x="1435" y="1727"/>
                    </a:cubicBezTo>
                    <a:cubicBezTo>
                      <a:pt x="1441" y="1727"/>
                      <a:pt x="1446" y="1732"/>
                      <a:pt x="1446" y="1738"/>
                    </a:cubicBezTo>
                    <a:cubicBezTo>
                      <a:pt x="1446" y="1746"/>
                      <a:pt x="1447" y="1752"/>
                      <a:pt x="1446" y="1757"/>
                    </a:cubicBezTo>
                    <a:moveTo>
                      <a:pt x="1099" y="1545"/>
                    </a:moveTo>
                    <a:cubicBezTo>
                      <a:pt x="1085" y="1545"/>
                      <a:pt x="1059" y="1540"/>
                      <a:pt x="1020" y="1520"/>
                    </a:cubicBezTo>
                    <a:cubicBezTo>
                      <a:pt x="1002" y="1510"/>
                      <a:pt x="983" y="1502"/>
                      <a:pt x="965" y="1498"/>
                    </a:cubicBezTo>
                    <a:cubicBezTo>
                      <a:pt x="823" y="1460"/>
                      <a:pt x="711" y="1346"/>
                      <a:pt x="602" y="1236"/>
                    </a:cubicBezTo>
                    <a:cubicBezTo>
                      <a:pt x="468" y="1101"/>
                      <a:pt x="444" y="1082"/>
                      <a:pt x="287" y="979"/>
                    </a:cubicBezTo>
                    <a:cubicBezTo>
                      <a:pt x="154" y="892"/>
                      <a:pt x="3" y="794"/>
                      <a:pt x="1" y="693"/>
                    </a:cubicBezTo>
                    <a:cubicBezTo>
                      <a:pt x="0" y="655"/>
                      <a:pt x="4" y="620"/>
                      <a:pt x="13" y="588"/>
                    </a:cubicBezTo>
                    <a:cubicBezTo>
                      <a:pt x="16" y="576"/>
                      <a:pt x="31" y="572"/>
                      <a:pt x="40" y="581"/>
                    </a:cubicBezTo>
                    <a:cubicBezTo>
                      <a:pt x="133" y="672"/>
                      <a:pt x="272" y="790"/>
                      <a:pt x="332" y="821"/>
                    </a:cubicBezTo>
                    <a:cubicBezTo>
                      <a:pt x="400" y="855"/>
                      <a:pt x="449" y="880"/>
                      <a:pt x="498" y="944"/>
                    </a:cubicBezTo>
                    <a:cubicBezTo>
                      <a:pt x="555" y="1020"/>
                      <a:pt x="672" y="1133"/>
                      <a:pt x="753" y="1179"/>
                    </a:cubicBezTo>
                    <a:cubicBezTo>
                      <a:pt x="814" y="1214"/>
                      <a:pt x="891" y="1261"/>
                      <a:pt x="949" y="1320"/>
                    </a:cubicBezTo>
                    <a:cubicBezTo>
                      <a:pt x="1043" y="1415"/>
                      <a:pt x="1121" y="1503"/>
                      <a:pt x="1132" y="1526"/>
                    </a:cubicBezTo>
                    <a:cubicBezTo>
                      <a:pt x="1128" y="1536"/>
                      <a:pt x="1121" y="1545"/>
                      <a:pt x="1099" y="1545"/>
                    </a:cubicBezTo>
                    <a:moveTo>
                      <a:pt x="1450" y="1455"/>
                    </a:moveTo>
                    <a:cubicBezTo>
                      <a:pt x="1450" y="1468"/>
                      <a:pt x="1433" y="1473"/>
                      <a:pt x="1425" y="1463"/>
                    </a:cubicBezTo>
                    <a:cubicBezTo>
                      <a:pt x="1382" y="1407"/>
                      <a:pt x="1328" y="1354"/>
                      <a:pt x="1272" y="1316"/>
                    </a:cubicBezTo>
                    <a:cubicBezTo>
                      <a:pt x="1194" y="1262"/>
                      <a:pt x="1133" y="1205"/>
                      <a:pt x="1097" y="1167"/>
                    </a:cubicBezTo>
                    <a:cubicBezTo>
                      <a:pt x="1084" y="1153"/>
                      <a:pt x="1078" y="1133"/>
                      <a:pt x="1082" y="1114"/>
                    </a:cubicBezTo>
                    <a:cubicBezTo>
                      <a:pt x="1108" y="990"/>
                      <a:pt x="1159" y="996"/>
                      <a:pt x="1181" y="738"/>
                    </a:cubicBezTo>
                    <a:cubicBezTo>
                      <a:pt x="1192" y="605"/>
                      <a:pt x="1158" y="503"/>
                      <a:pt x="1126" y="440"/>
                    </a:cubicBezTo>
                    <a:cubicBezTo>
                      <a:pt x="1119" y="425"/>
                      <a:pt x="1119" y="407"/>
                      <a:pt x="1126" y="391"/>
                    </a:cubicBezTo>
                    <a:cubicBezTo>
                      <a:pt x="1165" y="306"/>
                      <a:pt x="1206" y="119"/>
                      <a:pt x="1244" y="7"/>
                    </a:cubicBezTo>
                    <a:cubicBezTo>
                      <a:pt x="1246" y="1"/>
                      <a:pt x="1255" y="0"/>
                      <a:pt x="1259" y="7"/>
                    </a:cubicBezTo>
                    <a:cubicBezTo>
                      <a:pt x="1269" y="27"/>
                      <a:pt x="1275" y="46"/>
                      <a:pt x="1279" y="61"/>
                    </a:cubicBezTo>
                    <a:cubicBezTo>
                      <a:pt x="1282" y="72"/>
                      <a:pt x="1281" y="85"/>
                      <a:pt x="1276" y="96"/>
                    </a:cubicBezTo>
                    <a:cubicBezTo>
                      <a:pt x="1133" y="430"/>
                      <a:pt x="1128" y="511"/>
                      <a:pt x="1259" y="684"/>
                    </a:cubicBezTo>
                    <a:cubicBezTo>
                      <a:pt x="1271" y="699"/>
                      <a:pt x="1274" y="719"/>
                      <a:pt x="1267" y="737"/>
                    </a:cubicBezTo>
                    <a:cubicBezTo>
                      <a:pt x="1220" y="873"/>
                      <a:pt x="1213" y="924"/>
                      <a:pt x="1232" y="963"/>
                    </a:cubicBezTo>
                    <a:cubicBezTo>
                      <a:pt x="1244" y="986"/>
                      <a:pt x="1227" y="1024"/>
                      <a:pt x="1215" y="1052"/>
                    </a:cubicBezTo>
                    <a:cubicBezTo>
                      <a:pt x="1200" y="1088"/>
                      <a:pt x="1217" y="1135"/>
                      <a:pt x="1256" y="1155"/>
                    </a:cubicBezTo>
                    <a:cubicBezTo>
                      <a:pt x="1358" y="1207"/>
                      <a:pt x="1416" y="1282"/>
                      <a:pt x="1442" y="1325"/>
                    </a:cubicBezTo>
                    <a:cubicBezTo>
                      <a:pt x="1448" y="1335"/>
                      <a:pt x="1451" y="1346"/>
                      <a:pt x="1451" y="1357"/>
                    </a:cubicBezTo>
                    <a:cubicBezTo>
                      <a:pt x="1451" y="1391"/>
                      <a:pt x="1450" y="1424"/>
                      <a:pt x="1450" y="1455"/>
                    </a:cubicBezTo>
                    <a:moveTo>
                      <a:pt x="1445" y="1000"/>
                    </a:moveTo>
                    <a:cubicBezTo>
                      <a:pt x="1419" y="983"/>
                      <a:pt x="1390" y="969"/>
                      <a:pt x="1371" y="959"/>
                    </a:cubicBezTo>
                    <a:cubicBezTo>
                      <a:pt x="1362" y="955"/>
                      <a:pt x="1359" y="942"/>
                      <a:pt x="1366" y="934"/>
                    </a:cubicBezTo>
                    <a:cubicBezTo>
                      <a:pt x="1381" y="917"/>
                      <a:pt x="1406" y="883"/>
                      <a:pt x="1439" y="814"/>
                    </a:cubicBezTo>
                    <a:cubicBezTo>
                      <a:pt x="1446" y="799"/>
                      <a:pt x="1469" y="804"/>
                      <a:pt x="1469" y="821"/>
                    </a:cubicBezTo>
                    <a:cubicBezTo>
                      <a:pt x="1469" y="868"/>
                      <a:pt x="1470" y="923"/>
                      <a:pt x="1470" y="987"/>
                    </a:cubicBezTo>
                    <a:cubicBezTo>
                      <a:pt x="1470" y="999"/>
                      <a:pt x="1456" y="1007"/>
                      <a:pt x="1445" y="1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4"/>
              <p:cNvSpPr/>
              <p:nvPr/>
            </p:nvSpPr>
            <p:spPr>
              <a:xfrm>
                <a:off x="859526" y="1732850"/>
                <a:ext cx="787133" cy="471145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832" extrusionOk="0">
                    <a:moveTo>
                      <a:pt x="982" y="810"/>
                    </a:moveTo>
                    <a:cubicBezTo>
                      <a:pt x="990" y="818"/>
                      <a:pt x="980" y="831"/>
                      <a:pt x="970" y="827"/>
                    </a:cubicBezTo>
                    <a:cubicBezTo>
                      <a:pt x="960" y="823"/>
                      <a:pt x="948" y="819"/>
                      <a:pt x="935" y="815"/>
                    </a:cubicBezTo>
                    <a:cubicBezTo>
                      <a:pt x="804" y="780"/>
                      <a:pt x="695" y="670"/>
                      <a:pt x="590" y="564"/>
                    </a:cubicBezTo>
                    <a:cubicBezTo>
                      <a:pt x="455" y="427"/>
                      <a:pt x="428" y="405"/>
                      <a:pt x="269" y="302"/>
                    </a:cubicBezTo>
                    <a:cubicBezTo>
                      <a:pt x="150" y="225"/>
                      <a:pt x="2" y="128"/>
                      <a:pt x="1" y="48"/>
                    </a:cubicBezTo>
                    <a:cubicBezTo>
                      <a:pt x="0" y="34"/>
                      <a:pt x="1" y="20"/>
                      <a:pt x="2" y="7"/>
                    </a:cubicBezTo>
                    <a:cubicBezTo>
                      <a:pt x="2" y="2"/>
                      <a:pt x="9" y="0"/>
                      <a:pt x="12" y="3"/>
                    </a:cubicBezTo>
                    <a:cubicBezTo>
                      <a:pt x="103" y="89"/>
                      <a:pt x="218" y="183"/>
                      <a:pt x="274" y="212"/>
                    </a:cubicBezTo>
                    <a:cubicBezTo>
                      <a:pt x="340" y="245"/>
                      <a:pt x="383" y="267"/>
                      <a:pt x="426" y="323"/>
                    </a:cubicBezTo>
                    <a:cubicBezTo>
                      <a:pt x="486" y="402"/>
                      <a:pt x="605" y="519"/>
                      <a:pt x="694" y="569"/>
                    </a:cubicBezTo>
                    <a:cubicBezTo>
                      <a:pt x="752" y="603"/>
                      <a:pt x="826" y="649"/>
                      <a:pt x="881" y="704"/>
                    </a:cubicBezTo>
                    <a:cubicBezTo>
                      <a:pt x="920" y="744"/>
                      <a:pt x="954" y="780"/>
                      <a:pt x="982" y="810"/>
                    </a:cubicBezTo>
                    <a:moveTo>
                      <a:pt x="1362" y="722"/>
                    </a:moveTo>
                    <a:cubicBezTo>
                      <a:pt x="1362" y="727"/>
                      <a:pt x="1356" y="730"/>
                      <a:pt x="1352" y="726"/>
                    </a:cubicBezTo>
                    <a:cubicBezTo>
                      <a:pt x="1318" y="691"/>
                      <a:pt x="1282" y="659"/>
                      <a:pt x="1245" y="635"/>
                    </a:cubicBezTo>
                    <a:cubicBezTo>
                      <a:pt x="1172" y="584"/>
                      <a:pt x="1114" y="530"/>
                      <a:pt x="1078" y="493"/>
                    </a:cubicBezTo>
                    <a:cubicBezTo>
                      <a:pt x="1072" y="487"/>
                      <a:pt x="1070" y="478"/>
                      <a:pt x="1072" y="470"/>
                    </a:cubicBezTo>
                    <a:cubicBezTo>
                      <a:pt x="1086" y="406"/>
                      <a:pt x="1108" y="379"/>
                      <a:pt x="1130" y="316"/>
                    </a:cubicBezTo>
                    <a:cubicBezTo>
                      <a:pt x="1132" y="310"/>
                      <a:pt x="1140" y="310"/>
                      <a:pt x="1142" y="316"/>
                    </a:cubicBezTo>
                    <a:cubicBezTo>
                      <a:pt x="1145" y="327"/>
                      <a:pt x="1148" y="330"/>
                      <a:pt x="1148" y="332"/>
                    </a:cubicBezTo>
                    <a:cubicBezTo>
                      <a:pt x="1150" y="344"/>
                      <a:pt x="1135" y="377"/>
                      <a:pt x="1130" y="388"/>
                    </a:cubicBezTo>
                    <a:cubicBezTo>
                      <a:pt x="1108" y="444"/>
                      <a:pt x="1134" y="513"/>
                      <a:pt x="1189" y="541"/>
                    </a:cubicBezTo>
                    <a:cubicBezTo>
                      <a:pt x="1285" y="590"/>
                      <a:pt x="1337" y="661"/>
                      <a:pt x="1360" y="698"/>
                    </a:cubicBezTo>
                    <a:cubicBezTo>
                      <a:pt x="1362" y="701"/>
                      <a:pt x="1363" y="705"/>
                      <a:pt x="1363" y="708"/>
                    </a:cubicBezTo>
                    <a:cubicBezTo>
                      <a:pt x="1362" y="712"/>
                      <a:pt x="1362" y="717"/>
                      <a:pt x="1362" y="722"/>
                    </a:cubicBezTo>
                    <a:moveTo>
                      <a:pt x="1383" y="277"/>
                    </a:moveTo>
                    <a:cubicBezTo>
                      <a:pt x="1373" y="272"/>
                      <a:pt x="1363" y="267"/>
                      <a:pt x="1354" y="262"/>
                    </a:cubicBezTo>
                    <a:cubicBezTo>
                      <a:pt x="1352" y="261"/>
                      <a:pt x="1351" y="258"/>
                      <a:pt x="1352" y="255"/>
                    </a:cubicBezTo>
                    <a:cubicBezTo>
                      <a:pt x="1362" y="242"/>
                      <a:pt x="1372" y="227"/>
                      <a:pt x="1381" y="212"/>
                    </a:cubicBezTo>
                    <a:cubicBezTo>
                      <a:pt x="1384" y="209"/>
                      <a:pt x="1389" y="210"/>
                      <a:pt x="1389" y="215"/>
                    </a:cubicBezTo>
                    <a:cubicBezTo>
                      <a:pt x="1389" y="234"/>
                      <a:pt x="1389" y="253"/>
                      <a:pt x="1389" y="273"/>
                    </a:cubicBezTo>
                    <a:cubicBezTo>
                      <a:pt x="1389" y="277"/>
                      <a:pt x="1386" y="279"/>
                      <a:pt x="1383" y="27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4"/>
              <p:cNvSpPr/>
              <p:nvPr/>
            </p:nvSpPr>
            <p:spPr>
              <a:xfrm>
                <a:off x="987506" y="3147986"/>
                <a:ext cx="173849" cy="73616"/>
              </a:xfrm>
              <a:custGeom>
                <a:avLst/>
                <a:gdLst/>
                <a:ahLst/>
                <a:cxnLst/>
                <a:rect l="l" t="t" r="r" b="b"/>
                <a:pathLst>
                  <a:path w="307" h="130" extrusionOk="0">
                    <a:moveTo>
                      <a:pt x="305" y="103"/>
                    </a:moveTo>
                    <a:cubicBezTo>
                      <a:pt x="306" y="108"/>
                      <a:pt x="303" y="112"/>
                      <a:pt x="298" y="112"/>
                    </a:cubicBezTo>
                    <a:cubicBezTo>
                      <a:pt x="210" y="115"/>
                      <a:pt x="196" y="93"/>
                      <a:pt x="11" y="127"/>
                    </a:cubicBezTo>
                    <a:cubicBezTo>
                      <a:pt x="5" y="129"/>
                      <a:pt x="0" y="120"/>
                      <a:pt x="5" y="116"/>
                    </a:cubicBezTo>
                    <a:cubicBezTo>
                      <a:pt x="48" y="72"/>
                      <a:pt x="154" y="16"/>
                      <a:pt x="239" y="2"/>
                    </a:cubicBezTo>
                    <a:cubicBezTo>
                      <a:pt x="249" y="0"/>
                      <a:pt x="260" y="5"/>
                      <a:pt x="265" y="15"/>
                    </a:cubicBezTo>
                    <a:cubicBezTo>
                      <a:pt x="277" y="41"/>
                      <a:pt x="301" y="90"/>
                      <a:pt x="305" y="1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>
                <a:off x="1135306" y="3310509"/>
                <a:ext cx="117787" cy="47001"/>
              </a:xfrm>
              <a:custGeom>
                <a:avLst/>
                <a:gdLst/>
                <a:ahLst/>
                <a:cxnLst/>
                <a:rect l="l" t="t" r="r" b="b"/>
                <a:pathLst>
                  <a:path w="208" h="83" extrusionOk="0">
                    <a:moveTo>
                      <a:pt x="47" y="17"/>
                    </a:moveTo>
                    <a:cubicBezTo>
                      <a:pt x="60" y="15"/>
                      <a:pt x="138" y="8"/>
                      <a:pt x="178" y="2"/>
                    </a:cubicBezTo>
                    <a:cubicBezTo>
                      <a:pt x="185" y="0"/>
                      <a:pt x="192" y="5"/>
                      <a:pt x="193" y="13"/>
                    </a:cubicBezTo>
                    <a:cubicBezTo>
                      <a:pt x="196" y="26"/>
                      <a:pt x="200" y="46"/>
                      <a:pt x="205" y="63"/>
                    </a:cubicBezTo>
                    <a:cubicBezTo>
                      <a:pt x="207" y="73"/>
                      <a:pt x="199" y="82"/>
                      <a:pt x="188" y="81"/>
                    </a:cubicBezTo>
                    <a:cubicBezTo>
                      <a:pt x="151" y="74"/>
                      <a:pt x="0" y="24"/>
                      <a:pt x="47" y="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4"/>
              <p:cNvSpPr/>
              <p:nvPr/>
            </p:nvSpPr>
            <p:spPr>
              <a:xfrm>
                <a:off x="1264418" y="3029633"/>
                <a:ext cx="380542" cy="298996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28" extrusionOk="0">
                    <a:moveTo>
                      <a:pt x="668" y="51"/>
                    </a:moveTo>
                    <a:cubicBezTo>
                      <a:pt x="667" y="43"/>
                      <a:pt x="660" y="36"/>
                      <a:pt x="652" y="34"/>
                    </a:cubicBezTo>
                    <a:cubicBezTo>
                      <a:pt x="581" y="16"/>
                      <a:pt x="404" y="0"/>
                      <a:pt x="347" y="6"/>
                    </a:cubicBezTo>
                    <a:cubicBezTo>
                      <a:pt x="286" y="12"/>
                      <a:pt x="253" y="68"/>
                      <a:pt x="183" y="129"/>
                    </a:cubicBezTo>
                    <a:cubicBezTo>
                      <a:pt x="131" y="174"/>
                      <a:pt x="53" y="194"/>
                      <a:pt x="18" y="202"/>
                    </a:cubicBezTo>
                    <a:cubicBezTo>
                      <a:pt x="5" y="204"/>
                      <a:pt x="0" y="220"/>
                      <a:pt x="9" y="230"/>
                    </a:cubicBezTo>
                    <a:cubicBezTo>
                      <a:pt x="63" y="290"/>
                      <a:pt x="289" y="132"/>
                      <a:pt x="388" y="114"/>
                    </a:cubicBezTo>
                    <a:cubicBezTo>
                      <a:pt x="435" y="105"/>
                      <a:pt x="476" y="87"/>
                      <a:pt x="549" y="129"/>
                    </a:cubicBezTo>
                    <a:lnTo>
                      <a:pt x="549" y="129"/>
                    </a:lnTo>
                    <a:cubicBezTo>
                      <a:pt x="596" y="171"/>
                      <a:pt x="583" y="283"/>
                      <a:pt x="551" y="346"/>
                    </a:cubicBezTo>
                    <a:cubicBezTo>
                      <a:pt x="534" y="380"/>
                      <a:pt x="469" y="393"/>
                      <a:pt x="430" y="393"/>
                    </a:cubicBezTo>
                    <a:cubicBezTo>
                      <a:pt x="322" y="393"/>
                      <a:pt x="192" y="414"/>
                      <a:pt x="188" y="446"/>
                    </a:cubicBezTo>
                    <a:cubicBezTo>
                      <a:pt x="177" y="527"/>
                      <a:pt x="490" y="466"/>
                      <a:pt x="518" y="454"/>
                    </a:cubicBezTo>
                    <a:cubicBezTo>
                      <a:pt x="553" y="441"/>
                      <a:pt x="576" y="426"/>
                      <a:pt x="586" y="412"/>
                    </a:cubicBezTo>
                    <a:cubicBezTo>
                      <a:pt x="645" y="333"/>
                      <a:pt x="657" y="279"/>
                      <a:pt x="670" y="147"/>
                    </a:cubicBezTo>
                    <a:cubicBezTo>
                      <a:pt x="671" y="146"/>
                      <a:pt x="671" y="72"/>
                      <a:pt x="668" y="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4"/>
              <p:cNvSpPr/>
              <p:nvPr/>
            </p:nvSpPr>
            <p:spPr>
              <a:xfrm>
                <a:off x="911058" y="3251049"/>
                <a:ext cx="404892" cy="17724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313" extrusionOk="0">
                    <a:moveTo>
                      <a:pt x="6" y="2"/>
                    </a:moveTo>
                    <a:cubicBezTo>
                      <a:pt x="14" y="16"/>
                      <a:pt x="25" y="29"/>
                      <a:pt x="36" y="41"/>
                    </a:cubicBezTo>
                    <a:cubicBezTo>
                      <a:pt x="47" y="53"/>
                      <a:pt x="60" y="63"/>
                      <a:pt x="72" y="74"/>
                    </a:cubicBezTo>
                    <a:cubicBezTo>
                      <a:pt x="98" y="95"/>
                      <a:pt x="124" y="115"/>
                      <a:pt x="152" y="132"/>
                    </a:cubicBezTo>
                    <a:cubicBezTo>
                      <a:pt x="208" y="168"/>
                      <a:pt x="266" y="199"/>
                      <a:pt x="327" y="225"/>
                    </a:cubicBezTo>
                    <a:cubicBezTo>
                      <a:pt x="387" y="252"/>
                      <a:pt x="450" y="274"/>
                      <a:pt x="514" y="288"/>
                    </a:cubicBezTo>
                    <a:cubicBezTo>
                      <a:pt x="530" y="291"/>
                      <a:pt x="547" y="294"/>
                      <a:pt x="563" y="296"/>
                    </a:cubicBezTo>
                    <a:cubicBezTo>
                      <a:pt x="579" y="298"/>
                      <a:pt x="595" y="299"/>
                      <a:pt x="611" y="299"/>
                    </a:cubicBezTo>
                    <a:cubicBezTo>
                      <a:pt x="628" y="298"/>
                      <a:pt x="644" y="297"/>
                      <a:pt x="659" y="293"/>
                    </a:cubicBezTo>
                    <a:cubicBezTo>
                      <a:pt x="675" y="289"/>
                      <a:pt x="690" y="284"/>
                      <a:pt x="702" y="275"/>
                    </a:cubicBezTo>
                    <a:lnTo>
                      <a:pt x="702" y="275"/>
                    </a:lnTo>
                    <a:cubicBezTo>
                      <a:pt x="705" y="272"/>
                      <a:pt x="709" y="273"/>
                      <a:pt x="712" y="276"/>
                    </a:cubicBezTo>
                    <a:cubicBezTo>
                      <a:pt x="714" y="279"/>
                      <a:pt x="714" y="284"/>
                      <a:pt x="710" y="286"/>
                    </a:cubicBezTo>
                    <a:lnTo>
                      <a:pt x="710" y="286"/>
                    </a:lnTo>
                    <a:cubicBezTo>
                      <a:pt x="696" y="297"/>
                      <a:pt x="679" y="304"/>
                      <a:pt x="663" y="307"/>
                    </a:cubicBezTo>
                    <a:cubicBezTo>
                      <a:pt x="646" y="311"/>
                      <a:pt x="629" y="312"/>
                      <a:pt x="612" y="312"/>
                    </a:cubicBezTo>
                    <a:cubicBezTo>
                      <a:pt x="595" y="312"/>
                      <a:pt x="578" y="311"/>
                      <a:pt x="562" y="309"/>
                    </a:cubicBezTo>
                    <a:cubicBezTo>
                      <a:pt x="545" y="307"/>
                      <a:pt x="528" y="304"/>
                      <a:pt x="512" y="300"/>
                    </a:cubicBezTo>
                    <a:cubicBezTo>
                      <a:pt x="447" y="285"/>
                      <a:pt x="384" y="262"/>
                      <a:pt x="323" y="235"/>
                    </a:cubicBezTo>
                    <a:cubicBezTo>
                      <a:pt x="262" y="208"/>
                      <a:pt x="204" y="176"/>
                      <a:pt x="148" y="139"/>
                    </a:cubicBezTo>
                    <a:cubicBezTo>
                      <a:pt x="120" y="121"/>
                      <a:pt x="93" y="102"/>
                      <a:pt x="68" y="80"/>
                    </a:cubicBezTo>
                    <a:cubicBezTo>
                      <a:pt x="55" y="68"/>
                      <a:pt x="43" y="57"/>
                      <a:pt x="32" y="45"/>
                    </a:cubicBezTo>
                    <a:cubicBezTo>
                      <a:pt x="20" y="33"/>
                      <a:pt x="9" y="20"/>
                      <a:pt x="0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2" y="0"/>
                      <a:pt x="5" y="0"/>
                      <a:pt x="6" y="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>
                <a:off x="1283672" y="3154215"/>
                <a:ext cx="426977" cy="27408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84" extrusionOk="0">
                    <a:moveTo>
                      <a:pt x="6" y="333"/>
                    </a:moveTo>
                    <a:cubicBezTo>
                      <a:pt x="12" y="354"/>
                      <a:pt x="18" y="375"/>
                      <a:pt x="27" y="396"/>
                    </a:cubicBezTo>
                    <a:cubicBezTo>
                      <a:pt x="35" y="416"/>
                      <a:pt x="44" y="436"/>
                      <a:pt x="58" y="452"/>
                    </a:cubicBezTo>
                    <a:cubicBezTo>
                      <a:pt x="61" y="455"/>
                      <a:pt x="66" y="459"/>
                      <a:pt x="69" y="461"/>
                    </a:cubicBezTo>
                    <a:cubicBezTo>
                      <a:pt x="73" y="463"/>
                      <a:pt x="78" y="465"/>
                      <a:pt x="83" y="466"/>
                    </a:cubicBezTo>
                    <a:cubicBezTo>
                      <a:pt x="93" y="468"/>
                      <a:pt x="104" y="468"/>
                      <a:pt x="115" y="469"/>
                    </a:cubicBezTo>
                    <a:cubicBezTo>
                      <a:pt x="137" y="469"/>
                      <a:pt x="159" y="467"/>
                      <a:pt x="181" y="464"/>
                    </a:cubicBezTo>
                    <a:cubicBezTo>
                      <a:pt x="225" y="459"/>
                      <a:pt x="269" y="450"/>
                      <a:pt x="312" y="440"/>
                    </a:cubicBezTo>
                    <a:cubicBezTo>
                      <a:pt x="334" y="435"/>
                      <a:pt x="355" y="429"/>
                      <a:pt x="376" y="422"/>
                    </a:cubicBezTo>
                    <a:cubicBezTo>
                      <a:pt x="381" y="421"/>
                      <a:pt x="386" y="418"/>
                      <a:pt x="391" y="417"/>
                    </a:cubicBezTo>
                    <a:lnTo>
                      <a:pt x="407" y="411"/>
                    </a:lnTo>
                    <a:cubicBezTo>
                      <a:pt x="418" y="406"/>
                      <a:pt x="428" y="402"/>
                      <a:pt x="438" y="398"/>
                    </a:cubicBezTo>
                    <a:cubicBezTo>
                      <a:pt x="480" y="381"/>
                      <a:pt x="519" y="361"/>
                      <a:pt x="556" y="336"/>
                    </a:cubicBezTo>
                    <a:cubicBezTo>
                      <a:pt x="592" y="311"/>
                      <a:pt x="625" y="282"/>
                      <a:pt x="653" y="247"/>
                    </a:cubicBezTo>
                    <a:cubicBezTo>
                      <a:pt x="681" y="213"/>
                      <a:pt x="703" y="175"/>
                      <a:pt x="719" y="133"/>
                    </a:cubicBezTo>
                    <a:cubicBezTo>
                      <a:pt x="734" y="92"/>
                      <a:pt x="743" y="47"/>
                      <a:pt x="747" y="3"/>
                    </a:cubicBezTo>
                    <a:lnTo>
                      <a:pt x="747" y="3"/>
                    </a:lnTo>
                    <a:cubicBezTo>
                      <a:pt x="747" y="1"/>
                      <a:pt x="749" y="0"/>
                      <a:pt x="751" y="0"/>
                    </a:cubicBezTo>
                    <a:cubicBezTo>
                      <a:pt x="752" y="0"/>
                      <a:pt x="753" y="2"/>
                      <a:pt x="753" y="3"/>
                    </a:cubicBezTo>
                    <a:cubicBezTo>
                      <a:pt x="750" y="48"/>
                      <a:pt x="742" y="93"/>
                      <a:pt x="727" y="136"/>
                    </a:cubicBezTo>
                    <a:cubicBezTo>
                      <a:pt x="712" y="178"/>
                      <a:pt x="690" y="219"/>
                      <a:pt x="662" y="254"/>
                    </a:cubicBezTo>
                    <a:cubicBezTo>
                      <a:pt x="634" y="290"/>
                      <a:pt x="600" y="320"/>
                      <a:pt x="563" y="346"/>
                    </a:cubicBezTo>
                    <a:cubicBezTo>
                      <a:pt x="526" y="372"/>
                      <a:pt x="485" y="393"/>
                      <a:pt x="444" y="411"/>
                    </a:cubicBezTo>
                    <a:cubicBezTo>
                      <a:pt x="433" y="415"/>
                      <a:pt x="423" y="419"/>
                      <a:pt x="413" y="423"/>
                    </a:cubicBezTo>
                    <a:lnTo>
                      <a:pt x="397" y="430"/>
                    </a:lnTo>
                    <a:cubicBezTo>
                      <a:pt x="392" y="432"/>
                      <a:pt x="386" y="434"/>
                      <a:pt x="381" y="436"/>
                    </a:cubicBezTo>
                    <a:cubicBezTo>
                      <a:pt x="359" y="443"/>
                      <a:pt x="338" y="448"/>
                      <a:pt x="316" y="454"/>
                    </a:cubicBezTo>
                    <a:cubicBezTo>
                      <a:pt x="272" y="464"/>
                      <a:pt x="228" y="473"/>
                      <a:pt x="183" y="478"/>
                    </a:cubicBezTo>
                    <a:cubicBezTo>
                      <a:pt x="161" y="481"/>
                      <a:pt x="138" y="483"/>
                      <a:pt x="115" y="483"/>
                    </a:cubicBezTo>
                    <a:cubicBezTo>
                      <a:pt x="104" y="483"/>
                      <a:pt x="93" y="483"/>
                      <a:pt x="81" y="480"/>
                    </a:cubicBezTo>
                    <a:cubicBezTo>
                      <a:pt x="75" y="479"/>
                      <a:pt x="69" y="478"/>
                      <a:pt x="62" y="474"/>
                    </a:cubicBezTo>
                    <a:cubicBezTo>
                      <a:pt x="56" y="470"/>
                      <a:pt x="52" y="466"/>
                      <a:pt x="48" y="461"/>
                    </a:cubicBezTo>
                    <a:cubicBezTo>
                      <a:pt x="40" y="452"/>
                      <a:pt x="34" y="442"/>
                      <a:pt x="29" y="432"/>
                    </a:cubicBezTo>
                    <a:cubicBezTo>
                      <a:pt x="23" y="421"/>
                      <a:pt x="19" y="411"/>
                      <a:pt x="16" y="400"/>
                    </a:cubicBezTo>
                    <a:cubicBezTo>
                      <a:pt x="8" y="378"/>
                      <a:pt x="3" y="356"/>
                      <a:pt x="0" y="334"/>
                    </a:cubicBezTo>
                    <a:cubicBezTo>
                      <a:pt x="0" y="332"/>
                      <a:pt x="1" y="330"/>
                      <a:pt x="3" y="330"/>
                    </a:cubicBezTo>
                    <a:cubicBezTo>
                      <a:pt x="4" y="330"/>
                      <a:pt x="5" y="331"/>
                      <a:pt x="6" y="3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>
                <a:off x="799500" y="2977536"/>
                <a:ext cx="142137" cy="4247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5" extrusionOk="0">
                    <a:moveTo>
                      <a:pt x="249" y="5"/>
                    </a:moveTo>
                    <a:cubicBezTo>
                      <a:pt x="250" y="4"/>
                      <a:pt x="250" y="2"/>
                      <a:pt x="249" y="1"/>
                    </a:cubicBezTo>
                    <a:cubicBezTo>
                      <a:pt x="249" y="0"/>
                      <a:pt x="247" y="0"/>
                      <a:pt x="245" y="0"/>
                    </a:cubicBezTo>
                    <a:cubicBezTo>
                      <a:pt x="209" y="22"/>
                      <a:pt x="170" y="34"/>
                      <a:pt x="129" y="44"/>
                    </a:cubicBezTo>
                    <a:cubicBezTo>
                      <a:pt x="87" y="53"/>
                      <a:pt x="42" y="59"/>
                      <a:pt x="6" y="61"/>
                    </a:cubicBezTo>
                    <a:cubicBezTo>
                      <a:pt x="2" y="61"/>
                      <a:pt x="0" y="64"/>
                      <a:pt x="0" y="68"/>
                    </a:cubicBezTo>
                    <a:cubicBezTo>
                      <a:pt x="0" y="71"/>
                      <a:pt x="3" y="74"/>
                      <a:pt x="7" y="74"/>
                    </a:cubicBezTo>
                    <a:cubicBezTo>
                      <a:pt x="28" y="72"/>
                      <a:pt x="49" y="69"/>
                      <a:pt x="70" y="66"/>
                    </a:cubicBezTo>
                    <a:cubicBezTo>
                      <a:pt x="130" y="55"/>
                      <a:pt x="196" y="37"/>
                      <a:pt x="249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4"/>
              <p:cNvSpPr/>
              <p:nvPr/>
            </p:nvSpPr>
            <p:spPr>
              <a:xfrm>
                <a:off x="706063" y="2215322"/>
                <a:ext cx="1006850" cy="993255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1754" extrusionOk="0">
                    <a:moveTo>
                      <a:pt x="1770" y="660"/>
                    </a:moveTo>
                    <a:cubicBezTo>
                      <a:pt x="1766" y="660"/>
                      <a:pt x="1763" y="699"/>
                      <a:pt x="1763" y="703"/>
                    </a:cubicBezTo>
                    <a:cubicBezTo>
                      <a:pt x="1763" y="1236"/>
                      <a:pt x="1763" y="1292"/>
                      <a:pt x="1744" y="1345"/>
                    </a:cubicBezTo>
                    <a:cubicBezTo>
                      <a:pt x="1741" y="1351"/>
                      <a:pt x="1737" y="1354"/>
                      <a:pt x="1731" y="1356"/>
                    </a:cubicBezTo>
                    <a:cubicBezTo>
                      <a:pt x="1633" y="1372"/>
                      <a:pt x="1466" y="1304"/>
                      <a:pt x="1436" y="1292"/>
                    </a:cubicBezTo>
                    <a:cubicBezTo>
                      <a:pt x="1441" y="1260"/>
                      <a:pt x="1443" y="1235"/>
                      <a:pt x="1445" y="1213"/>
                    </a:cubicBezTo>
                    <a:cubicBezTo>
                      <a:pt x="1447" y="1181"/>
                      <a:pt x="1447" y="1178"/>
                      <a:pt x="1436" y="1073"/>
                    </a:cubicBezTo>
                    <a:cubicBezTo>
                      <a:pt x="1414" y="866"/>
                      <a:pt x="1432" y="848"/>
                      <a:pt x="1423" y="847"/>
                    </a:cubicBezTo>
                    <a:cubicBezTo>
                      <a:pt x="1422" y="847"/>
                      <a:pt x="1421" y="848"/>
                      <a:pt x="1420" y="849"/>
                    </a:cubicBezTo>
                    <a:cubicBezTo>
                      <a:pt x="1411" y="982"/>
                      <a:pt x="1434" y="1120"/>
                      <a:pt x="1435" y="1185"/>
                    </a:cubicBezTo>
                    <a:cubicBezTo>
                      <a:pt x="1436" y="1201"/>
                      <a:pt x="1426" y="1269"/>
                      <a:pt x="1423" y="1292"/>
                    </a:cubicBezTo>
                    <a:cubicBezTo>
                      <a:pt x="1320" y="1323"/>
                      <a:pt x="1220" y="1301"/>
                      <a:pt x="1204" y="1297"/>
                    </a:cubicBezTo>
                    <a:cubicBezTo>
                      <a:pt x="1198" y="1288"/>
                      <a:pt x="1176" y="1253"/>
                      <a:pt x="1155" y="1203"/>
                    </a:cubicBezTo>
                    <a:cubicBezTo>
                      <a:pt x="1140" y="1170"/>
                      <a:pt x="1130" y="1136"/>
                      <a:pt x="1123" y="1100"/>
                    </a:cubicBezTo>
                    <a:cubicBezTo>
                      <a:pt x="1108" y="1036"/>
                      <a:pt x="1093" y="950"/>
                      <a:pt x="1082" y="886"/>
                    </a:cubicBezTo>
                    <a:cubicBezTo>
                      <a:pt x="1082" y="884"/>
                      <a:pt x="1080" y="883"/>
                      <a:pt x="1079" y="883"/>
                    </a:cubicBezTo>
                    <a:cubicBezTo>
                      <a:pt x="1077" y="884"/>
                      <a:pt x="1076" y="885"/>
                      <a:pt x="1076" y="887"/>
                    </a:cubicBezTo>
                    <a:cubicBezTo>
                      <a:pt x="1086" y="952"/>
                      <a:pt x="1100" y="1039"/>
                      <a:pt x="1113" y="1102"/>
                    </a:cubicBezTo>
                    <a:cubicBezTo>
                      <a:pt x="1120" y="1138"/>
                      <a:pt x="1130" y="1174"/>
                      <a:pt x="1144" y="1208"/>
                    </a:cubicBezTo>
                    <a:cubicBezTo>
                      <a:pt x="1160" y="1245"/>
                      <a:pt x="1178" y="1279"/>
                      <a:pt x="1192" y="1301"/>
                    </a:cubicBezTo>
                    <a:cubicBezTo>
                      <a:pt x="1179" y="1315"/>
                      <a:pt x="1127" y="1369"/>
                      <a:pt x="1038" y="1449"/>
                    </a:cubicBezTo>
                    <a:cubicBezTo>
                      <a:pt x="975" y="1506"/>
                      <a:pt x="900" y="1520"/>
                      <a:pt x="810" y="1529"/>
                    </a:cubicBezTo>
                    <a:cubicBezTo>
                      <a:pt x="779" y="1487"/>
                      <a:pt x="751" y="1427"/>
                      <a:pt x="737" y="1362"/>
                    </a:cubicBezTo>
                    <a:cubicBezTo>
                      <a:pt x="723" y="1297"/>
                      <a:pt x="724" y="1190"/>
                      <a:pt x="729" y="1124"/>
                    </a:cubicBezTo>
                    <a:cubicBezTo>
                      <a:pt x="843" y="1024"/>
                      <a:pt x="852" y="637"/>
                      <a:pt x="785" y="483"/>
                    </a:cubicBezTo>
                    <a:cubicBezTo>
                      <a:pt x="829" y="510"/>
                      <a:pt x="852" y="556"/>
                      <a:pt x="945" y="545"/>
                    </a:cubicBezTo>
                    <a:cubicBezTo>
                      <a:pt x="995" y="539"/>
                      <a:pt x="1046" y="525"/>
                      <a:pt x="1103" y="551"/>
                    </a:cubicBezTo>
                    <a:cubicBezTo>
                      <a:pt x="1133" y="564"/>
                      <a:pt x="1192" y="601"/>
                      <a:pt x="1249" y="629"/>
                    </a:cubicBezTo>
                    <a:cubicBezTo>
                      <a:pt x="1300" y="653"/>
                      <a:pt x="1331" y="663"/>
                      <a:pt x="1367" y="671"/>
                    </a:cubicBezTo>
                    <a:cubicBezTo>
                      <a:pt x="1403" y="678"/>
                      <a:pt x="1422" y="680"/>
                      <a:pt x="1458" y="698"/>
                    </a:cubicBezTo>
                    <a:cubicBezTo>
                      <a:pt x="1490" y="714"/>
                      <a:pt x="1522" y="739"/>
                      <a:pt x="1544" y="764"/>
                    </a:cubicBezTo>
                    <a:cubicBezTo>
                      <a:pt x="1545" y="765"/>
                      <a:pt x="1547" y="765"/>
                      <a:pt x="1547" y="764"/>
                    </a:cubicBezTo>
                    <a:cubicBezTo>
                      <a:pt x="1548" y="763"/>
                      <a:pt x="1549" y="762"/>
                      <a:pt x="1548" y="761"/>
                    </a:cubicBezTo>
                    <a:cubicBezTo>
                      <a:pt x="1524" y="733"/>
                      <a:pt x="1495" y="709"/>
                      <a:pt x="1462" y="691"/>
                    </a:cubicBezTo>
                    <a:cubicBezTo>
                      <a:pt x="1390" y="652"/>
                      <a:pt x="1372" y="676"/>
                      <a:pt x="1255" y="618"/>
                    </a:cubicBezTo>
                    <a:cubicBezTo>
                      <a:pt x="1198" y="588"/>
                      <a:pt x="1140" y="551"/>
                      <a:pt x="1110" y="537"/>
                    </a:cubicBezTo>
                    <a:cubicBezTo>
                      <a:pt x="1003" y="488"/>
                      <a:pt x="926" y="567"/>
                      <a:pt x="845" y="507"/>
                    </a:cubicBezTo>
                    <a:cubicBezTo>
                      <a:pt x="830" y="496"/>
                      <a:pt x="817" y="484"/>
                      <a:pt x="800" y="473"/>
                    </a:cubicBezTo>
                    <a:cubicBezTo>
                      <a:pt x="749" y="441"/>
                      <a:pt x="575" y="356"/>
                      <a:pt x="458" y="294"/>
                    </a:cubicBezTo>
                    <a:cubicBezTo>
                      <a:pt x="417" y="272"/>
                      <a:pt x="393" y="260"/>
                      <a:pt x="365" y="237"/>
                    </a:cubicBezTo>
                    <a:cubicBezTo>
                      <a:pt x="290" y="178"/>
                      <a:pt x="222" y="86"/>
                      <a:pt x="163" y="51"/>
                    </a:cubicBezTo>
                    <a:cubicBezTo>
                      <a:pt x="117" y="21"/>
                      <a:pt x="59" y="10"/>
                      <a:pt x="5" y="1"/>
                    </a:cubicBezTo>
                    <a:cubicBezTo>
                      <a:pt x="3" y="0"/>
                      <a:pt x="1" y="1"/>
                      <a:pt x="1" y="4"/>
                    </a:cubicBezTo>
                    <a:cubicBezTo>
                      <a:pt x="0" y="6"/>
                      <a:pt x="2" y="7"/>
                      <a:pt x="4" y="8"/>
                    </a:cubicBezTo>
                    <a:cubicBezTo>
                      <a:pt x="56" y="19"/>
                      <a:pt x="113" y="31"/>
                      <a:pt x="157" y="60"/>
                    </a:cubicBezTo>
                    <a:cubicBezTo>
                      <a:pt x="202" y="89"/>
                      <a:pt x="257" y="157"/>
                      <a:pt x="316" y="214"/>
                    </a:cubicBezTo>
                    <a:cubicBezTo>
                      <a:pt x="235" y="274"/>
                      <a:pt x="224" y="397"/>
                      <a:pt x="233" y="498"/>
                    </a:cubicBezTo>
                    <a:cubicBezTo>
                      <a:pt x="237" y="542"/>
                      <a:pt x="245" y="586"/>
                      <a:pt x="249" y="600"/>
                    </a:cubicBezTo>
                    <a:cubicBezTo>
                      <a:pt x="271" y="665"/>
                      <a:pt x="301" y="724"/>
                      <a:pt x="338" y="778"/>
                    </a:cubicBezTo>
                    <a:cubicBezTo>
                      <a:pt x="372" y="827"/>
                      <a:pt x="420" y="881"/>
                      <a:pt x="468" y="916"/>
                    </a:cubicBezTo>
                    <a:cubicBezTo>
                      <a:pt x="430" y="946"/>
                      <a:pt x="379" y="978"/>
                      <a:pt x="334" y="990"/>
                    </a:cubicBezTo>
                    <a:cubicBezTo>
                      <a:pt x="300" y="999"/>
                      <a:pt x="263" y="1004"/>
                      <a:pt x="240" y="1009"/>
                    </a:cubicBezTo>
                    <a:cubicBezTo>
                      <a:pt x="232" y="1008"/>
                      <a:pt x="206" y="1001"/>
                      <a:pt x="189" y="985"/>
                    </a:cubicBezTo>
                    <a:cubicBezTo>
                      <a:pt x="188" y="984"/>
                      <a:pt x="187" y="984"/>
                      <a:pt x="186" y="985"/>
                    </a:cubicBezTo>
                    <a:cubicBezTo>
                      <a:pt x="185" y="986"/>
                      <a:pt x="185" y="987"/>
                      <a:pt x="186" y="988"/>
                    </a:cubicBezTo>
                    <a:cubicBezTo>
                      <a:pt x="199" y="1001"/>
                      <a:pt x="219" y="1009"/>
                      <a:pt x="231" y="1012"/>
                    </a:cubicBezTo>
                    <a:cubicBezTo>
                      <a:pt x="212" y="1018"/>
                      <a:pt x="194" y="1034"/>
                      <a:pt x="182" y="1048"/>
                    </a:cubicBezTo>
                    <a:cubicBezTo>
                      <a:pt x="181" y="1048"/>
                      <a:pt x="181" y="1050"/>
                      <a:pt x="182" y="1051"/>
                    </a:cubicBezTo>
                    <a:cubicBezTo>
                      <a:pt x="182" y="1051"/>
                      <a:pt x="184" y="1051"/>
                      <a:pt x="185" y="1051"/>
                    </a:cubicBezTo>
                    <a:cubicBezTo>
                      <a:pt x="184" y="1051"/>
                      <a:pt x="198" y="1036"/>
                      <a:pt x="216" y="1025"/>
                    </a:cubicBezTo>
                    <a:cubicBezTo>
                      <a:pt x="228" y="1017"/>
                      <a:pt x="237" y="1016"/>
                      <a:pt x="254" y="1013"/>
                    </a:cubicBezTo>
                    <a:cubicBezTo>
                      <a:pt x="322" y="1002"/>
                      <a:pt x="352" y="1000"/>
                      <a:pt x="413" y="967"/>
                    </a:cubicBezTo>
                    <a:cubicBezTo>
                      <a:pt x="436" y="954"/>
                      <a:pt x="458" y="940"/>
                      <a:pt x="480" y="923"/>
                    </a:cubicBezTo>
                    <a:cubicBezTo>
                      <a:pt x="497" y="933"/>
                      <a:pt x="579" y="977"/>
                      <a:pt x="616" y="1008"/>
                    </a:cubicBezTo>
                    <a:cubicBezTo>
                      <a:pt x="640" y="1027"/>
                      <a:pt x="711" y="1087"/>
                      <a:pt x="716" y="1117"/>
                    </a:cubicBezTo>
                    <a:cubicBezTo>
                      <a:pt x="717" y="1123"/>
                      <a:pt x="710" y="1179"/>
                      <a:pt x="714" y="1270"/>
                    </a:cubicBezTo>
                    <a:cubicBezTo>
                      <a:pt x="716" y="1304"/>
                      <a:pt x="717" y="1331"/>
                      <a:pt x="725" y="1365"/>
                    </a:cubicBezTo>
                    <a:cubicBezTo>
                      <a:pt x="743" y="1449"/>
                      <a:pt x="780" y="1508"/>
                      <a:pt x="795" y="1530"/>
                    </a:cubicBezTo>
                    <a:cubicBezTo>
                      <a:pt x="743" y="1535"/>
                      <a:pt x="686" y="1540"/>
                      <a:pt x="623" y="1550"/>
                    </a:cubicBezTo>
                    <a:cubicBezTo>
                      <a:pt x="445" y="1582"/>
                      <a:pt x="352" y="1713"/>
                      <a:pt x="303" y="1727"/>
                    </a:cubicBezTo>
                    <a:cubicBezTo>
                      <a:pt x="265" y="1738"/>
                      <a:pt x="208" y="1643"/>
                      <a:pt x="189" y="1606"/>
                    </a:cubicBezTo>
                    <a:cubicBezTo>
                      <a:pt x="187" y="1602"/>
                      <a:pt x="184" y="1601"/>
                      <a:pt x="180" y="1603"/>
                    </a:cubicBezTo>
                    <a:cubicBezTo>
                      <a:pt x="177" y="1604"/>
                      <a:pt x="175" y="1609"/>
                      <a:pt x="177" y="1612"/>
                    </a:cubicBezTo>
                    <a:cubicBezTo>
                      <a:pt x="199" y="1657"/>
                      <a:pt x="258" y="1753"/>
                      <a:pt x="307" y="1740"/>
                    </a:cubicBezTo>
                    <a:cubicBezTo>
                      <a:pt x="362" y="1724"/>
                      <a:pt x="448" y="1594"/>
                      <a:pt x="626" y="1563"/>
                    </a:cubicBezTo>
                    <a:cubicBezTo>
                      <a:pt x="692" y="1552"/>
                      <a:pt x="752" y="1548"/>
                      <a:pt x="807" y="1542"/>
                    </a:cubicBezTo>
                    <a:cubicBezTo>
                      <a:pt x="808" y="1542"/>
                      <a:pt x="809" y="1542"/>
                      <a:pt x="810" y="1542"/>
                    </a:cubicBezTo>
                    <a:cubicBezTo>
                      <a:pt x="903" y="1533"/>
                      <a:pt x="981" y="1519"/>
                      <a:pt x="1048" y="1459"/>
                    </a:cubicBezTo>
                    <a:cubicBezTo>
                      <a:pt x="1138" y="1377"/>
                      <a:pt x="1191" y="1322"/>
                      <a:pt x="1203" y="1309"/>
                    </a:cubicBezTo>
                    <a:cubicBezTo>
                      <a:pt x="1224" y="1314"/>
                      <a:pt x="1324" y="1336"/>
                      <a:pt x="1430" y="1303"/>
                    </a:cubicBezTo>
                    <a:cubicBezTo>
                      <a:pt x="1454" y="1313"/>
                      <a:pt x="1645" y="1393"/>
                      <a:pt x="1749" y="1365"/>
                    </a:cubicBezTo>
                    <a:cubicBezTo>
                      <a:pt x="1751" y="1364"/>
                      <a:pt x="1770" y="1354"/>
                      <a:pt x="1771" y="1352"/>
                    </a:cubicBezTo>
                    <a:cubicBezTo>
                      <a:pt x="1771" y="1351"/>
                      <a:pt x="1771" y="1337"/>
                      <a:pt x="1771" y="1256"/>
                    </a:cubicBezTo>
                    <a:lnTo>
                      <a:pt x="1777" y="703"/>
                    </a:lnTo>
                    <a:cubicBezTo>
                      <a:pt x="1776" y="699"/>
                      <a:pt x="1773" y="660"/>
                      <a:pt x="1770" y="660"/>
                    </a:cubicBezTo>
                    <a:moveTo>
                      <a:pt x="643" y="1013"/>
                    </a:moveTo>
                    <a:cubicBezTo>
                      <a:pt x="625" y="998"/>
                      <a:pt x="618" y="993"/>
                      <a:pt x="605" y="984"/>
                    </a:cubicBezTo>
                    <a:cubicBezTo>
                      <a:pt x="570" y="959"/>
                      <a:pt x="520" y="930"/>
                      <a:pt x="482" y="910"/>
                    </a:cubicBezTo>
                    <a:cubicBezTo>
                      <a:pt x="478" y="907"/>
                      <a:pt x="449" y="887"/>
                      <a:pt x="411" y="845"/>
                    </a:cubicBezTo>
                    <a:cubicBezTo>
                      <a:pt x="344" y="773"/>
                      <a:pt x="295" y="689"/>
                      <a:pt x="264" y="595"/>
                    </a:cubicBezTo>
                    <a:cubicBezTo>
                      <a:pt x="263" y="594"/>
                      <a:pt x="254" y="554"/>
                      <a:pt x="249" y="496"/>
                    </a:cubicBezTo>
                    <a:cubicBezTo>
                      <a:pt x="241" y="400"/>
                      <a:pt x="251" y="281"/>
                      <a:pt x="329" y="226"/>
                    </a:cubicBezTo>
                    <a:cubicBezTo>
                      <a:pt x="372" y="266"/>
                      <a:pt x="396" y="279"/>
                      <a:pt x="450" y="308"/>
                    </a:cubicBezTo>
                    <a:cubicBezTo>
                      <a:pt x="550" y="361"/>
                      <a:pt x="694" y="433"/>
                      <a:pt x="764" y="472"/>
                    </a:cubicBezTo>
                    <a:cubicBezTo>
                      <a:pt x="837" y="603"/>
                      <a:pt x="833" y="1000"/>
                      <a:pt x="727" y="1108"/>
                    </a:cubicBezTo>
                    <a:cubicBezTo>
                      <a:pt x="716" y="1075"/>
                      <a:pt x="664" y="1031"/>
                      <a:pt x="643" y="10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4"/>
              <p:cNvSpPr/>
              <p:nvPr/>
            </p:nvSpPr>
            <p:spPr>
              <a:xfrm>
                <a:off x="697569" y="2777072"/>
                <a:ext cx="47001" cy="62857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79" y="110"/>
                    </a:moveTo>
                    <a:lnTo>
                      <a:pt x="79" y="110"/>
                    </a:lnTo>
                    <a:cubicBezTo>
                      <a:pt x="76" y="110"/>
                      <a:pt x="22" y="107"/>
                      <a:pt x="0" y="4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5" y="0"/>
                      <a:pt x="6" y="1"/>
                      <a:pt x="7" y="2"/>
                    </a:cubicBezTo>
                    <a:cubicBezTo>
                      <a:pt x="28" y="101"/>
                      <a:pt x="78" y="103"/>
                      <a:pt x="78" y="103"/>
                    </a:cubicBezTo>
                    <a:cubicBezTo>
                      <a:pt x="80" y="103"/>
                      <a:pt x="81" y="105"/>
                      <a:pt x="81" y="107"/>
                    </a:cubicBezTo>
                    <a:cubicBezTo>
                      <a:pt x="82" y="109"/>
                      <a:pt x="80" y="110"/>
                      <a:pt x="79" y="1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4"/>
              <p:cNvSpPr/>
              <p:nvPr/>
            </p:nvSpPr>
            <p:spPr>
              <a:xfrm>
                <a:off x="670954" y="2370483"/>
                <a:ext cx="95702" cy="171017"/>
              </a:xfrm>
              <a:custGeom>
                <a:avLst/>
                <a:gdLst/>
                <a:ahLst/>
                <a:cxnLst/>
                <a:rect l="l" t="t" r="r" b="b"/>
                <a:pathLst>
                  <a:path w="169" h="302" extrusionOk="0">
                    <a:moveTo>
                      <a:pt x="166" y="301"/>
                    </a:moveTo>
                    <a:cubicBezTo>
                      <a:pt x="124" y="293"/>
                      <a:pt x="61" y="275"/>
                      <a:pt x="35" y="241"/>
                    </a:cubicBezTo>
                    <a:cubicBezTo>
                      <a:pt x="33" y="238"/>
                      <a:pt x="34" y="240"/>
                      <a:pt x="32" y="236"/>
                    </a:cubicBezTo>
                    <a:cubicBezTo>
                      <a:pt x="26" y="224"/>
                      <a:pt x="28" y="227"/>
                      <a:pt x="25" y="218"/>
                    </a:cubicBezTo>
                    <a:cubicBezTo>
                      <a:pt x="24" y="215"/>
                      <a:pt x="20" y="200"/>
                      <a:pt x="19" y="194"/>
                    </a:cubicBezTo>
                    <a:cubicBezTo>
                      <a:pt x="6" y="137"/>
                      <a:pt x="1" y="61"/>
                      <a:pt x="0" y="2"/>
                    </a:cubicBezTo>
                    <a:cubicBezTo>
                      <a:pt x="0" y="1"/>
                      <a:pt x="0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7" y="57"/>
                      <a:pt x="14" y="140"/>
                      <a:pt x="25" y="193"/>
                    </a:cubicBezTo>
                    <a:cubicBezTo>
                      <a:pt x="26" y="199"/>
                      <a:pt x="30" y="214"/>
                      <a:pt x="32" y="216"/>
                    </a:cubicBezTo>
                    <a:cubicBezTo>
                      <a:pt x="35" y="225"/>
                      <a:pt x="33" y="221"/>
                      <a:pt x="38" y="232"/>
                    </a:cubicBezTo>
                    <a:cubicBezTo>
                      <a:pt x="40" y="236"/>
                      <a:pt x="39" y="234"/>
                      <a:pt x="41" y="237"/>
                    </a:cubicBezTo>
                    <a:cubicBezTo>
                      <a:pt x="57" y="260"/>
                      <a:pt x="94" y="276"/>
                      <a:pt x="121" y="285"/>
                    </a:cubicBezTo>
                    <a:cubicBezTo>
                      <a:pt x="150" y="295"/>
                      <a:pt x="168" y="299"/>
                      <a:pt x="167" y="298"/>
                    </a:cubicBezTo>
                    <a:cubicBezTo>
                      <a:pt x="168" y="299"/>
                      <a:pt x="168" y="301"/>
                      <a:pt x="166" y="30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4"/>
              <p:cNvSpPr/>
              <p:nvPr/>
            </p:nvSpPr>
            <p:spPr>
              <a:xfrm>
                <a:off x="678315" y="2085643"/>
                <a:ext cx="34543" cy="134775"/>
              </a:xfrm>
              <a:custGeom>
                <a:avLst/>
                <a:gdLst/>
                <a:ahLst/>
                <a:cxnLst/>
                <a:rect l="l" t="t" r="r" b="b"/>
                <a:pathLst>
                  <a:path w="61" h="238" extrusionOk="0">
                    <a:moveTo>
                      <a:pt x="56" y="237"/>
                    </a:moveTo>
                    <a:cubicBezTo>
                      <a:pt x="1" y="226"/>
                      <a:pt x="0" y="41"/>
                      <a:pt x="0" y="4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" y="0"/>
                      <a:pt x="7" y="1"/>
                      <a:pt x="7" y="3"/>
                    </a:cubicBezTo>
                    <a:cubicBezTo>
                      <a:pt x="6" y="51"/>
                      <a:pt x="10" y="220"/>
                      <a:pt x="57" y="230"/>
                    </a:cubicBezTo>
                    <a:cubicBezTo>
                      <a:pt x="59" y="231"/>
                      <a:pt x="60" y="232"/>
                      <a:pt x="59" y="234"/>
                    </a:cubicBezTo>
                    <a:cubicBezTo>
                      <a:pt x="59" y="236"/>
                      <a:pt x="58" y="237"/>
                      <a:pt x="56" y="23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4"/>
              <p:cNvSpPr/>
              <p:nvPr/>
            </p:nvSpPr>
            <p:spPr>
              <a:xfrm>
                <a:off x="1091136" y="3205180"/>
                <a:ext cx="403759" cy="8154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144" extrusionOk="0">
                    <a:moveTo>
                      <a:pt x="4" y="119"/>
                    </a:moveTo>
                    <a:cubicBezTo>
                      <a:pt x="33" y="125"/>
                      <a:pt x="63" y="128"/>
                      <a:pt x="93" y="129"/>
                    </a:cubicBezTo>
                    <a:cubicBezTo>
                      <a:pt x="123" y="131"/>
                      <a:pt x="152" y="129"/>
                      <a:pt x="182" y="125"/>
                    </a:cubicBezTo>
                    <a:cubicBezTo>
                      <a:pt x="211" y="121"/>
                      <a:pt x="241" y="114"/>
                      <a:pt x="268" y="103"/>
                    </a:cubicBezTo>
                    <a:cubicBezTo>
                      <a:pt x="282" y="97"/>
                      <a:pt x="295" y="91"/>
                      <a:pt x="309" y="84"/>
                    </a:cubicBezTo>
                    <a:lnTo>
                      <a:pt x="350" y="64"/>
                    </a:lnTo>
                    <a:cubicBezTo>
                      <a:pt x="377" y="51"/>
                      <a:pt x="406" y="38"/>
                      <a:pt x="436" y="30"/>
                    </a:cubicBezTo>
                    <a:cubicBezTo>
                      <a:pt x="465" y="22"/>
                      <a:pt x="495" y="18"/>
                      <a:pt x="526" y="14"/>
                    </a:cubicBezTo>
                    <a:cubicBezTo>
                      <a:pt x="586" y="6"/>
                      <a:pt x="647" y="3"/>
                      <a:pt x="707" y="0"/>
                    </a:cubicBezTo>
                    <a:cubicBezTo>
                      <a:pt x="709" y="0"/>
                      <a:pt x="711" y="1"/>
                      <a:pt x="712" y="4"/>
                    </a:cubicBezTo>
                    <a:cubicBezTo>
                      <a:pt x="712" y="6"/>
                      <a:pt x="710" y="7"/>
                      <a:pt x="708" y="8"/>
                    </a:cubicBezTo>
                    <a:cubicBezTo>
                      <a:pt x="648" y="13"/>
                      <a:pt x="588" y="18"/>
                      <a:pt x="528" y="26"/>
                    </a:cubicBezTo>
                    <a:cubicBezTo>
                      <a:pt x="498" y="31"/>
                      <a:pt x="468" y="36"/>
                      <a:pt x="440" y="43"/>
                    </a:cubicBezTo>
                    <a:cubicBezTo>
                      <a:pt x="411" y="51"/>
                      <a:pt x="384" y="63"/>
                      <a:pt x="357" y="77"/>
                    </a:cubicBezTo>
                    <a:lnTo>
                      <a:pt x="316" y="97"/>
                    </a:lnTo>
                    <a:lnTo>
                      <a:pt x="296" y="107"/>
                    </a:lnTo>
                    <a:cubicBezTo>
                      <a:pt x="289" y="110"/>
                      <a:pt x="282" y="114"/>
                      <a:pt x="275" y="116"/>
                    </a:cubicBezTo>
                    <a:cubicBezTo>
                      <a:pt x="246" y="127"/>
                      <a:pt x="216" y="135"/>
                      <a:pt x="185" y="139"/>
                    </a:cubicBezTo>
                    <a:cubicBezTo>
                      <a:pt x="155" y="143"/>
                      <a:pt x="124" y="143"/>
                      <a:pt x="93" y="141"/>
                    </a:cubicBezTo>
                    <a:cubicBezTo>
                      <a:pt x="78" y="140"/>
                      <a:pt x="63" y="138"/>
                      <a:pt x="48" y="136"/>
                    </a:cubicBezTo>
                    <a:cubicBezTo>
                      <a:pt x="33" y="134"/>
                      <a:pt x="18" y="131"/>
                      <a:pt x="3" y="127"/>
                    </a:cubicBezTo>
                    <a:cubicBezTo>
                      <a:pt x="1" y="126"/>
                      <a:pt x="0" y="124"/>
                      <a:pt x="0" y="122"/>
                    </a:cubicBezTo>
                    <a:cubicBezTo>
                      <a:pt x="0" y="119"/>
                      <a:pt x="2" y="118"/>
                      <a:pt x="4" y="1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4"/>
              <p:cNvSpPr/>
              <p:nvPr/>
            </p:nvSpPr>
            <p:spPr>
              <a:xfrm>
                <a:off x="1184006" y="3141757"/>
                <a:ext cx="76448" cy="125148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1" extrusionOk="0">
                    <a:moveTo>
                      <a:pt x="122" y="218"/>
                    </a:moveTo>
                    <a:cubicBezTo>
                      <a:pt x="107" y="203"/>
                      <a:pt x="94" y="187"/>
                      <a:pt x="81" y="170"/>
                    </a:cubicBezTo>
                    <a:cubicBezTo>
                      <a:pt x="68" y="154"/>
                      <a:pt x="56" y="137"/>
                      <a:pt x="46" y="119"/>
                    </a:cubicBezTo>
                    <a:cubicBezTo>
                      <a:pt x="35" y="101"/>
                      <a:pt x="26" y="82"/>
                      <a:pt x="18" y="63"/>
                    </a:cubicBezTo>
                    <a:cubicBezTo>
                      <a:pt x="10" y="44"/>
                      <a:pt x="5" y="24"/>
                      <a:pt x="1" y="3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" y="0"/>
                      <a:pt x="6" y="0"/>
                      <a:pt x="6" y="2"/>
                    </a:cubicBezTo>
                    <a:lnTo>
                      <a:pt x="6" y="2"/>
                    </a:lnTo>
                    <a:cubicBezTo>
                      <a:pt x="11" y="22"/>
                      <a:pt x="17" y="42"/>
                      <a:pt x="25" y="60"/>
                    </a:cubicBezTo>
                    <a:cubicBezTo>
                      <a:pt x="33" y="79"/>
                      <a:pt x="43" y="96"/>
                      <a:pt x="54" y="113"/>
                    </a:cubicBezTo>
                    <a:cubicBezTo>
                      <a:pt x="65" y="131"/>
                      <a:pt x="77" y="147"/>
                      <a:pt x="90" y="163"/>
                    </a:cubicBezTo>
                    <a:cubicBezTo>
                      <a:pt x="103" y="179"/>
                      <a:pt x="117" y="194"/>
                      <a:pt x="131" y="207"/>
                    </a:cubicBezTo>
                    <a:lnTo>
                      <a:pt x="131" y="207"/>
                    </a:lnTo>
                    <a:cubicBezTo>
                      <a:pt x="134" y="210"/>
                      <a:pt x="134" y="214"/>
                      <a:pt x="131" y="217"/>
                    </a:cubicBezTo>
                    <a:cubicBezTo>
                      <a:pt x="129" y="220"/>
                      <a:pt x="125" y="220"/>
                      <a:pt x="122" y="2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4"/>
              <p:cNvSpPr/>
              <p:nvPr/>
            </p:nvSpPr>
            <p:spPr>
              <a:xfrm>
                <a:off x="751366" y="1162039"/>
                <a:ext cx="968343" cy="1333589"/>
              </a:xfrm>
              <a:custGeom>
                <a:avLst/>
                <a:gdLst/>
                <a:ahLst/>
                <a:cxnLst/>
                <a:rect l="l" t="t" r="r" b="b"/>
                <a:pathLst>
                  <a:path w="1710" h="2355" extrusionOk="0">
                    <a:moveTo>
                      <a:pt x="1696" y="605"/>
                    </a:moveTo>
                    <a:cubicBezTo>
                      <a:pt x="1697" y="515"/>
                      <a:pt x="1698" y="455"/>
                      <a:pt x="1698" y="364"/>
                    </a:cubicBezTo>
                    <a:cubicBezTo>
                      <a:pt x="1698" y="360"/>
                      <a:pt x="1693" y="335"/>
                      <a:pt x="1689" y="334"/>
                    </a:cubicBezTo>
                    <a:cubicBezTo>
                      <a:pt x="1684" y="334"/>
                      <a:pt x="1679" y="359"/>
                      <a:pt x="1679" y="364"/>
                    </a:cubicBezTo>
                    <a:cubicBezTo>
                      <a:pt x="1679" y="367"/>
                      <a:pt x="1679" y="383"/>
                      <a:pt x="1678" y="388"/>
                    </a:cubicBezTo>
                    <a:cubicBezTo>
                      <a:pt x="1588" y="382"/>
                      <a:pt x="1536" y="425"/>
                      <a:pt x="1511" y="454"/>
                    </a:cubicBezTo>
                    <a:cubicBezTo>
                      <a:pt x="1505" y="404"/>
                      <a:pt x="1480" y="352"/>
                      <a:pt x="1437" y="303"/>
                    </a:cubicBezTo>
                    <a:cubicBezTo>
                      <a:pt x="1406" y="268"/>
                      <a:pt x="1375" y="244"/>
                      <a:pt x="1363" y="236"/>
                    </a:cubicBezTo>
                    <a:cubicBezTo>
                      <a:pt x="1363" y="192"/>
                      <a:pt x="1352" y="145"/>
                      <a:pt x="1339" y="104"/>
                    </a:cubicBezTo>
                    <a:cubicBezTo>
                      <a:pt x="1339" y="101"/>
                      <a:pt x="1331" y="86"/>
                      <a:pt x="1329" y="87"/>
                    </a:cubicBezTo>
                    <a:cubicBezTo>
                      <a:pt x="1326" y="88"/>
                      <a:pt x="1328" y="103"/>
                      <a:pt x="1329" y="106"/>
                    </a:cubicBezTo>
                    <a:cubicBezTo>
                      <a:pt x="1330" y="113"/>
                      <a:pt x="1347" y="179"/>
                      <a:pt x="1344" y="235"/>
                    </a:cubicBezTo>
                    <a:cubicBezTo>
                      <a:pt x="1325" y="247"/>
                      <a:pt x="1257" y="300"/>
                      <a:pt x="1234" y="438"/>
                    </a:cubicBezTo>
                    <a:cubicBezTo>
                      <a:pt x="1214" y="410"/>
                      <a:pt x="1186" y="385"/>
                      <a:pt x="1154" y="367"/>
                    </a:cubicBezTo>
                    <a:cubicBezTo>
                      <a:pt x="1115" y="345"/>
                      <a:pt x="1069" y="332"/>
                      <a:pt x="1028" y="329"/>
                    </a:cubicBezTo>
                    <a:cubicBezTo>
                      <a:pt x="1025" y="328"/>
                      <a:pt x="1022" y="331"/>
                      <a:pt x="1022" y="334"/>
                    </a:cubicBezTo>
                    <a:cubicBezTo>
                      <a:pt x="1022" y="335"/>
                      <a:pt x="1022" y="339"/>
                      <a:pt x="1028" y="340"/>
                    </a:cubicBezTo>
                    <a:cubicBezTo>
                      <a:pt x="1066" y="344"/>
                      <a:pt x="1110" y="358"/>
                      <a:pt x="1147" y="381"/>
                    </a:cubicBezTo>
                    <a:cubicBezTo>
                      <a:pt x="1181" y="401"/>
                      <a:pt x="1210" y="431"/>
                      <a:pt x="1230" y="468"/>
                    </a:cubicBezTo>
                    <a:cubicBezTo>
                      <a:pt x="1210" y="624"/>
                      <a:pt x="1112" y="786"/>
                      <a:pt x="1094" y="815"/>
                    </a:cubicBezTo>
                    <a:cubicBezTo>
                      <a:pt x="939" y="821"/>
                      <a:pt x="830" y="853"/>
                      <a:pt x="823" y="854"/>
                    </a:cubicBezTo>
                    <a:cubicBezTo>
                      <a:pt x="816" y="856"/>
                      <a:pt x="809" y="853"/>
                      <a:pt x="804" y="848"/>
                    </a:cubicBezTo>
                    <a:cubicBezTo>
                      <a:pt x="790" y="834"/>
                      <a:pt x="696" y="691"/>
                      <a:pt x="556" y="636"/>
                    </a:cubicBezTo>
                    <a:cubicBezTo>
                      <a:pt x="553" y="634"/>
                      <a:pt x="550" y="636"/>
                      <a:pt x="549" y="639"/>
                    </a:cubicBezTo>
                    <a:cubicBezTo>
                      <a:pt x="548" y="642"/>
                      <a:pt x="549" y="645"/>
                      <a:pt x="552" y="646"/>
                    </a:cubicBezTo>
                    <a:cubicBezTo>
                      <a:pt x="686" y="707"/>
                      <a:pt x="773" y="844"/>
                      <a:pt x="790" y="862"/>
                    </a:cubicBezTo>
                    <a:cubicBezTo>
                      <a:pt x="800" y="872"/>
                      <a:pt x="814" y="875"/>
                      <a:pt x="826" y="873"/>
                    </a:cubicBezTo>
                    <a:cubicBezTo>
                      <a:pt x="838" y="871"/>
                      <a:pt x="941" y="841"/>
                      <a:pt x="1094" y="834"/>
                    </a:cubicBezTo>
                    <a:cubicBezTo>
                      <a:pt x="1173" y="942"/>
                      <a:pt x="1192" y="1072"/>
                      <a:pt x="1168" y="1202"/>
                    </a:cubicBezTo>
                    <a:cubicBezTo>
                      <a:pt x="1139" y="1359"/>
                      <a:pt x="1096" y="1360"/>
                      <a:pt x="1073" y="1484"/>
                    </a:cubicBezTo>
                    <a:cubicBezTo>
                      <a:pt x="1068" y="1510"/>
                      <a:pt x="1065" y="1536"/>
                      <a:pt x="1063" y="1559"/>
                    </a:cubicBezTo>
                    <a:cubicBezTo>
                      <a:pt x="1014" y="1523"/>
                      <a:pt x="915" y="1478"/>
                      <a:pt x="836" y="1405"/>
                    </a:cubicBezTo>
                    <a:cubicBezTo>
                      <a:pt x="763" y="1339"/>
                      <a:pt x="724" y="1284"/>
                      <a:pt x="676" y="1234"/>
                    </a:cubicBezTo>
                    <a:cubicBezTo>
                      <a:pt x="619" y="1172"/>
                      <a:pt x="570" y="1156"/>
                      <a:pt x="529" y="1134"/>
                    </a:cubicBezTo>
                    <a:cubicBezTo>
                      <a:pt x="474" y="1105"/>
                      <a:pt x="438" y="1072"/>
                      <a:pt x="393" y="1028"/>
                    </a:cubicBezTo>
                    <a:cubicBezTo>
                      <a:pt x="295" y="933"/>
                      <a:pt x="160" y="803"/>
                      <a:pt x="159" y="801"/>
                    </a:cubicBezTo>
                    <a:cubicBezTo>
                      <a:pt x="144" y="724"/>
                      <a:pt x="163" y="623"/>
                      <a:pt x="191" y="550"/>
                    </a:cubicBezTo>
                    <a:cubicBezTo>
                      <a:pt x="225" y="460"/>
                      <a:pt x="249" y="395"/>
                      <a:pt x="331" y="357"/>
                    </a:cubicBezTo>
                    <a:cubicBezTo>
                      <a:pt x="486" y="387"/>
                      <a:pt x="594" y="213"/>
                      <a:pt x="689" y="194"/>
                    </a:cubicBezTo>
                    <a:cubicBezTo>
                      <a:pt x="694" y="209"/>
                      <a:pt x="708" y="249"/>
                      <a:pt x="731" y="324"/>
                    </a:cubicBezTo>
                    <a:cubicBezTo>
                      <a:pt x="755" y="399"/>
                      <a:pt x="794" y="475"/>
                      <a:pt x="841" y="539"/>
                    </a:cubicBezTo>
                    <a:cubicBezTo>
                      <a:pt x="843" y="541"/>
                      <a:pt x="845" y="541"/>
                      <a:pt x="846" y="540"/>
                    </a:cubicBezTo>
                    <a:cubicBezTo>
                      <a:pt x="848" y="538"/>
                      <a:pt x="849" y="536"/>
                      <a:pt x="847" y="535"/>
                    </a:cubicBezTo>
                    <a:cubicBezTo>
                      <a:pt x="848" y="536"/>
                      <a:pt x="822" y="500"/>
                      <a:pt x="797" y="453"/>
                    </a:cubicBezTo>
                    <a:cubicBezTo>
                      <a:pt x="750" y="366"/>
                      <a:pt x="760" y="357"/>
                      <a:pt x="706" y="185"/>
                    </a:cubicBezTo>
                    <a:cubicBezTo>
                      <a:pt x="714" y="174"/>
                      <a:pt x="726" y="163"/>
                      <a:pt x="737" y="155"/>
                    </a:cubicBezTo>
                    <a:cubicBezTo>
                      <a:pt x="813" y="93"/>
                      <a:pt x="958" y="38"/>
                      <a:pt x="1055" y="21"/>
                    </a:cubicBezTo>
                    <a:cubicBezTo>
                      <a:pt x="1058" y="20"/>
                      <a:pt x="1075" y="13"/>
                      <a:pt x="1075" y="11"/>
                    </a:cubicBezTo>
                    <a:cubicBezTo>
                      <a:pt x="1073" y="0"/>
                      <a:pt x="784" y="57"/>
                      <a:pt x="691" y="174"/>
                    </a:cubicBezTo>
                    <a:cubicBezTo>
                      <a:pt x="659" y="177"/>
                      <a:pt x="627" y="205"/>
                      <a:pt x="601" y="224"/>
                    </a:cubicBezTo>
                    <a:cubicBezTo>
                      <a:pt x="523" y="281"/>
                      <a:pt x="443" y="351"/>
                      <a:pt x="340" y="339"/>
                    </a:cubicBezTo>
                    <a:cubicBezTo>
                      <a:pt x="340" y="309"/>
                      <a:pt x="344" y="280"/>
                      <a:pt x="353" y="251"/>
                    </a:cubicBezTo>
                    <a:cubicBezTo>
                      <a:pt x="363" y="221"/>
                      <a:pt x="379" y="189"/>
                      <a:pt x="398" y="163"/>
                    </a:cubicBezTo>
                    <a:cubicBezTo>
                      <a:pt x="399" y="161"/>
                      <a:pt x="420" y="136"/>
                      <a:pt x="418" y="135"/>
                    </a:cubicBezTo>
                    <a:cubicBezTo>
                      <a:pt x="416" y="133"/>
                      <a:pt x="392" y="156"/>
                      <a:pt x="390" y="158"/>
                    </a:cubicBezTo>
                    <a:cubicBezTo>
                      <a:pt x="372" y="181"/>
                      <a:pt x="354" y="213"/>
                      <a:pt x="341" y="247"/>
                    </a:cubicBezTo>
                    <a:cubicBezTo>
                      <a:pt x="329" y="282"/>
                      <a:pt x="324" y="311"/>
                      <a:pt x="324" y="342"/>
                    </a:cubicBezTo>
                    <a:cubicBezTo>
                      <a:pt x="306" y="351"/>
                      <a:pt x="287" y="364"/>
                      <a:pt x="272" y="375"/>
                    </a:cubicBezTo>
                    <a:cubicBezTo>
                      <a:pt x="216" y="420"/>
                      <a:pt x="200" y="466"/>
                      <a:pt x="168" y="541"/>
                    </a:cubicBezTo>
                    <a:cubicBezTo>
                      <a:pt x="134" y="619"/>
                      <a:pt x="118" y="722"/>
                      <a:pt x="130" y="808"/>
                    </a:cubicBezTo>
                    <a:cubicBezTo>
                      <a:pt x="145" y="831"/>
                      <a:pt x="345" y="1028"/>
                      <a:pt x="469" y="1120"/>
                    </a:cubicBezTo>
                    <a:cubicBezTo>
                      <a:pt x="510" y="1150"/>
                      <a:pt x="542" y="1163"/>
                      <a:pt x="572" y="1180"/>
                    </a:cubicBezTo>
                    <a:cubicBezTo>
                      <a:pt x="669" y="1232"/>
                      <a:pt x="700" y="1314"/>
                      <a:pt x="819" y="1425"/>
                    </a:cubicBezTo>
                    <a:cubicBezTo>
                      <a:pt x="910" y="1510"/>
                      <a:pt x="1028" y="1560"/>
                      <a:pt x="1063" y="1597"/>
                    </a:cubicBezTo>
                    <a:cubicBezTo>
                      <a:pt x="1198" y="1739"/>
                      <a:pt x="1291" y="1802"/>
                      <a:pt x="1342" y="1837"/>
                    </a:cubicBezTo>
                    <a:cubicBezTo>
                      <a:pt x="1343" y="1890"/>
                      <a:pt x="1326" y="1943"/>
                      <a:pt x="1325" y="1943"/>
                    </a:cubicBezTo>
                    <a:cubicBezTo>
                      <a:pt x="1323" y="1950"/>
                      <a:pt x="1328" y="1956"/>
                      <a:pt x="1335" y="1956"/>
                    </a:cubicBezTo>
                    <a:cubicBezTo>
                      <a:pt x="1339" y="1956"/>
                      <a:pt x="1343" y="1954"/>
                      <a:pt x="1344" y="1950"/>
                    </a:cubicBezTo>
                    <a:cubicBezTo>
                      <a:pt x="1345" y="1948"/>
                      <a:pt x="1360" y="1901"/>
                      <a:pt x="1362" y="1850"/>
                    </a:cubicBezTo>
                    <a:cubicBezTo>
                      <a:pt x="1422" y="1892"/>
                      <a:pt x="1485" y="1965"/>
                      <a:pt x="1515" y="2030"/>
                    </a:cubicBezTo>
                    <a:cubicBezTo>
                      <a:pt x="1519" y="2041"/>
                      <a:pt x="1532" y="2045"/>
                      <a:pt x="1542" y="2040"/>
                    </a:cubicBezTo>
                    <a:cubicBezTo>
                      <a:pt x="1552" y="2035"/>
                      <a:pt x="1556" y="2023"/>
                      <a:pt x="1551" y="2014"/>
                    </a:cubicBezTo>
                    <a:cubicBezTo>
                      <a:pt x="1538" y="1988"/>
                      <a:pt x="1514" y="1949"/>
                      <a:pt x="1483" y="1913"/>
                    </a:cubicBezTo>
                    <a:cubicBezTo>
                      <a:pt x="1376" y="1788"/>
                      <a:pt x="1336" y="1827"/>
                      <a:pt x="1100" y="1593"/>
                    </a:cubicBezTo>
                    <a:cubicBezTo>
                      <a:pt x="1092" y="1586"/>
                      <a:pt x="1087" y="1580"/>
                      <a:pt x="1083" y="1576"/>
                    </a:cubicBezTo>
                    <a:cubicBezTo>
                      <a:pt x="1086" y="1462"/>
                      <a:pt x="1124" y="1410"/>
                      <a:pt x="1162" y="1304"/>
                    </a:cubicBezTo>
                    <a:cubicBezTo>
                      <a:pt x="1196" y="1213"/>
                      <a:pt x="1208" y="1103"/>
                      <a:pt x="1189" y="1004"/>
                    </a:cubicBezTo>
                    <a:cubicBezTo>
                      <a:pt x="1177" y="941"/>
                      <a:pt x="1151" y="880"/>
                      <a:pt x="1111" y="824"/>
                    </a:cubicBezTo>
                    <a:cubicBezTo>
                      <a:pt x="1132" y="792"/>
                      <a:pt x="1228" y="632"/>
                      <a:pt x="1248" y="471"/>
                    </a:cubicBezTo>
                    <a:cubicBezTo>
                      <a:pt x="1249" y="469"/>
                      <a:pt x="1259" y="369"/>
                      <a:pt x="1311" y="294"/>
                    </a:cubicBezTo>
                    <a:cubicBezTo>
                      <a:pt x="1328" y="270"/>
                      <a:pt x="1345" y="258"/>
                      <a:pt x="1353" y="252"/>
                    </a:cubicBezTo>
                    <a:cubicBezTo>
                      <a:pt x="1379" y="271"/>
                      <a:pt x="1496" y="363"/>
                      <a:pt x="1492" y="480"/>
                    </a:cubicBezTo>
                    <a:cubicBezTo>
                      <a:pt x="1481" y="506"/>
                      <a:pt x="1366" y="771"/>
                      <a:pt x="1363" y="892"/>
                    </a:cubicBezTo>
                    <a:cubicBezTo>
                      <a:pt x="1363" y="893"/>
                      <a:pt x="1363" y="895"/>
                      <a:pt x="1363" y="896"/>
                    </a:cubicBezTo>
                    <a:cubicBezTo>
                      <a:pt x="1366" y="901"/>
                      <a:pt x="1418" y="1030"/>
                      <a:pt x="1501" y="1094"/>
                    </a:cubicBezTo>
                    <a:cubicBezTo>
                      <a:pt x="1493" y="1104"/>
                      <a:pt x="1486" y="1115"/>
                      <a:pt x="1479" y="1127"/>
                    </a:cubicBezTo>
                    <a:cubicBezTo>
                      <a:pt x="1453" y="1173"/>
                      <a:pt x="1439" y="1215"/>
                      <a:pt x="1431" y="1266"/>
                    </a:cubicBezTo>
                    <a:cubicBezTo>
                      <a:pt x="1430" y="1269"/>
                      <a:pt x="1432" y="1272"/>
                      <a:pt x="1435" y="1273"/>
                    </a:cubicBezTo>
                    <a:cubicBezTo>
                      <a:pt x="1438" y="1273"/>
                      <a:pt x="1441" y="1271"/>
                      <a:pt x="1442" y="1268"/>
                    </a:cubicBezTo>
                    <a:cubicBezTo>
                      <a:pt x="1450" y="1231"/>
                      <a:pt x="1457" y="1209"/>
                      <a:pt x="1472" y="1178"/>
                    </a:cubicBezTo>
                    <a:cubicBezTo>
                      <a:pt x="1483" y="1153"/>
                      <a:pt x="1501" y="1124"/>
                      <a:pt x="1520" y="1102"/>
                    </a:cubicBezTo>
                    <a:cubicBezTo>
                      <a:pt x="1539" y="1101"/>
                      <a:pt x="1608" y="1092"/>
                      <a:pt x="1664" y="1015"/>
                    </a:cubicBezTo>
                    <a:cubicBezTo>
                      <a:pt x="1662" y="1203"/>
                      <a:pt x="1661" y="1547"/>
                      <a:pt x="1659" y="1687"/>
                    </a:cubicBezTo>
                    <a:cubicBezTo>
                      <a:pt x="1579" y="1566"/>
                      <a:pt x="1446" y="1485"/>
                      <a:pt x="1437" y="1485"/>
                    </a:cubicBezTo>
                    <a:cubicBezTo>
                      <a:pt x="1431" y="1485"/>
                      <a:pt x="1427" y="1489"/>
                      <a:pt x="1427" y="1495"/>
                    </a:cubicBezTo>
                    <a:cubicBezTo>
                      <a:pt x="1427" y="1499"/>
                      <a:pt x="1430" y="1503"/>
                      <a:pt x="1434" y="1504"/>
                    </a:cubicBezTo>
                    <a:cubicBezTo>
                      <a:pt x="1450" y="1511"/>
                      <a:pt x="1587" y="1597"/>
                      <a:pt x="1658" y="1724"/>
                    </a:cubicBezTo>
                    <a:cubicBezTo>
                      <a:pt x="1657" y="1796"/>
                      <a:pt x="1665" y="1898"/>
                      <a:pt x="1662" y="1982"/>
                    </a:cubicBezTo>
                    <a:cubicBezTo>
                      <a:pt x="1661" y="2025"/>
                      <a:pt x="1674" y="2275"/>
                      <a:pt x="1644" y="2311"/>
                    </a:cubicBezTo>
                    <a:cubicBezTo>
                      <a:pt x="1509" y="2270"/>
                      <a:pt x="1285" y="2173"/>
                      <a:pt x="1246" y="2148"/>
                    </a:cubicBezTo>
                    <a:cubicBezTo>
                      <a:pt x="1213" y="2127"/>
                      <a:pt x="1198" y="2110"/>
                      <a:pt x="1171" y="2085"/>
                    </a:cubicBezTo>
                    <a:cubicBezTo>
                      <a:pt x="1028" y="1954"/>
                      <a:pt x="862" y="1953"/>
                      <a:pt x="755" y="1864"/>
                    </a:cubicBezTo>
                    <a:cubicBezTo>
                      <a:pt x="685" y="1807"/>
                      <a:pt x="652" y="1716"/>
                      <a:pt x="590" y="1653"/>
                    </a:cubicBezTo>
                    <a:cubicBezTo>
                      <a:pt x="480" y="1542"/>
                      <a:pt x="186" y="1399"/>
                      <a:pt x="74" y="1225"/>
                    </a:cubicBezTo>
                    <a:cubicBezTo>
                      <a:pt x="50" y="1188"/>
                      <a:pt x="34" y="1146"/>
                      <a:pt x="28" y="1104"/>
                    </a:cubicBezTo>
                    <a:cubicBezTo>
                      <a:pt x="22" y="1060"/>
                      <a:pt x="23" y="1015"/>
                      <a:pt x="30" y="972"/>
                    </a:cubicBezTo>
                    <a:cubicBezTo>
                      <a:pt x="38" y="922"/>
                      <a:pt x="56" y="877"/>
                      <a:pt x="73" y="848"/>
                    </a:cubicBezTo>
                    <a:cubicBezTo>
                      <a:pt x="76" y="843"/>
                      <a:pt x="74" y="840"/>
                      <a:pt x="71" y="838"/>
                    </a:cubicBezTo>
                    <a:cubicBezTo>
                      <a:pt x="68" y="836"/>
                      <a:pt x="63" y="837"/>
                      <a:pt x="61" y="840"/>
                    </a:cubicBezTo>
                    <a:cubicBezTo>
                      <a:pt x="48" y="860"/>
                      <a:pt x="39" y="881"/>
                      <a:pt x="31" y="902"/>
                    </a:cubicBezTo>
                    <a:cubicBezTo>
                      <a:pt x="6" y="969"/>
                      <a:pt x="0" y="1038"/>
                      <a:pt x="8" y="1106"/>
                    </a:cubicBezTo>
                    <a:cubicBezTo>
                      <a:pt x="19" y="1200"/>
                      <a:pt x="75" y="1277"/>
                      <a:pt x="142" y="1344"/>
                    </a:cubicBezTo>
                    <a:cubicBezTo>
                      <a:pt x="203" y="1404"/>
                      <a:pt x="282" y="1462"/>
                      <a:pt x="355" y="1514"/>
                    </a:cubicBezTo>
                    <a:cubicBezTo>
                      <a:pt x="467" y="1593"/>
                      <a:pt x="521" y="1628"/>
                      <a:pt x="568" y="1676"/>
                    </a:cubicBezTo>
                    <a:cubicBezTo>
                      <a:pt x="592" y="1702"/>
                      <a:pt x="634" y="1767"/>
                      <a:pt x="663" y="1811"/>
                    </a:cubicBezTo>
                    <a:cubicBezTo>
                      <a:pt x="745" y="1939"/>
                      <a:pt x="853" y="1955"/>
                      <a:pt x="979" y="2010"/>
                    </a:cubicBezTo>
                    <a:cubicBezTo>
                      <a:pt x="1061" y="2045"/>
                      <a:pt x="1110" y="2079"/>
                      <a:pt x="1146" y="2113"/>
                    </a:cubicBezTo>
                    <a:cubicBezTo>
                      <a:pt x="1171" y="2136"/>
                      <a:pt x="1189" y="2157"/>
                      <a:pt x="1226" y="2180"/>
                    </a:cubicBezTo>
                    <a:cubicBezTo>
                      <a:pt x="1279" y="2215"/>
                      <a:pt x="1583" y="2338"/>
                      <a:pt x="1640" y="2350"/>
                    </a:cubicBezTo>
                    <a:cubicBezTo>
                      <a:pt x="1659" y="2354"/>
                      <a:pt x="1681" y="2338"/>
                      <a:pt x="1685" y="2318"/>
                    </a:cubicBezTo>
                    <a:cubicBezTo>
                      <a:pt x="1709" y="2187"/>
                      <a:pt x="1699" y="1562"/>
                      <a:pt x="1697" y="1416"/>
                    </a:cubicBezTo>
                    <a:cubicBezTo>
                      <a:pt x="1694" y="925"/>
                      <a:pt x="1693" y="1123"/>
                      <a:pt x="1696" y="605"/>
                    </a:cubicBezTo>
                    <a:moveTo>
                      <a:pt x="1519" y="1084"/>
                    </a:moveTo>
                    <a:cubicBezTo>
                      <a:pt x="1442" y="1028"/>
                      <a:pt x="1390" y="908"/>
                      <a:pt x="1383" y="892"/>
                    </a:cubicBezTo>
                    <a:cubicBezTo>
                      <a:pt x="1388" y="772"/>
                      <a:pt x="1507" y="498"/>
                      <a:pt x="1511" y="488"/>
                    </a:cubicBezTo>
                    <a:cubicBezTo>
                      <a:pt x="1514" y="482"/>
                      <a:pt x="1559" y="400"/>
                      <a:pt x="1678" y="408"/>
                    </a:cubicBezTo>
                    <a:cubicBezTo>
                      <a:pt x="1668" y="783"/>
                      <a:pt x="1666" y="824"/>
                      <a:pt x="1664" y="979"/>
                    </a:cubicBezTo>
                    <a:cubicBezTo>
                      <a:pt x="1611" y="1074"/>
                      <a:pt x="1535" y="1083"/>
                      <a:pt x="1519" y="10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4"/>
              <p:cNvSpPr/>
              <p:nvPr/>
            </p:nvSpPr>
            <p:spPr>
              <a:xfrm>
                <a:off x="1319914" y="1091821"/>
                <a:ext cx="259357" cy="108159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91" extrusionOk="0">
                    <a:moveTo>
                      <a:pt x="6" y="16"/>
                    </a:moveTo>
                    <a:cubicBezTo>
                      <a:pt x="16" y="47"/>
                      <a:pt x="154" y="12"/>
                      <a:pt x="189" y="62"/>
                    </a:cubicBezTo>
                    <a:lnTo>
                      <a:pt x="275" y="71"/>
                    </a:lnTo>
                    <a:cubicBezTo>
                      <a:pt x="275" y="71"/>
                      <a:pt x="424" y="110"/>
                      <a:pt x="451" y="190"/>
                    </a:cubicBezTo>
                    <a:lnTo>
                      <a:pt x="457" y="186"/>
                    </a:lnTo>
                    <a:cubicBezTo>
                      <a:pt x="457" y="186"/>
                      <a:pt x="451" y="128"/>
                      <a:pt x="421" y="109"/>
                    </a:cubicBezTo>
                    <a:cubicBezTo>
                      <a:pt x="407" y="100"/>
                      <a:pt x="368" y="82"/>
                      <a:pt x="330" y="64"/>
                    </a:cubicBezTo>
                    <a:cubicBezTo>
                      <a:pt x="267" y="35"/>
                      <a:pt x="200" y="16"/>
                      <a:pt x="131" y="9"/>
                    </a:cubicBezTo>
                    <a:cubicBezTo>
                      <a:pt x="67" y="3"/>
                      <a:pt x="0" y="0"/>
                      <a:pt x="6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4"/>
              <p:cNvSpPr/>
              <p:nvPr/>
            </p:nvSpPr>
            <p:spPr>
              <a:xfrm>
                <a:off x="1105859" y="1128629"/>
                <a:ext cx="139305" cy="65122"/>
              </a:xfrm>
              <a:custGeom>
                <a:avLst/>
                <a:gdLst/>
                <a:ahLst/>
                <a:cxnLst/>
                <a:rect l="l" t="t" r="r" b="b"/>
                <a:pathLst>
                  <a:path w="246" h="115" extrusionOk="0">
                    <a:moveTo>
                      <a:pt x="36" y="77"/>
                    </a:moveTo>
                    <a:cubicBezTo>
                      <a:pt x="38" y="75"/>
                      <a:pt x="103" y="5"/>
                      <a:pt x="174" y="2"/>
                    </a:cubicBezTo>
                    <a:cubicBezTo>
                      <a:pt x="245" y="0"/>
                      <a:pt x="159" y="25"/>
                      <a:pt x="126" y="45"/>
                    </a:cubicBezTo>
                    <a:cubicBezTo>
                      <a:pt x="92" y="66"/>
                      <a:pt x="0" y="114"/>
                      <a:pt x="36" y="7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1901487" y="3122503"/>
                <a:ext cx="63990" cy="178944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16" extrusionOk="0">
                    <a:moveTo>
                      <a:pt x="61" y="8"/>
                    </a:moveTo>
                    <a:cubicBezTo>
                      <a:pt x="52" y="20"/>
                      <a:pt x="45" y="33"/>
                      <a:pt x="39" y="47"/>
                    </a:cubicBezTo>
                    <a:cubicBezTo>
                      <a:pt x="34" y="60"/>
                      <a:pt x="29" y="74"/>
                      <a:pt x="25" y="88"/>
                    </a:cubicBezTo>
                    <a:cubicBezTo>
                      <a:pt x="17" y="117"/>
                      <a:pt x="14" y="146"/>
                      <a:pt x="16" y="176"/>
                    </a:cubicBezTo>
                    <a:cubicBezTo>
                      <a:pt x="18" y="205"/>
                      <a:pt x="25" y="234"/>
                      <a:pt x="40" y="258"/>
                    </a:cubicBezTo>
                    <a:cubicBezTo>
                      <a:pt x="47" y="270"/>
                      <a:pt x="57" y="281"/>
                      <a:pt x="69" y="289"/>
                    </a:cubicBezTo>
                    <a:cubicBezTo>
                      <a:pt x="81" y="297"/>
                      <a:pt x="94" y="303"/>
                      <a:pt x="108" y="306"/>
                    </a:cubicBezTo>
                    <a:lnTo>
                      <a:pt x="108" y="306"/>
                    </a:lnTo>
                    <a:cubicBezTo>
                      <a:pt x="111" y="306"/>
                      <a:pt x="112" y="309"/>
                      <a:pt x="112" y="311"/>
                    </a:cubicBezTo>
                    <a:cubicBezTo>
                      <a:pt x="111" y="314"/>
                      <a:pt x="109" y="315"/>
                      <a:pt x="106" y="315"/>
                    </a:cubicBezTo>
                    <a:cubicBezTo>
                      <a:pt x="74" y="311"/>
                      <a:pt x="46" y="292"/>
                      <a:pt x="29" y="265"/>
                    </a:cubicBezTo>
                    <a:cubicBezTo>
                      <a:pt x="11" y="238"/>
                      <a:pt x="4" y="207"/>
                      <a:pt x="2" y="176"/>
                    </a:cubicBezTo>
                    <a:cubicBezTo>
                      <a:pt x="0" y="145"/>
                      <a:pt x="3" y="115"/>
                      <a:pt x="12" y="85"/>
                    </a:cubicBezTo>
                    <a:cubicBezTo>
                      <a:pt x="20" y="56"/>
                      <a:pt x="34" y="27"/>
                      <a:pt x="53" y="2"/>
                    </a:cubicBezTo>
                    <a:cubicBezTo>
                      <a:pt x="55" y="0"/>
                      <a:pt x="58" y="0"/>
                      <a:pt x="60" y="2"/>
                    </a:cubicBezTo>
                    <a:cubicBezTo>
                      <a:pt x="62" y="3"/>
                      <a:pt x="62" y="6"/>
                      <a:pt x="61" y="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4"/>
              <p:cNvSpPr/>
              <p:nvPr/>
            </p:nvSpPr>
            <p:spPr>
              <a:xfrm>
                <a:off x="1885631" y="3238025"/>
                <a:ext cx="28314" cy="5662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0" extrusionOk="0">
                    <a:moveTo>
                      <a:pt x="48" y="8"/>
                    </a:moveTo>
                    <a:lnTo>
                      <a:pt x="13" y="94"/>
                    </a:lnTo>
                    <a:cubicBezTo>
                      <a:pt x="12" y="98"/>
                      <a:pt x="8" y="99"/>
                      <a:pt x="5" y="98"/>
                    </a:cubicBezTo>
                    <a:cubicBezTo>
                      <a:pt x="2" y="96"/>
                      <a:pt x="0" y="93"/>
                      <a:pt x="2" y="89"/>
                    </a:cubicBezTo>
                    <a:lnTo>
                      <a:pt x="2" y="89"/>
                    </a:lnTo>
                    <a:lnTo>
                      <a:pt x="37" y="4"/>
                    </a:lnTo>
                    <a:cubicBezTo>
                      <a:pt x="38" y="1"/>
                      <a:pt x="42" y="0"/>
                      <a:pt x="45" y="0"/>
                    </a:cubicBezTo>
                    <a:cubicBezTo>
                      <a:pt x="48" y="2"/>
                      <a:pt x="49" y="5"/>
                      <a:pt x="48" y="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4"/>
              <p:cNvSpPr/>
              <p:nvPr/>
            </p:nvSpPr>
            <p:spPr>
              <a:xfrm>
                <a:off x="2095722" y="3055682"/>
                <a:ext cx="356192" cy="23500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415" extrusionOk="0">
                    <a:moveTo>
                      <a:pt x="627" y="7"/>
                    </a:moveTo>
                    <a:cubicBezTo>
                      <a:pt x="617" y="37"/>
                      <a:pt x="600" y="65"/>
                      <a:pt x="581" y="91"/>
                    </a:cubicBezTo>
                    <a:cubicBezTo>
                      <a:pt x="562" y="116"/>
                      <a:pt x="539" y="139"/>
                      <a:pt x="513" y="158"/>
                    </a:cubicBezTo>
                    <a:cubicBezTo>
                      <a:pt x="500" y="167"/>
                      <a:pt x="487" y="176"/>
                      <a:pt x="473" y="184"/>
                    </a:cubicBezTo>
                    <a:cubicBezTo>
                      <a:pt x="460" y="192"/>
                      <a:pt x="447" y="201"/>
                      <a:pt x="434" y="210"/>
                    </a:cubicBezTo>
                    <a:cubicBezTo>
                      <a:pt x="408" y="227"/>
                      <a:pt x="383" y="245"/>
                      <a:pt x="357" y="263"/>
                    </a:cubicBezTo>
                    <a:cubicBezTo>
                      <a:pt x="331" y="281"/>
                      <a:pt x="305" y="300"/>
                      <a:pt x="279" y="316"/>
                    </a:cubicBezTo>
                    <a:cubicBezTo>
                      <a:pt x="265" y="324"/>
                      <a:pt x="252" y="333"/>
                      <a:pt x="237" y="340"/>
                    </a:cubicBezTo>
                    <a:cubicBezTo>
                      <a:pt x="233" y="342"/>
                      <a:pt x="230" y="344"/>
                      <a:pt x="226" y="345"/>
                    </a:cubicBezTo>
                    <a:lnTo>
                      <a:pt x="215" y="350"/>
                    </a:lnTo>
                    <a:cubicBezTo>
                      <a:pt x="207" y="352"/>
                      <a:pt x="200" y="355"/>
                      <a:pt x="192" y="358"/>
                    </a:cubicBezTo>
                    <a:cubicBezTo>
                      <a:pt x="132" y="378"/>
                      <a:pt x="72" y="395"/>
                      <a:pt x="12" y="413"/>
                    </a:cubicBezTo>
                    <a:cubicBezTo>
                      <a:pt x="8" y="414"/>
                      <a:pt x="3" y="411"/>
                      <a:pt x="2" y="407"/>
                    </a:cubicBezTo>
                    <a:cubicBezTo>
                      <a:pt x="0" y="403"/>
                      <a:pt x="4" y="399"/>
                      <a:pt x="7" y="398"/>
                    </a:cubicBezTo>
                    <a:lnTo>
                      <a:pt x="7" y="398"/>
                    </a:lnTo>
                    <a:cubicBezTo>
                      <a:pt x="67" y="379"/>
                      <a:pt x="127" y="361"/>
                      <a:pt x="187" y="341"/>
                    </a:cubicBezTo>
                    <a:cubicBezTo>
                      <a:pt x="194" y="339"/>
                      <a:pt x="201" y="336"/>
                      <a:pt x="209" y="334"/>
                    </a:cubicBezTo>
                    <a:lnTo>
                      <a:pt x="219" y="329"/>
                    </a:lnTo>
                    <a:lnTo>
                      <a:pt x="229" y="324"/>
                    </a:lnTo>
                    <a:cubicBezTo>
                      <a:pt x="243" y="317"/>
                      <a:pt x="256" y="310"/>
                      <a:pt x="269" y="301"/>
                    </a:cubicBezTo>
                    <a:cubicBezTo>
                      <a:pt x="295" y="285"/>
                      <a:pt x="321" y="267"/>
                      <a:pt x="347" y="249"/>
                    </a:cubicBezTo>
                    <a:cubicBezTo>
                      <a:pt x="373" y="231"/>
                      <a:pt x="398" y="213"/>
                      <a:pt x="425" y="196"/>
                    </a:cubicBezTo>
                    <a:cubicBezTo>
                      <a:pt x="438" y="187"/>
                      <a:pt x="451" y="178"/>
                      <a:pt x="464" y="170"/>
                    </a:cubicBezTo>
                    <a:cubicBezTo>
                      <a:pt x="478" y="162"/>
                      <a:pt x="491" y="154"/>
                      <a:pt x="503" y="145"/>
                    </a:cubicBezTo>
                    <a:cubicBezTo>
                      <a:pt x="528" y="127"/>
                      <a:pt x="551" y="106"/>
                      <a:pt x="570" y="82"/>
                    </a:cubicBezTo>
                    <a:cubicBezTo>
                      <a:pt x="580" y="70"/>
                      <a:pt x="589" y="58"/>
                      <a:pt x="597" y="45"/>
                    </a:cubicBezTo>
                    <a:cubicBezTo>
                      <a:pt x="605" y="32"/>
                      <a:pt x="612" y="18"/>
                      <a:pt x="618" y="4"/>
                    </a:cubicBezTo>
                    <a:lnTo>
                      <a:pt x="618" y="4"/>
                    </a:lnTo>
                    <a:cubicBezTo>
                      <a:pt x="619" y="1"/>
                      <a:pt x="622" y="0"/>
                      <a:pt x="624" y="1"/>
                    </a:cubicBezTo>
                    <a:cubicBezTo>
                      <a:pt x="627" y="2"/>
                      <a:pt x="628" y="4"/>
                      <a:pt x="627" y="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4"/>
              <p:cNvSpPr/>
              <p:nvPr/>
            </p:nvSpPr>
            <p:spPr>
              <a:xfrm>
                <a:off x="2211243" y="3244254"/>
                <a:ext cx="13591" cy="43604"/>
              </a:xfrm>
              <a:custGeom>
                <a:avLst/>
                <a:gdLst/>
                <a:ahLst/>
                <a:cxnLst/>
                <a:rect l="l" t="t" r="r" b="b"/>
                <a:pathLst>
                  <a:path w="24" h="77" extrusionOk="0">
                    <a:moveTo>
                      <a:pt x="1" y="73"/>
                    </a:moveTo>
                    <a:cubicBezTo>
                      <a:pt x="0" y="66"/>
                      <a:pt x="0" y="61"/>
                      <a:pt x="0" y="55"/>
                    </a:cubicBezTo>
                    <a:cubicBezTo>
                      <a:pt x="0" y="49"/>
                      <a:pt x="0" y="44"/>
                      <a:pt x="1" y="38"/>
                    </a:cubicBezTo>
                    <a:cubicBezTo>
                      <a:pt x="2" y="33"/>
                      <a:pt x="2" y="28"/>
                      <a:pt x="4" y="22"/>
                    </a:cubicBezTo>
                    <a:cubicBezTo>
                      <a:pt x="5" y="16"/>
                      <a:pt x="6" y="11"/>
                      <a:pt x="8" y="6"/>
                    </a:cubicBezTo>
                    <a:cubicBezTo>
                      <a:pt x="9" y="2"/>
                      <a:pt x="13" y="0"/>
                      <a:pt x="17" y="1"/>
                    </a:cubicBezTo>
                    <a:cubicBezTo>
                      <a:pt x="21" y="3"/>
                      <a:pt x="23" y="6"/>
                      <a:pt x="22" y="10"/>
                    </a:cubicBezTo>
                    <a:lnTo>
                      <a:pt x="22" y="11"/>
                    </a:lnTo>
                    <a:lnTo>
                      <a:pt x="22" y="11"/>
                    </a:lnTo>
                    <a:cubicBezTo>
                      <a:pt x="20" y="16"/>
                      <a:pt x="17" y="20"/>
                      <a:pt x="16" y="25"/>
                    </a:cubicBezTo>
                    <a:cubicBezTo>
                      <a:pt x="14" y="30"/>
                      <a:pt x="12" y="35"/>
                      <a:pt x="11" y="40"/>
                    </a:cubicBezTo>
                    <a:cubicBezTo>
                      <a:pt x="10" y="45"/>
                      <a:pt x="9" y="50"/>
                      <a:pt x="8" y="55"/>
                    </a:cubicBezTo>
                    <a:cubicBezTo>
                      <a:pt x="8" y="60"/>
                      <a:pt x="7" y="66"/>
                      <a:pt x="8" y="70"/>
                    </a:cubicBezTo>
                    <a:lnTo>
                      <a:pt x="8" y="71"/>
                    </a:lnTo>
                    <a:cubicBezTo>
                      <a:pt x="9" y="73"/>
                      <a:pt x="7" y="75"/>
                      <a:pt x="5" y="75"/>
                    </a:cubicBezTo>
                    <a:cubicBezTo>
                      <a:pt x="4" y="76"/>
                      <a:pt x="2" y="75"/>
                      <a:pt x="1" y="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4"/>
              <p:cNvSpPr/>
              <p:nvPr/>
            </p:nvSpPr>
            <p:spPr>
              <a:xfrm>
                <a:off x="2159145" y="3057381"/>
                <a:ext cx="30013" cy="396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70" extrusionOk="0">
                    <a:moveTo>
                      <a:pt x="20" y="7"/>
                    </a:moveTo>
                    <a:cubicBezTo>
                      <a:pt x="22" y="9"/>
                      <a:pt x="23" y="11"/>
                      <a:pt x="24" y="14"/>
                    </a:cubicBezTo>
                    <a:lnTo>
                      <a:pt x="28" y="20"/>
                    </a:lnTo>
                    <a:lnTo>
                      <a:pt x="35" y="34"/>
                    </a:lnTo>
                    <a:cubicBezTo>
                      <a:pt x="40" y="42"/>
                      <a:pt x="45" y="51"/>
                      <a:pt x="50" y="59"/>
                    </a:cubicBezTo>
                    <a:lnTo>
                      <a:pt x="50" y="59"/>
                    </a:lnTo>
                    <a:cubicBezTo>
                      <a:pt x="52" y="62"/>
                      <a:pt x="51" y="66"/>
                      <a:pt x="48" y="68"/>
                    </a:cubicBezTo>
                    <a:cubicBezTo>
                      <a:pt x="46" y="69"/>
                      <a:pt x="43" y="69"/>
                      <a:pt x="40" y="66"/>
                    </a:cubicBezTo>
                    <a:cubicBezTo>
                      <a:pt x="34" y="58"/>
                      <a:pt x="27" y="50"/>
                      <a:pt x="21" y="42"/>
                    </a:cubicBezTo>
                    <a:lnTo>
                      <a:pt x="12" y="29"/>
                    </a:lnTo>
                    <a:lnTo>
                      <a:pt x="4" y="17"/>
                    </a:lnTo>
                    <a:lnTo>
                      <a:pt x="3" y="17"/>
                    </a:lnTo>
                    <a:cubicBezTo>
                      <a:pt x="0" y="12"/>
                      <a:pt x="1" y="6"/>
                      <a:pt x="6" y="3"/>
                    </a:cubicBezTo>
                    <a:cubicBezTo>
                      <a:pt x="11" y="0"/>
                      <a:pt x="17" y="1"/>
                      <a:pt x="20" y="6"/>
                    </a:cubicBezTo>
                    <a:lnTo>
                      <a:pt x="20" y="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4"/>
              <p:cNvSpPr/>
              <p:nvPr/>
            </p:nvSpPr>
            <p:spPr>
              <a:xfrm>
                <a:off x="1715180" y="2995090"/>
                <a:ext cx="963247" cy="433204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765" extrusionOk="0">
                    <a:moveTo>
                      <a:pt x="6" y="319"/>
                    </a:moveTo>
                    <a:cubicBezTo>
                      <a:pt x="16" y="365"/>
                      <a:pt x="31" y="409"/>
                      <a:pt x="52" y="451"/>
                    </a:cubicBezTo>
                    <a:cubicBezTo>
                      <a:pt x="62" y="473"/>
                      <a:pt x="74" y="493"/>
                      <a:pt x="87" y="512"/>
                    </a:cubicBezTo>
                    <a:cubicBezTo>
                      <a:pt x="94" y="522"/>
                      <a:pt x="100" y="531"/>
                      <a:pt x="108" y="540"/>
                    </a:cubicBezTo>
                    <a:cubicBezTo>
                      <a:pt x="112" y="545"/>
                      <a:pt x="116" y="549"/>
                      <a:pt x="120" y="553"/>
                    </a:cubicBezTo>
                    <a:lnTo>
                      <a:pt x="132" y="566"/>
                    </a:lnTo>
                    <a:cubicBezTo>
                      <a:pt x="148" y="583"/>
                      <a:pt x="165" y="599"/>
                      <a:pt x="182" y="615"/>
                    </a:cubicBezTo>
                    <a:cubicBezTo>
                      <a:pt x="199" y="631"/>
                      <a:pt x="218" y="646"/>
                      <a:pt x="236" y="661"/>
                    </a:cubicBezTo>
                    <a:cubicBezTo>
                      <a:pt x="273" y="690"/>
                      <a:pt x="314" y="714"/>
                      <a:pt x="358" y="729"/>
                    </a:cubicBezTo>
                    <a:cubicBezTo>
                      <a:pt x="380" y="736"/>
                      <a:pt x="403" y="741"/>
                      <a:pt x="425" y="746"/>
                    </a:cubicBezTo>
                    <a:cubicBezTo>
                      <a:pt x="437" y="747"/>
                      <a:pt x="448" y="749"/>
                      <a:pt x="460" y="750"/>
                    </a:cubicBezTo>
                    <a:cubicBezTo>
                      <a:pt x="472" y="751"/>
                      <a:pt x="484" y="752"/>
                      <a:pt x="495" y="752"/>
                    </a:cubicBezTo>
                    <a:cubicBezTo>
                      <a:pt x="519" y="752"/>
                      <a:pt x="542" y="751"/>
                      <a:pt x="565" y="749"/>
                    </a:cubicBezTo>
                    <a:cubicBezTo>
                      <a:pt x="588" y="746"/>
                      <a:pt x="611" y="741"/>
                      <a:pt x="632" y="731"/>
                    </a:cubicBezTo>
                    <a:lnTo>
                      <a:pt x="639" y="728"/>
                    </a:lnTo>
                    <a:lnTo>
                      <a:pt x="641" y="727"/>
                    </a:lnTo>
                    <a:cubicBezTo>
                      <a:pt x="642" y="727"/>
                      <a:pt x="643" y="726"/>
                      <a:pt x="644" y="726"/>
                    </a:cubicBezTo>
                    <a:cubicBezTo>
                      <a:pt x="647" y="725"/>
                      <a:pt x="649" y="725"/>
                      <a:pt x="652" y="725"/>
                    </a:cubicBezTo>
                    <a:cubicBezTo>
                      <a:pt x="654" y="726"/>
                      <a:pt x="656" y="726"/>
                      <a:pt x="658" y="727"/>
                    </a:cubicBezTo>
                    <a:cubicBezTo>
                      <a:pt x="660" y="729"/>
                      <a:pt x="662" y="730"/>
                      <a:pt x="663" y="731"/>
                    </a:cubicBezTo>
                    <a:cubicBezTo>
                      <a:pt x="665" y="733"/>
                      <a:pt x="667" y="734"/>
                      <a:pt x="669" y="736"/>
                    </a:cubicBezTo>
                    <a:cubicBezTo>
                      <a:pt x="678" y="741"/>
                      <a:pt x="689" y="745"/>
                      <a:pt x="700" y="747"/>
                    </a:cubicBezTo>
                    <a:cubicBezTo>
                      <a:pt x="722" y="751"/>
                      <a:pt x="745" y="751"/>
                      <a:pt x="769" y="750"/>
                    </a:cubicBezTo>
                    <a:cubicBezTo>
                      <a:pt x="815" y="747"/>
                      <a:pt x="862" y="741"/>
                      <a:pt x="908" y="733"/>
                    </a:cubicBezTo>
                    <a:cubicBezTo>
                      <a:pt x="955" y="725"/>
                      <a:pt x="1001" y="715"/>
                      <a:pt x="1046" y="701"/>
                    </a:cubicBezTo>
                    <a:cubicBezTo>
                      <a:pt x="1068" y="695"/>
                      <a:pt x="1090" y="687"/>
                      <a:pt x="1111" y="677"/>
                    </a:cubicBezTo>
                    <a:cubicBezTo>
                      <a:pt x="1122" y="672"/>
                      <a:pt x="1132" y="667"/>
                      <a:pt x="1142" y="661"/>
                    </a:cubicBezTo>
                    <a:cubicBezTo>
                      <a:pt x="1151" y="655"/>
                      <a:pt x="1160" y="648"/>
                      <a:pt x="1169" y="640"/>
                    </a:cubicBezTo>
                    <a:cubicBezTo>
                      <a:pt x="1186" y="624"/>
                      <a:pt x="1203" y="608"/>
                      <a:pt x="1217" y="590"/>
                    </a:cubicBezTo>
                    <a:cubicBezTo>
                      <a:pt x="1225" y="581"/>
                      <a:pt x="1231" y="572"/>
                      <a:pt x="1238" y="562"/>
                    </a:cubicBezTo>
                    <a:cubicBezTo>
                      <a:pt x="1239" y="560"/>
                      <a:pt x="1240" y="558"/>
                      <a:pt x="1243" y="554"/>
                    </a:cubicBezTo>
                    <a:cubicBezTo>
                      <a:pt x="1245" y="552"/>
                      <a:pt x="1248" y="549"/>
                      <a:pt x="1251" y="547"/>
                    </a:cubicBezTo>
                    <a:cubicBezTo>
                      <a:pt x="1255" y="545"/>
                      <a:pt x="1259" y="544"/>
                      <a:pt x="1262" y="544"/>
                    </a:cubicBezTo>
                    <a:cubicBezTo>
                      <a:pt x="1265" y="543"/>
                      <a:pt x="1268" y="543"/>
                      <a:pt x="1270" y="542"/>
                    </a:cubicBezTo>
                    <a:cubicBezTo>
                      <a:pt x="1293" y="539"/>
                      <a:pt x="1314" y="530"/>
                      <a:pt x="1334" y="519"/>
                    </a:cubicBezTo>
                    <a:cubicBezTo>
                      <a:pt x="1344" y="513"/>
                      <a:pt x="1354" y="506"/>
                      <a:pt x="1363" y="499"/>
                    </a:cubicBezTo>
                    <a:cubicBezTo>
                      <a:pt x="1371" y="492"/>
                      <a:pt x="1380" y="484"/>
                      <a:pt x="1388" y="475"/>
                    </a:cubicBezTo>
                    <a:cubicBezTo>
                      <a:pt x="1419" y="441"/>
                      <a:pt x="1448" y="403"/>
                      <a:pt x="1476" y="365"/>
                    </a:cubicBezTo>
                    <a:cubicBezTo>
                      <a:pt x="1504" y="328"/>
                      <a:pt x="1530" y="289"/>
                      <a:pt x="1556" y="249"/>
                    </a:cubicBezTo>
                    <a:cubicBezTo>
                      <a:pt x="1582" y="210"/>
                      <a:pt x="1606" y="169"/>
                      <a:pt x="1630" y="129"/>
                    </a:cubicBezTo>
                    <a:cubicBezTo>
                      <a:pt x="1653" y="88"/>
                      <a:pt x="1675" y="46"/>
                      <a:pt x="1693" y="3"/>
                    </a:cubicBezTo>
                    <a:cubicBezTo>
                      <a:pt x="1694" y="1"/>
                      <a:pt x="1696" y="0"/>
                      <a:pt x="1697" y="1"/>
                    </a:cubicBezTo>
                    <a:cubicBezTo>
                      <a:pt x="1699" y="2"/>
                      <a:pt x="1700" y="3"/>
                      <a:pt x="1699" y="5"/>
                    </a:cubicBezTo>
                    <a:cubicBezTo>
                      <a:pt x="1681" y="49"/>
                      <a:pt x="1659" y="91"/>
                      <a:pt x="1637" y="133"/>
                    </a:cubicBezTo>
                    <a:cubicBezTo>
                      <a:pt x="1614" y="174"/>
                      <a:pt x="1589" y="215"/>
                      <a:pt x="1563" y="254"/>
                    </a:cubicBezTo>
                    <a:cubicBezTo>
                      <a:pt x="1538" y="294"/>
                      <a:pt x="1511" y="333"/>
                      <a:pt x="1484" y="371"/>
                    </a:cubicBezTo>
                    <a:cubicBezTo>
                      <a:pt x="1456" y="409"/>
                      <a:pt x="1428" y="447"/>
                      <a:pt x="1396" y="483"/>
                    </a:cubicBezTo>
                    <a:cubicBezTo>
                      <a:pt x="1388" y="491"/>
                      <a:pt x="1379" y="500"/>
                      <a:pt x="1370" y="508"/>
                    </a:cubicBezTo>
                    <a:cubicBezTo>
                      <a:pt x="1361" y="515"/>
                      <a:pt x="1351" y="523"/>
                      <a:pt x="1340" y="529"/>
                    </a:cubicBezTo>
                    <a:cubicBezTo>
                      <a:pt x="1319" y="542"/>
                      <a:pt x="1297" y="550"/>
                      <a:pt x="1272" y="554"/>
                    </a:cubicBezTo>
                    <a:cubicBezTo>
                      <a:pt x="1269" y="555"/>
                      <a:pt x="1266" y="555"/>
                      <a:pt x="1263" y="556"/>
                    </a:cubicBezTo>
                    <a:cubicBezTo>
                      <a:pt x="1261" y="556"/>
                      <a:pt x="1259" y="557"/>
                      <a:pt x="1257" y="557"/>
                    </a:cubicBezTo>
                    <a:cubicBezTo>
                      <a:pt x="1255" y="558"/>
                      <a:pt x="1254" y="560"/>
                      <a:pt x="1253" y="562"/>
                    </a:cubicBezTo>
                    <a:cubicBezTo>
                      <a:pt x="1252" y="563"/>
                      <a:pt x="1250" y="566"/>
                      <a:pt x="1248" y="569"/>
                    </a:cubicBezTo>
                    <a:cubicBezTo>
                      <a:pt x="1242" y="579"/>
                      <a:pt x="1235" y="589"/>
                      <a:pt x="1227" y="598"/>
                    </a:cubicBezTo>
                    <a:cubicBezTo>
                      <a:pt x="1212" y="616"/>
                      <a:pt x="1195" y="633"/>
                      <a:pt x="1177" y="649"/>
                    </a:cubicBezTo>
                    <a:cubicBezTo>
                      <a:pt x="1168" y="657"/>
                      <a:pt x="1158" y="665"/>
                      <a:pt x="1148" y="671"/>
                    </a:cubicBezTo>
                    <a:cubicBezTo>
                      <a:pt x="1137" y="678"/>
                      <a:pt x="1127" y="683"/>
                      <a:pt x="1116" y="688"/>
                    </a:cubicBezTo>
                    <a:cubicBezTo>
                      <a:pt x="1094" y="698"/>
                      <a:pt x="1071" y="706"/>
                      <a:pt x="1048" y="713"/>
                    </a:cubicBezTo>
                    <a:cubicBezTo>
                      <a:pt x="1003" y="727"/>
                      <a:pt x="957" y="737"/>
                      <a:pt x="910" y="745"/>
                    </a:cubicBezTo>
                    <a:cubicBezTo>
                      <a:pt x="863" y="753"/>
                      <a:pt x="816" y="759"/>
                      <a:pt x="768" y="762"/>
                    </a:cubicBezTo>
                    <a:cubicBezTo>
                      <a:pt x="745" y="764"/>
                      <a:pt x="720" y="764"/>
                      <a:pt x="696" y="759"/>
                    </a:cubicBezTo>
                    <a:cubicBezTo>
                      <a:pt x="684" y="756"/>
                      <a:pt x="672" y="753"/>
                      <a:pt x="661" y="746"/>
                    </a:cubicBezTo>
                    <a:cubicBezTo>
                      <a:pt x="658" y="744"/>
                      <a:pt x="655" y="742"/>
                      <a:pt x="653" y="740"/>
                    </a:cubicBezTo>
                    <a:cubicBezTo>
                      <a:pt x="651" y="739"/>
                      <a:pt x="651" y="738"/>
                      <a:pt x="650" y="738"/>
                    </a:cubicBezTo>
                    <a:cubicBezTo>
                      <a:pt x="650" y="737"/>
                      <a:pt x="649" y="737"/>
                      <a:pt x="649" y="737"/>
                    </a:cubicBezTo>
                    <a:cubicBezTo>
                      <a:pt x="648" y="737"/>
                      <a:pt x="647" y="737"/>
                      <a:pt x="647" y="737"/>
                    </a:cubicBezTo>
                    <a:lnTo>
                      <a:pt x="646" y="738"/>
                    </a:lnTo>
                    <a:lnTo>
                      <a:pt x="644" y="739"/>
                    </a:lnTo>
                    <a:lnTo>
                      <a:pt x="636" y="743"/>
                    </a:lnTo>
                    <a:cubicBezTo>
                      <a:pt x="613" y="753"/>
                      <a:pt x="588" y="757"/>
                      <a:pt x="565" y="760"/>
                    </a:cubicBezTo>
                    <a:cubicBezTo>
                      <a:pt x="541" y="763"/>
                      <a:pt x="518" y="764"/>
                      <a:pt x="494" y="763"/>
                    </a:cubicBezTo>
                    <a:cubicBezTo>
                      <a:pt x="488" y="763"/>
                      <a:pt x="482" y="763"/>
                      <a:pt x="476" y="762"/>
                    </a:cubicBezTo>
                    <a:lnTo>
                      <a:pt x="458" y="761"/>
                    </a:lnTo>
                    <a:cubicBezTo>
                      <a:pt x="446" y="760"/>
                      <a:pt x="435" y="758"/>
                      <a:pt x="423" y="756"/>
                    </a:cubicBezTo>
                    <a:cubicBezTo>
                      <a:pt x="400" y="751"/>
                      <a:pt x="376" y="746"/>
                      <a:pt x="354" y="738"/>
                    </a:cubicBezTo>
                    <a:cubicBezTo>
                      <a:pt x="308" y="722"/>
                      <a:pt x="267" y="697"/>
                      <a:pt x="229" y="668"/>
                    </a:cubicBezTo>
                    <a:cubicBezTo>
                      <a:pt x="211" y="653"/>
                      <a:pt x="192" y="638"/>
                      <a:pt x="175" y="621"/>
                    </a:cubicBezTo>
                    <a:cubicBezTo>
                      <a:pt x="157" y="605"/>
                      <a:pt x="141" y="589"/>
                      <a:pt x="124" y="572"/>
                    </a:cubicBezTo>
                    <a:lnTo>
                      <a:pt x="112" y="559"/>
                    </a:lnTo>
                    <a:cubicBezTo>
                      <a:pt x="109" y="554"/>
                      <a:pt x="105" y="549"/>
                      <a:pt x="101" y="545"/>
                    </a:cubicBezTo>
                    <a:cubicBezTo>
                      <a:pt x="93" y="536"/>
                      <a:pt x="87" y="526"/>
                      <a:pt x="80" y="516"/>
                    </a:cubicBezTo>
                    <a:cubicBezTo>
                      <a:pt x="67" y="496"/>
                      <a:pt x="55" y="476"/>
                      <a:pt x="45" y="454"/>
                    </a:cubicBezTo>
                    <a:cubicBezTo>
                      <a:pt x="24" y="411"/>
                      <a:pt x="9" y="366"/>
                      <a:pt x="0" y="319"/>
                    </a:cubicBezTo>
                    <a:cubicBezTo>
                      <a:pt x="0" y="317"/>
                      <a:pt x="1" y="316"/>
                      <a:pt x="3" y="315"/>
                    </a:cubicBezTo>
                    <a:cubicBezTo>
                      <a:pt x="4" y="316"/>
                      <a:pt x="6" y="317"/>
                      <a:pt x="6" y="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4"/>
              <p:cNvSpPr/>
              <p:nvPr/>
            </p:nvSpPr>
            <p:spPr>
              <a:xfrm>
                <a:off x="1966609" y="3101551"/>
                <a:ext cx="206127" cy="83243"/>
              </a:xfrm>
              <a:custGeom>
                <a:avLst/>
                <a:gdLst/>
                <a:ahLst/>
                <a:cxnLst/>
                <a:rect l="l" t="t" r="r" b="b"/>
                <a:pathLst>
                  <a:path w="364" h="147" extrusionOk="0">
                    <a:moveTo>
                      <a:pt x="49" y="62"/>
                    </a:moveTo>
                    <a:cubicBezTo>
                      <a:pt x="67" y="46"/>
                      <a:pt x="92" y="37"/>
                      <a:pt x="115" y="29"/>
                    </a:cubicBezTo>
                    <a:cubicBezTo>
                      <a:pt x="156" y="17"/>
                      <a:pt x="230" y="0"/>
                      <a:pt x="272" y="5"/>
                    </a:cubicBezTo>
                    <a:cubicBezTo>
                      <a:pt x="335" y="14"/>
                      <a:pt x="363" y="69"/>
                      <a:pt x="321" y="95"/>
                    </a:cubicBezTo>
                    <a:cubicBezTo>
                      <a:pt x="312" y="101"/>
                      <a:pt x="302" y="104"/>
                      <a:pt x="292" y="107"/>
                    </a:cubicBezTo>
                    <a:cubicBezTo>
                      <a:pt x="217" y="130"/>
                      <a:pt x="139" y="143"/>
                      <a:pt x="61" y="146"/>
                    </a:cubicBezTo>
                    <a:cubicBezTo>
                      <a:pt x="53" y="146"/>
                      <a:pt x="45" y="146"/>
                      <a:pt x="38" y="144"/>
                    </a:cubicBezTo>
                    <a:cubicBezTo>
                      <a:pt x="0" y="133"/>
                      <a:pt x="30" y="78"/>
                      <a:pt x="49" y="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4"/>
              <p:cNvSpPr/>
              <p:nvPr/>
            </p:nvSpPr>
            <p:spPr>
              <a:xfrm>
                <a:off x="1755386" y="3058514"/>
                <a:ext cx="116654" cy="100232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77" extrusionOk="0">
                    <a:moveTo>
                      <a:pt x="194" y="66"/>
                    </a:moveTo>
                    <a:cubicBezTo>
                      <a:pt x="205" y="89"/>
                      <a:pt x="196" y="115"/>
                      <a:pt x="186" y="139"/>
                    </a:cubicBezTo>
                    <a:cubicBezTo>
                      <a:pt x="180" y="154"/>
                      <a:pt x="171" y="172"/>
                      <a:pt x="155" y="174"/>
                    </a:cubicBezTo>
                    <a:cubicBezTo>
                      <a:pt x="143" y="176"/>
                      <a:pt x="132" y="169"/>
                      <a:pt x="122" y="162"/>
                    </a:cubicBezTo>
                    <a:cubicBezTo>
                      <a:pt x="89" y="138"/>
                      <a:pt x="59" y="110"/>
                      <a:pt x="34" y="78"/>
                    </a:cubicBezTo>
                    <a:cubicBezTo>
                      <a:pt x="19" y="60"/>
                      <a:pt x="0" y="15"/>
                      <a:pt x="36" y="7"/>
                    </a:cubicBezTo>
                    <a:cubicBezTo>
                      <a:pt x="71" y="0"/>
                      <a:pt x="186" y="48"/>
                      <a:pt x="194" y="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4"/>
              <p:cNvSpPr/>
              <p:nvPr/>
            </p:nvSpPr>
            <p:spPr>
              <a:xfrm>
                <a:off x="2240124" y="3066442"/>
                <a:ext cx="117787" cy="43037"/>
              </a:xfrm>
              <a:custGeom>
                <a:avLst/>
                <a:gdLst/>
                <a:ahLst/>
                <a:cxnLst/>
                <a:rect l="l" t="t" r="r" b="b"/>
                <a:pathLst>
                  <a:path w="208" h="76" extrusionOk="0">
                    <a:moveTo>
                      <a:pt x="1" y="28"/>
                    </a:moveTo>
                    <a:cubicBezTo>
                      <a:pt x="0" y="19"/>
                      <a:pt x="2" y="10"/>
                      <a:pt x="9" y="5"/>
                    </a:cubicBezTo>
                    <a:cubicBezTo>
                      <a:pt x="16" y="0"/>
                      <a:pt x="25" y="0"/>
                      <a:pt x="33" y="0"/>
                    </a:cubicBezTo>
                    <a:cubicBezTo>
                      <a:pt x="87" y="1"/>
                      <a:pt x="142" y="2"/>
                      <a:pt x="196" y="3"/>
                    </a:cubicBezTo>
                    <a:cubicBezTo>
                      <a:pt x="200" y="3"/>
                      <a:pt x="205" y="4"/>
                      <a:pt x="206" y="8"/>
                    </a:cubicBezTo>
                    <a:cubicBezTo>
                      <a:pt x="207" y="11"/>
                      <a:pt x="204" y="14"/>
                      <a:pt x="201" y="16"/>
                    </a:cubicBezTo>
                    <a:cubicBezTo>
                      <a:pt x="158" y="51"/>
                      <a:pt x="104" y="72"/>
                      <a:pt x="48" y="74"/>
                    </a:cubicBezTo>
                    <a:cubicBezTo>
                      <a:pt x="34" y="75"/>
                      <a:pt x="18" y="73"/>
                      <a:pt x="10" y="59"/>
                    </a:cubicBezTo>
                    <a:cubicBezTo>
                      <a:pt x="5" y="51"/>
                      <a:pt x="1" y="37"/>
                      <a:pt x="1" y="2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4"/>
              <p:cNvSpPr/>
              <p:nvPr/>
            </p:nvSpPr>
            <p:spPr>
              <a:xfrm>
                <a:off x="2306379" y="3087394"/>
                <a:ext cx="250297" cy="179511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17" extrusionOk="0">
                    <a:moveTo>
                      <a:pt x="305" y="60"/>
                    </a:moveTo>
                    <a:cubicBezTo>
                      <a:pt x="318" y="47"/>
                      <a:pt x="331" y="32"/>
                      <a:pt x="347" y="23"/>
                    </a:cubicBezTo>
                    <a:cubicBezTo>
                      <a:pt x="375" y="8"/>
                      <a:pt x="441" y="0"/>
                      <a:pt x="438" y="10"/>
                    </a:cubicBezTo>
                    <a:cubicBezTo>
                      <a:pt x="420" y="59"/>
                      <a:pt x="344" y="124"/>
                      <a:pt x="301" y="162"/>
                    </a:cubicBezTo>
                    <a:cubicBezTo>
                      <a:pt x="228" y="227"/>
                      <a:pt x="139" y="274"/>
                      <a:pt x="44" y="298"/>
                    </a:cubicBezTo>
                    <a:cubicBezTo>
                      <a:pt x="32" y="301"/>
                      <a:pt x="0" y="316"/>
                      <a:pt x="0" y="293"/>
                    </a:cubicBezTo>
                    <a:cubicBezTo>
                      <a:pt x="0" y="276"/>
                      <a:pt x="35" y="265"/>
                      <a:pt x="48" y="258"/>
                    </a:cubicBezTo>
                    <a:cubicBezTo>
                      <a:pt x="142" y="204"/>
                      <a:pt x="229" y="137"/>
                      <a:pt x="305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4"/>
              <p:cNvSpPr/>
              <p:nvPr/>
            </p:nvSpPr>
            <p:spPr>
              <a:xfrm>
                <a:off x="1924138" y="3296918"/>
                <a:ext cx="259924" cy="61158"/>
              </a:xfrm>
              <a:custGeom>
                <a:avLst/>
                <a:gdLst/>
                <a:ahLst/>
                <a:cxnLst/>
                <a:rect l="l" t="t" r="r" b="b"/>
                <a:pathLst>
                  <a:path w="459" h="108" extrusionOk="0">
                    <a:moveTo>
                      <a:pt x="33" y="49"/>
                    </a:moveTo>
                    <a:cubicBezTo>
                      <a:pt x="59" y="51"/>
                      <a:pt x="85" y="58"/>
                      <a:pt x="111" y="59"/>
                    </a:cubicBezTo>
                    <a:cubicBezTo>
                      <a:pt x="137" y="61"/>
                      <a:pt x="166" y="58"/>
                      <a:pt x="187" y="41"/>
                    </a:cubicBezTo>
                    <a:cubicBezTo>
                      <a:pt x="196" y="34"/>
                      <a:pt x="204" y="24"/>
                      <a:pt x="216" y="22"/>
                    </a:cubicBezTo>
                    <a:cubicBezTo>
                      <a:pt x="223" y="22"/>
                      <a:pt x="230" y="24"/>
                      <a:pt x="236" y="27"/>
                    </a:cubicBezTo>
                    <a:cubicBezTo>
                      <a:pt x="297" y="50"/>
                      <a:pt x="368" y="43"/>
                      <a:pt x="423" y="9"/>
                    </a:cubicBezTo>
                    <a:cubicBezTo>
                      <a:pt x="439" y="0"/>
                      <a:pt x="458" y="13"/>
                      <a:pt x="454" y="25"/>
                    </a:cubicBezTo>
                    <a:cubicBezTo>
                      <a:pt x="450" y="39"/>
                      <a:pt x="440" y="43"/>
                      <a:pt x="432" y="47"/>
                    </a:cubicBezTo>
                    <a:cubicBezTo>
                      <a:pt x="368" y="76"/>
                      <a:pt x="282" y="63"/>
                      <a:pt x="212" y="74"/>
                    </a:cubicBezTo>
                    <a:cubicBezTo>
                      <a:pt x="157" y="83"/>
                      <a:pt x="103" y="107"/>
                      <a:pt x="30" y="79"/>
                    </a:cubicBezTo>
                    <a:cubicBezTo>
                      <a:pt x="23" y="76"/>
                      <a:pt x="0" y="69"/>
                      <a:pt x="0" y="59"/>
                    </a:cubicBezTo>
                    <a:cubicBezTo>
                      <a:pt x="1" y="48"/>
                      <a:pt x="25" y="49"/>
                      <a:pt x="33" y="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4"/>
              <p:cNvSpPr/>
              <p:nvPr/>
            </p:nvSpPr>
            <p:spPr>
              <a:xfrm>
                <a:off x="1880534" y="2529607"/>
                <a:ext cx="411687" cy="47341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836" extrusionOk="0">
                    <a:moveTo>
                      <a:pt x="622" y="818"/>
                    </a:moveTo>
                    <a:cubicBezTo>
                      <a:pt x="632" y="811"/>
                      <a:pt x="640" y="800"/>
                      <a:pt x="648" y="789"/>
                    </a:cubicBezTo>
                    <a:cubicBezTo>
                      <a:pt x="656" y="777"/>
                      <a:pt x="663" y="765"/>
                      <a:pt x="668" y="752"/>
                    </a:cubicBezTo>
                    <a:cubicBezTo>
                      <a:pt x="679" y="726"/>
                      <a:pt x="687" y="700"/>
                      <a:pt x="694" y="672"/>
                    </a:cubicBezTo>
                    <a:cubicBezTo>
                      <a:pt x="701" y="645"/>
                      <a:pt x="705" y="616"/>
                      <a:pt x="708" y="588"/>
                    </a:cubicBezTo>
                    <a:cubicBezTo>
                      <a:pt x="709" y="574"/>
                      <a:pt x="710" y="560"/>
                      <a:pt x="710" y="545"/>
                    </a:cubicBezTo>
                    <a:cubicBezTo>
                      <a:pt x="710" y="538"/>
                      <a:pt x="710" y="531"/>
                      <a:pt x="709" y="525"/>
                    </a:cubicBezTo>
                    <a:cubicBezTo>
                      <a:pt x="709" y="518"/>
                      <a:pt x="707" y="511"/>
                      <a:pt x="705" y="506"/>
                    </a:cubicBezTo>
                    <a:lnTo>
                      <a:pt x="705" y="506"/>
                    </a:lnTo>
                    <a:lnTo>
                      <a:pt x="705" y="505"/>
                    </a:lnTo>
                    <a:cubicBezTo>
                      <a:pt x="697" y="467"/>
                      <a:pt x="690" y="430"/>
                      <a:pt x="684" y="392"/>
                    </a:cubicBezTo>
                    <a:cubicBezTo>
                      <a:pt x="681" y="373"/>
                      <a:pt x="679" y="354"/>
                      <a:pt x="678" y="335"/>
                    </a:cubicBezTo>
                    <a:cubicBezTo>
                      <a:pt x="677" y="316"/>
                      <a:pt x="676" y="297"/>
                      <a:pt x="678" y="277"/>
                    </a:cubicBezTo>
                    <a:lnTo>
                      <a:pt x="678" y="277"/>
                    </a:lnTo>
                    <a:lnTo>
                      <a:pt x="679" y="281"/>
                    </a:lnTo>
                    <a:cubicBezTo>
                      <a:pt x="670" y="261"/>
                      <a:pt x="663" y="242"/>
                      <a:pt x="655" y="222"/>
                    </a:cubicBezTo>
                    <a:cubicBezTo>
                      <a:pt x="648" y="203"/>
                      <a:pt x="641" y="183"/>
                      <a:pt x="635" y="162"/>
                    </a:cubicBezTo>
                    <a:cubicBezTo>
                      <a:pt x="622" y="122"/>
                      <a:pt x="612" y="81"/>
                      <a:pt x="609" y="38"/>
                    </a:cubicBezTo>
                    <a:lnTo>
                      <a:pt x="609" y="38"/>
                    </a:lnTo>
                    <a:lnTo>
                      <a:pt x="610" y="41"/>
                    </a:lnTo>
                    <a:cubicBezTo>
                      <a:pt x="607" y="37"/>
                      <a:pt x="601" y="32"/>
                      <a:pt x="596" y="28"/>
                    </a:cubicBezTo>
                    <a:cubicBezTo>
                      <a:pt x="591" y="24"/>
                      <a:pt x="585" y="21"/>
                      <a:pt x="579" y="19"/>
                    </a:cubicBezTo>
                    <a:cubicBezTo>
                      <a:pt x="567" y="15"/>
                      <a:pt x="552" y="14"/>
                      <a:pt x="539" y="16"/>
                    </a:cubicBezTo>
                    <a:cubicBezTo>
                      <a:pt x="525" y="17"/>
                      <a:pt x="512" y="21"/>
                      <a:pt x="499" y="27"/>
                    </a:cubicBezTo>
                    <a:cubicBezTo>
                      <a:pt x="486" y="32"/>
                      <a:pt x="473" y="39"/>
                      <a:pt x="460" y="46"/>
                    </a:cubicBezTo>
                    <a:cubicBezTo>
                      <a:pt x="409" y="72"/>
                      <a:pt x="359" y="102"/>
                      <a:pt x="311" y="133"/>
                    </a:cubicBezTo>
                    <a:cubicBezTo>
                      <a:pt x="287" y="149"/>
                      <a:pt x="263" y="166"/>
                      <a:pt x="240" y="183"/>
                    </a:cubicBezTo>
                    <a:cubicBezTo>
                      <a:pt x="218" y="202"/>
                      <a:pt x="192" y="217"/>
                      <a:pt x="167" y="231"/>
                    </a:cubicBezTo>
                    <a:cubicBezTo>
                      <a:pt x="141" y="245"/>
                      <a:pt x="115" y="257"/>
                      <a:pt x="88" y="268"/>
                    </a:cubicBezTo>
                    <a:cubicBezTo>
                      <a:pt x="61" y="279"/>
                      <a:pt x="34" y="289"/>
                      <a:pt x="5" y="296"/>
                    </a:cubicBezTo>
                    <a:cubicBezTo>
                      <a:pt x="3" y="297"/>
                      <a:pt x="2" y="295"/>
                      <a:pt x="1" y="293"/>
                    </a:cubicBezTo>
                    <a:cubicBezTo>
                      <a:pt x="0" y="291"/>
                      <a:pt x="2" y="289"/>
                      <a:pt x="4" y="289"/>
                    </a:cubicBezTo>
                    <a:lnTo>
                      <a:pt x="4" y="289"/>
                    </a:lnTo>
                    <a:cubicBezTo>
                      <a:pt x="32" y="282"/>
                      <a:pt x="59" y="272"/>
                      <a:pt x="85" y="260"/>
                    </a:cubicBezTo>
                    <a:cubicBezTo>
                      <a:pt x="112" y="249"/>
                      <a:pt x="138" y="236"/>
                      <a:pt x="163" y="223"/>
                    </a:cubicBezTo>
                    <a:cubicBezTo>
                      <a:pt x="188" y="208"/>
                      <a:pt x="212" y="194"/>
                      <a:pt x="234" y="175"/>
                    </a:cubicBezTo>
                    <a:cubicBezTo>
                      <a:pt x="257" y="157"/>
                      <a:pt x="281" y="140"/>
                      <a:pt x="305" y="124"/>
                    </a:cubicBezTo>
                    <a:cubicBezTo>
                      <a:pt x="353" y="92"/>
                      <a:pt x="403" y="62"/>
                      <a:pt x="454" y="34"/>
                    </a:cubicBezTo>
                    <a:cubicBezTo>
                      <a:pt x="467" y="28"/>
                      <a:pt x="480" y="21"/>
                      <a:pt x="494" y="15"/>
                    </a:cubicBezTo>
                    <a:cubicBezTo>
                      <a:pt x="507" y="9"/>
                      <a:pt x="522" y="5"/>
                      <a:pt x="537" y="2"/>
                    </a:cubicBezTo>
                    <a:cubicBezTo>
                      <a:pt x="552" y="0"/>
                      <a:pt x="568" y="1"/>
                      <a:pt x="583" y="6"/>
                    </a:cubicBezTo>
                    <a:cubicBezTo>
                      <a:pt x="590" y="9"/>
                      <a:pt x="597" y="12"/>
                      <a:pt x="604" y="16"/>
                    </a:cubicBezTo>
                    <a:cubicBezTo>
                      <a:pt x="611" y="21"/>
                      <a:pt x="616" y="26"/>
                      <a:pt x="621" y="33"/>
                    </a:cubicBezTo>
                    <a:cubicBezTo>
                      <a:pt x="621" y="34"/>
                      <a:pt x="622" y="35"/>
                      <a:pt x="622" y="36"/>
                    </a:cubicBezTo>
                    <a:lnTo>
                      <a:pt x="622" y="36"/>
                    </a:lnTo>
                    <a:lnTo>
                      <a:pt x="622" y="36"/>
                    </a:lnTo>
                    <a:cubicBezTo>
                      <a:pt x="625" y="77"/>
                      <a:pt x="635" y="118"/>
                      <a:pt x="647" y="157"/>
                    </a:cubicBezTo>
                    <a:cubicBezTo>
                      <a:pt x="653" y="177"/>
                      <a:pt x="660" y="197"/>
                      <a:pt x="668" y="216"/>
                    </a:cubicBezTo>
                    <a:cubicBezTo>
                      <a:pt x="675" y="236"/>
                      <a:pt x="682" y="255"/>
                      <a:pt x="691" y="274"/>
                    </a:cubicBezTo>
                    <a:cubicBezTo>
                      <a:pt x="691" y="275"/>
                      <a:pt x="692" y="277"/>
                      <a:pt x="691" y="277"/>
                    </a:cubicBezTo>
                    <a:lnTo>
                      <a:pt x="691" y="277"/>
                    </a:lnTo>
                    <a:lnTo>
                      <a:pt x="691" y="277"/>
                    </a:lnTo>
                    <a:cubicBezTo>
                      <a:pt x="689" y="295"/>
                      <a:pt x="690" y="314"/>
                      <a:pt x="691" y="333"/>
                    </a:cubicBezTo>
                    <a:cubicBezTo>
                      <a:pt x="693" y="351"/>
                      <a:pt x="695" y="370"/>
                      <a:pt x="698" y="389"/>
                    </a:cubicBezTo>
                    <a:cubicBezTo>
                      <a:pt x="704" y="426"/>
                      <a:pt x="711" y="463"/>
                      <a:pt x="719" y="500"/>
                    </a:cubicBezTo>
                    <a:lnTo>
                      <a:pt x="719" y="498"/>
                    </a:lnTo>
                    <a:cubicBezTo>
                      <a:pt x="723" y="507"/>
                      <a:pt x="724" y="514"/>
                      <a:pt x="724" y="522"/>
                    </a:cubicBezTo>
                    <a:cubicBezTo>
                      <a:pt x="725" y="529"/>
                      <a:pt x="726" y="537"/>
                      <a:pt x="726" y="544"/>
                    </a:cubicBezTo>
                    <a:cubicBezTo>
                      <a:pt x="726" y="559"/>
                      <a:pt x="725" y="574"/>
                      <a:pt x="724" y="588"/>
                    </a:cubicBezTo>
                    <a:cubicBezTo>
                      <a:pt x="722" y="617"/>
                      <a:pt x="716" y="646"/>
                      <a:pt x="710" y="674"/>
                    </a:cubicBezTo>
                    <a:cubicBezTo>
                      <a:pt x="703" y="702"/>
                      <a:pt x="695" y="730"/>
                      <a:pt x="684" y="757"/>
                    </a:cubicBezTo>
                    <a:cubicBezTo>
                      <a:pt x="678" y="771"/>
                      <a:pt x="671" y="784"/>
                      <a:pt x="663" y="797"/>
                    </a:cubicBezTo>
                    <a:cubicBezTo>
                      <a:pt x="655" y="809"/>
                      <a:pt x="645" y="821"/>
                      <a:pt x="633" y="831"/>
                    </a:cubicBezTo>
                    <a:cubicBezTo>
                      <a:pt x="628" y="835"/>
                      <a:pt x="623" y="834"/>
                      <a:pt x="620" y="830"/>
                    </a:cubicBezTo>
                    <a:cubicBezTo>
                      <a:pt x="617" y="828"/>
                      <a:pt x="618" y="822"/>
                      <a:pt x="622" y="8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4"/>
              <p:cNvSpPr/>
              <p:nvPr/>
            </p:nvSpPr>
            <p:spPr>
              <a:xfrm>
                <a:off x="2224834" y="2261190"/>
                <a:ext cx="538535" cy="2944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20" extrusionOk="0">
                    <a:moveTo>
                      <a:pt x="7" y="519"/>
                    </a:moveTo>
                    <a:lnTo>
                      <a:pt x="6" y="519"/>
                    </a:lnTo>
                    <a:cubicBezTo>
                      <a:pt x="2" y="518"/>
                      <a:pt x="0" y="515"/>
                      <a:pt x="0" y="511"/>
                    </a:cubicBezTo>
                    <a:cubicBezTo>
                      <a:pt x="0" y="511"/>
                      <a:pt x="11" y="452"/>
                      <a:pt x="39" y="389"/>
                    </a:cubicBezTo>
                    <a:cubicBezTo>
                      <a:pt x="76" y="304"/>
                      <a:pt x="126" y="250"/>
                      <a:pt x="183" y="233"/>
                    </a:cubicBezTo>
                    <a:cubicBezTo>
                      <a:pt x="244" y="215"/>
                      <a:pt x="303" y="209"/>
                      <a:pt x="362" y="203"/>
                    </a:cubicBezTo>
                    <a:cubicBezTo>
                      <a:pt x="434" y="196"/>
                      <a:pt x="503" y="189"/>
                      <a:pt x="551" y="158"/>
                    </a:cubicBezTo>
                    <a:cubicBezTo>
                      <a:pt x="584" y="137"/>
                      <a:pt x="614" y="116"/>
                      <a:pt x="640" y="97"/>
                    </a:cubicBezTo>
                    <a:cubicBezTo>
                      <a:pt x="668" y="78"/>
                      <a:pt x="700" y="65"/>
                      <a:pt x="734" y="61"/>
                    </a:cubicBezTo>
                    <a:cubicBezTo>
                      <a:pt x="793" y="53"/>
                      <a:pt x="875" y="37"/>
                      <a:pt x="939" y="2"/>
                    </a:cubicBezTo>
                    <a:cubicBezTo>
                      <a:pt x="943" y="0"/>
                      <a:pt x="946" y="1"/>
                      <a:pt x="949" y="4"/>
                    </a:cubicBezTo>
                    <a:cubicBezTo>
                      <a:pt x="950" y="7"/>
                      <a:pt x="949" y="11"/>
                      <a:pt x="946" y="13"/>
                    </a:cubicBezTo>
                    <a:cubicBezTo>
                      <a:pt x="880" y="50"/>
                      <a:pt x="796" y="66"/>
                      <a:pt x="736" y="74"/>
                    </a:cubicBezTo>
                    <a:cubicBezTo>
                      <a:pt x="704" y="78"/>
                      <a:pt x="674" y="89"/>
                      <a:pt x="648" y="108"/>
                    </a:cubicBezTo>
                    <a:cubicBezTo>
                      <a:pt x="621" y="128"/>
                      <a:pt x="591" y="148"/>
                      <a:pt x="558" y="169"/>
                    </a:cubicBezTo>
                    <a:cubicBezTo>
                      <a:pt x="507" y="202"/>
                      <a:pt x="437" y="209"/>
                      <a:pt x="363" y="216"/>
                    </a:cubicBezTo>
                    <a:cubicBezTo>
                      <a:pt x="306" y="222"/>
                      <a:pt x="246" y="228"/>
                      <a:pt x="187" y="246"/>
                    </a:cubicBezTo>
                    <a:cubicBezTo>
                      <a:pt x="119" y="266"/>
                      <a:pt x="75" y="338"/>
                      <a:pt x="51" y="394"/>
                    </a:cubicBezTo>
                    <a:cubicBezTo>
                      <a:pt x="24" y="456"/>
                      <a:pt x="13" y="513"/>
                      <a:pt x="13" y="514"/>
                    </a:cubicBezTo>
                    <a:cubicBezTo>
                      <a:pt x="13" y="516"/>
                      <a:pt x="10" y="519"/>
                      <a:pt x="7" y="5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4"/>
              <p:cNvSpPr/>
              <p:nvPr/>
            </p:nvSpPr>
            <p:spPr>
              <a:xfrm>
                <a:off x="2661438" y="1984845"/>
                <a:ext cx="76448" cy="45302"/>
              </a:xfrm>
              <a:custGeom>
                <a:avLst/>
                <a:gdLst/>
                <a:ahLst/>
                <a:cxnLst/>
                <a:rect l="l" t="t" r="r" b="b"/>
                <a:pathLst>
                  <a:path w="135" h="80" extrusionOk="0">
                    <a:moveTo>
                      <a:pt x="131" y="12"/>
                    </a:moveTo>
                    <a:cubicBezTo>
                      <a:pt x="123" y="21"/>
                      <a:pt x="114" y="30"/>
                      <a:pt x="104" y="37"/>
                    </a:cubicBezTo>
                    <a:cubicBezTo>
                      <a:pt x="95" y="45"/>
                      <a:pt x="85" y="52"/>
                      <a:pt x="74" y="59"/>
                    </a:cubicBezTo>
                    <a:cubicBezTo>
                      <a:pt x="64" y="65"/>
                      <a:pt x="53" y="70"/>
                      <a:pt x="41" y="74"/>
                    </a:cubicBezTo>
                    <a:cubicBezTo>
                      <a:pt x="29" y="78"/>
                      <a:pt x="16" y="79"/>
                      <a:pt x="4" y="79"/>
                    </a:cubicBezTo>
                    <a:cubicBezTo>
                      <a:pt x="1" y="79"/>
                      <a:pt x="0" y="76"/>
                      <a:pt x="0" y="74"/>
                    </a:cubicBezTo>
                    <a:cubicBezTo>
                      <a:pt x="0" y="71"/>
                      <a:pt x="2" y="70"/>
                      <a:pt x="4" y="70"/>
                    </a:cubicBezTo>
                    <a:lnTo>
                      <a:pt x="4" y="70"/>
                    </a:lnTo>
                    <a:cubicBezTo>
                      <a:pt x="15" y="70"/>
                      <a:pt x="26" y="67"/>
                      <a:pt x="37" y="64"/>
                    </a:cubicBezTo>
                    <a:cubicBezTo>
                      <a:pt x="47" y="60"/>
                      <a:pt x="59" y="55"/>
                      <a:pt x="68" y="49"/>
                    </a:cubicBezTo>
                    <a:cubicBezTo>
                      <a:pt x="78" y="43"/>
                      <a:pt x="87" y="36"/>
                      <a:pt x="96" y="28"/>
                    </a:cubicBezTo>
                    <a:cubicBezTo>
                      <a:pt x="105" y="20"/>
                      <a:pt x="113" y="12"/>
                      <a:pt x="121" y="3"/>
                    </a:cubicBezTo>
                    <a:lnTo>
                      <a:pt x="121" y="3"/>
                    </a:lnTo>
                    <a:cubicBezTo>
                      <a:pt x="123" y="0"/>
                      <a:pt x="127" y="0"/>
                      <a:pt x="130" y="3"/>
                    </a:cubicBezTo>
                    <a:cubicBezTo>
                      <a:pt x="132" y="5"/>
                      <a:pt x="134" y="9"/>
                      <a:pt x="131" y="1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4"/>
              <p:cNvSpPr/>
              <p:nvPr/>
            </p:nvSpPr>
            <p:spPr>
              <a:xfrm>
                <a:off x="2263908" y="2491100"/>
                <a:ext cx="502859" cy="199897"/>
              </a:xfrm>
              <a:custGeom>
                <a:avLst/>
                <a:gdLst/>
                <a:ahLst/>
                <a:cxnLst/>
                <a:rect l="l" t="t" r="r" b="b"/>
                <a:pathLst>
                  <a:path w="888" h="353" extrusionOk="0">
                    <a:moveTo>
                      <a:pt x="8" y="352"/>
                    </a:moveTo>
                    <a:cubicBezTo>
                      <a:pt x="7" y="352"/>
                      <a:pt x="6" y="352"/>
                      <a:pt x="5" y="352"/>
                    </a:cubicBezTo>
                    <a:cubicBezTo>
                      <a:pt x="2" y="351"/>
                      <a:pt x="0" y="347"/>
                      <a:pt x="1" y="344"/>
                    </a:cubicBezTo>
                    <a:cubicBezTo>
                      <a:pt x="2" y="342"/>
                      <a:pt x="42" y="233"/>
                      <a:pt x="163" y="218"/>
                    </a:cubicBezTo>
                    <a:cubicBezTo>
                      <a:pt x="238" y="208"/>
                      <a:pt x="275" y="207"/>
                      <a:pt x="315" y="206"/>
                    </a:cubicBezTo>
                    <a:cubicBezTo>
                      <a:pt x="337" y="206"/>
                      <a:pt x="360" y="205"/>
                      <a:pt x="391" y="203"/>
                    </a:cubicBezTo>
                    <a:cubicBezTo>
                      <a:pt x="474" y="197"/>
                      <a:pt x="643" y="137"/>
                      <a:pt x="679" y="101"/>
                    </a:cubicBezTo>
                    <a:cubicBezTo>
                      <a:pt x="718" y="63"/>
                      <a:pt x="769" y="20"/>
                      <a:pt x="880" y="1"/>
                    </a:cubicBezTo>
                    <a:cubicBezTo>
                      <a:pt x="883" y="0"/>
                      <a:pt x="887" y="2"/>
                      <a:pt x="887" y="6"/>
                    </a:cubicBezTo>
                    <a:cubicBezTo>
                      <a:pt x="887" y="10"/>
                      <a:pt x="885" y="13"/>
                      <a:pt x="882" y="13"/>
                    </a:cubicBezTo>
                    <a:cubicBezTo>
                      <a:pt x="774" y="32"/>
                      <a:pt x="726" y="73"/>
                      <a:pt x="688" y="111"/>
                    </a:cubicBezTo>
                    <a:cubicBezTo>
                      <a:pt x="651" y="148"/>
                      <a:pt x="477" y="210"/>
                      <a:pt x="392" y="216"/>
                    </a:cubicBezTo>
                    <a:cubicBezTo>
                      <a:pt x="360" y="218"/>
                      <a:pt x="337" y="219"/>
                      <a:pt x="315" y="219"/>
                    </a:cubicBezTo>
                    <a:cubicBezTo>
                      <a:pt x="276" y="220"/>
                      <a:pt x="239" y="221"/>
                      <a:pt x="164" y="231"/>
                    </a:cubicBezTo>
                    <a:cubicBezTo>
                      <a:pt x="52" y="245"/>
                      <a:pt x="14" y="347"/>
                      <a:pt x="13" y="348"/>
                    </a:cubicBezTo>
                    <a:cubicBezTo>
                      <a:pt x="13" y="351"/>
                      <a:pt x="10" y="352"/>
                      <a:pt x="8" y="35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4"/>
              <p:cNvSpPr/>
              <p:nvPr/>
            </p:nvSpPr>
            <p:spPr>
              <a:xfrm>
                <a:off x="2279764" y="2694961"/>
                <a:ext cx="300130" cy="131943"/>
              </a:xfrm>
              <a:custGeom>
                <a:avLst/>
                <a:gdLst/>
                <a:ahLst/>
                <a:cxnLst/>
                <a:rect l="l" t="t" r="r" b="b"/>
                <a:pathLst>
                  <a:path w="530" h="233" extrusionOk="0">
                    <a:moveTo>
                      <a:pt x="3" y="206"/>
                    </a:moveTo>
                    <a:cubicBezTo>
                      <a:pt x="10" y="201"/>
                      <a:pt x="17" y="199"/>
                      <a:pt x="24" y="196"/>
                    </a:cubicBezTo>
                    <a:cubicBezTo>
                      <a:pt x="31" y="194"/>
                      <a:pt x="38" y="191"/>
                      <a:pt x="45" y="189"/>
                    </a:cubicBezTo>
                    <a:cubicBezTo>
                      <a:pt x="59" y="187"/>
                      <a:pt x="73" y="185"/>
                      <a:pt x="88" y="185"/>
                    </a:cubicBezTo>
                    <a:cubicBezTo>
                      <a:pt x="116" y="184"/>
                      <a:pt x="145" y="189"/>
                      <a:pt x="172" y="192"/>
                    </a:cubicBezTo>
                    <a:cubicBezTo>
                      <a:pt x="228" y="199"/>
                      <a:pt x="284" y="207"/>
                      <a:pt x="339" y="213"/>
                    </a:cubicBezTo>
                    <a:cubicBezTo>
                      <a:pt x="353" y="214"/>
                      <a:pt x="367" y="215"/>
                      <a:pt x="381" y="216"/>
                    </a:cubicBezTo>
                    <a:cubicBezTo>
                      <a:pt x="388" y="216"/>
                      <a:pt x="394" y="216"/>
                      <a:pt x="401" y="216"/>
                    </a:cubicBezTo>
                    <a:cubicBezTo>
                      <a:pt x="408" y="216"/>
                      <a:pt x="415" y="217"/>
                      <a:pt x="421" y="217"/>
                    </a:cubicBezTo>
                    <a:cubicBezTo>
                      <a:pt x="435" y="218"/>
                      <a:pt x="445" y="208"/>
                      <a:pt x="453" y="197"/>
                    </a:cubicBezTo>
                    <a:cubicBezTo>
                      <a:pt x="461" y="186"/>
                      <a:pt x="468" y="174"/>
                      <a:pt x="474" y="161"/>
                    </a:cubicBezTo>
                    <a:cubicBezTo>
                      <a:pt x="486" y="136"/>
                      <a:pt x="494" y="110"/>
                      <a:pt x="503" y="83"/>
                    </a:cubicBezTo>
                    <a:cubicBezTo>
                      <a:pt x="511" y="56"/>
                      <a:pt x="518" y="29"/>
                      <a:pt x="524" y="2"/>
                    </a:cubicBezTo>
                    <a:cubicBezTo>
                      <a:pt x="524" y="0"/>
                      <a:pt x="526" y="0"/>
                      <a:pt x="527" y="0"/>
                    </a:cubicBezTo>
                    <a:cubicBezTo>
                      <a:pt x="528" y="1"/>
                      <a:pt x="529" y="1"/>
                      <a:pt x="529" y="2"/>
                    </a:cubicBezTo>
                    <a:lnTo>
                      <a:pt x="529" y="2"/>
                    </a:lnTo>
                    <a:cubicBezTo>
                      <a:pt x="516" y="57"/>
                      <a:pt x="502" y="111"/>
                      <a:pt x="479" y="163"/>
                    </a:cubicBezTo>
                    <a:cubicBezTo>
                      <a:pt x="473" y="176"/>
                      <a:pt x="467" y="190"/>
                      <a:pt x="459" y="201"/>
                    </a:cubicBezTo>
                    <a:cubicBezTo>
                      <a:pt x="455" y="207"/>
                      <a:pt x="450" y="212"/>
                      <a:pt x="444" y="217"/>
                    </a:cubicBezTo>
                    <a:cubicBezTo>
                      <a:pt x="438" y="222"/>
                      <a:pt x="430" y="224"/>
                      <a:pt x="423" y="226"/>
                    </a:cubicBezTo>
                    <a:cubicBezTo>
                      <a:pt x="416" y="228"/>
                      <a:pt x="408" y="230"/>
                      <a:pt x="401" y="231"/>
                    </a:cubicBezTo>
                    <a:cubicBezTo>
                      <a:pt x="394" y="232"/>
                      <a:pt x="387" y="231"/>
                      <a:pt x="380" y="231"/>
                    </a:cubicBezTo>
                    <a:cubicBezTo>
                      <a:pt x="366" y="231"/>
                      <a:pt x="352" y="229"/>
                      <a:pt x="337" y="228"/>
                    </a:cubicBezTo>
                    <a:cubicBezTo>
                      <a:pt x="281" y="223"/>
                      <a:pt x="226" y="213"/>
                      <a:pt x="170" y="204"/>
                    </a:cubicBezTo>
                    <a:cubicBezTo>
                      <a:pt x="157" y="202"/>
                      <a:pt x="142" y="200"/>
                      <a:pt x="129" y="199"/>
                    </a:cubicBezTo>
                    <a:cubicBezTo>
                      <a:pt x="115" y="197"/>
                      <a:pt x="101" y="196"/>
                      <a:pt x="88" y="196"/>
                    </a:cubicBezTo>
                    <a:cubicBezTo>
                      <a:pt x="74" y="196"/>
                      <a:pt x="60" y="198"/>
                      <a:pt x="47" y="201"/>
                    </a:cubicBezTo>
                    <a:cubicBezTo>
                      <a:pt x="41" y="203"/>
                      <a:pt x="34" y="204"/>
                      <a:pt x="28" y="207"/>
                    </a:cubicBezTo>
                    <a:cubicBezTo>
                      <a:pt x="22" y="209"/>
                      <a:pt x="16" y="213"/>
                      <a:pt x="12" y="216"/>
                    </a:cubicBezTo>
                    <a:lnTo>
                      <a:pt x="11" y="216"/>
                    </a:lnTo>
                    <a:cubicBezTo>
                      <a:pt x="8" y="218"/>
                      <a:pt x="4" y="218"/>
                      <a:pt x="2" y="215"/>
                    </a:cubicBezTo>
                    <a:cubicBezTo>
                      <a:pt x="0" y="213"/>
                      <a:pt x="0" y="209"/>
                      <a:pt x="3" y="20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4"/>
              <p:cNvSpPr/>
              <p:nvPr/>
            </p:nvSpPr>
            <p:spPr>
              <a:xfrm>
                <a:off x="2502879" y="2712516"/>
                <a:ext cx="251429" cy="113822"/>
              </a:xfrm>
              <a:custGeom>
                <a:avLst/>
                <a:gdLst/>
                <a:ahLst/>
                <a:cxnLst/>
                <a:rect l="l" t="t" r="r" b="b"/>
                <a:pathLst>
                  <a:path w="444" h="201" extrusionOk="0">
                    <a:moveTo>
                      <a:pt x="442" y="6"/>
                    </a:moveTo>
                    <a:cubicBezTo>
                      <a:pt x="418" y="40"/>
                      <a:pt x="391" y="72"/>
                      <a:pt x="361" y="102"/>
                    </a:cubicBezTo>
                    <a:cubicBezTo>
                      <a:pt x="346" y="116"/>
                      <a:pt x="330" y="130"/>
                      <a:pt x="313" y="142"/>
                    </a:cubicBezTo>
                    <a:cubicBezTo>
                      <a:pt x="295" y="154"/>
                      <a:pt x="276" y="165"/>
                      <a:pt x="256" y="171"/>
                    </a:cubicBezTo>
                    <a:cubicBezTo>
                      <a:pt x="216" y="184"/>
                      <a:pt x="173" y="190"/>
                      <a:pt x="132" y="194"/>
                    </a:cubicBezTo>
                    <a:cubicBezTo>
                      <a:pt x="90" y="198"/>
                      <a:pt x="49" y="200"/>
                      <a:pt x="7" y="200"/>
                    </a:cubicBezTo>
                    <a:cubicBezTo>
                      <a:pt x="3" y="200"/>
                      <a:pt x="0" y="197"/>
                      <a:pt x="0" y="193"/>
                    </a:cubicBezTo>
                    <a:cubicBezTo>
                      <a:pt x="0" y="190"/>
                      <a:pt x="3" y="187"/>
                      <a:pt x="7" y="187"/>
                    </a:cubicBezTo>
                    <a:lnTo>
                      <a:pt x="7" y="187"/>
                    </a:lnTo>
                    <a:cubicBezTo>
                      <a:pt x="48" y="187"/>
                      <a:pt x="90" y="185"/>
                      <a:pt x="131" y="181"/>
                    </a:cubicBezTo>
                    <a:cubicBezTo>
                      <a:pt x="172" y="178"/>
                      <a:pt x="213" y="172"/>
                      <a:pt x="252" y="160"/>
                    </a:cubicBezTo>
                    <a:cubicBezTo>
                      <a:pt x="291" y="148"/>
                      <a:pt x="324" y="122"/>
                      <a:pt x="354" y="94"/>
                    </a:cubicBezTo>
                    <a:cubicBezTo>
                      <a:pt x="369" y="80"/>
                      <a:pt x="384" y="65"/>
                      <a:pt x="397" y="50"/>
                    </a:cubicBezTo>
                    <a:cubicBezTo>
                      <a:pt x="411" y="35"/>
                      <a:pt x="424" y="18"/>
                      <a:pt x="436" y="2"/>
                    </a:cubicBezTo>
                    <a:lnTo>
                      <a:pt x="436" y="2"/>
                    </a:lnTo>
                    <a:cubicBezTo>
                      <a:pt x="438" y="0"/>
                      <a:pt x="440" y="0"/>
                      <a:pt x="441" y="1"/>
                    </a:cubicBezTo>
                    <a:cubicBezTo>
                      <a:pt x="442" y="3"/>
                      <a:pt x="443" y="5"/>
                      <a:pt x="442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4"/>
              <p:cNvSpPr/>
              <p:nvPr/>
            </p:nvSpPr>
            <p:spPr>
              <a:xfrm>
                <a:off x="2067974" y="2725541"/>
                <a:ext cx="92870" cy="168751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98" extrusionOk="0">
                    <a:moveTo>
                      <a:pt x="2" y="290"/>
                    </a:moveTo>
                    <a:cubicBezTo>
                      <a:pt x="17" y="280"/>
                      <a:pt x="32" y="268"/>
                      <a:pt x="46" y="256"/>
                    </a:cubicBezTo>
                    <a:cubicBezTo>
                      <a:pt x="60" y="245"/>
                      <a:pt x="74" y="232"/>
                      <a:pt x="87" y="219"/>
                    </a:cubicBezTo>
                    <a:cubicBezTo>
                      <a:pt x="100" y="206"/>
                      <a:pt x="112" y="193"/>
                      <a:pt x="123" y="179"/>
                    </a:cubicBezTo>
                    <a:cubicBezTo>
                      <a:pt x="134" y="164"/>
                      <a:pt x="144" y="149"/>
                      <a:pt x="150" y="133"/>
                    </a:cubicBezTo>
                    <a:lnTo>
                      <a:pt x="150" y="137"/>
                    </a:lnTo>
                    <a:lnTo>
                      <a:pt x="150" y="137"/>
                    </a:lnTo>
                    <a:cubicBezTo>
                      <a:pt x="144" y="114"/>
                      <a:pt x="137" y="91"/>
                      <a:pt x="130" y="69"/>
                    </a:cubicBezTo>
                    <a:cubicBezTo>
                      <a:pt x="126" y="58"/>
                      <a:pt x="121" y="47"/>
                      <a:pt x="117" y="36"/>
                    </a:cubicBezTo>
                    <a:cubicBezTo>
                      <a:pt x="112" y="25"/>
                      <a:pt x="108" y="15"/>
                      <a:pt x="101" y="5"/>
                    </a:cubicBezTo>
                    <a:lnTo>
                      <a:pt x="101" y="5"/>
                    </a:lnTo>
                    <a:cubicBezTo>
                      <a:pt x="100" y="3"/>
                      <a:pt x="101" y="2"/>
                      <a:pt x="102" y="0"/>
                    </a:cubicBezTo>
                    <a:cubicBezTo>
                      <a:pt x="103" y="0"/>
                      <a:pt x="105" y="0"/>
                      <a:pt x="107" y="1"/>
                    </a:cubicBezTo>
                    <a:cubicBezTo>
                      <a:pt x="114" y="11"/>
                      <a:pt x="120" y="22"/>
                      <a:pt x="125" y="32"/>
                    </a:cubicBezTo>
                    <a:cubicBezTo>
                      <a:pt x="130" y="43"/>
                      <a:pt x="135" y="54"/>
                      <a:pt x="140" y="65"/>
                    </a:cubicBezTo>
                    <a:cubicBezTo>
                      <a:pt x="148" y="88"/>
                      <a:pt x="156" y="110"/>
                      <a:pt x="163" y="133"/>
                    </a:cubicBezTo>
                    <a:lnTo>
                      <a:pt x="163" y="133"/>
                    </a:lnTo>
                    <a:lnTo>
                      <a:pt x="163" y="133"/>
                    </a:lnTo>
                    <a:cubicBezTo>
                      <a:pt x="163" y="135"/>
                      <a:pt x="163" y="136"/>
                      <a:pt x="162" y="137"/>
                    </a:cubicBezTo>
                    <a:cubicBezTo>
                      <a:pt x="155" y="155"/>
                      <a:pt x="144" y="171"/>
                      <a:pt x="132" y="186"/>
                    </a:cubicBezTo>
                    <a:cubicBezTo>
                      <a:pt x="121" y="201"/>
                      <a:pt x="107" y="214"/>
                      <a:pt x="94" y="226"/>
                    </a:cubicBezTo>
                    <a:cubicBezTo>
                      <a:pt x="80" y="239"/>
                      <a:pt x="66" y="251"/>
                      <a:pt x="51" y="263"/>
                    </a:cubicBezTo>
                    <a:cubicBezTo>
                      <a:pt x="37" y="274"/>
                      <a:pt x="22" y="285"/>
                      <a:pt x="6" y="295"/>
                    </a:cubicBezTo>
                    <a:cubicBezTo>
                      <a:pt x="4" y="297"/>
                      <a:pt x="2" y="296"/>
                      <a:pt x="1" y="295"/>
                    </a:cubicBezTo>
                    <a:cubicBezTo>
                      <a:pt x="0" y="293"/>
                      <a:pt x="1" y="291"/>
                      <a:pt x="2" y="2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4"/>
              <p:cNvSpPr/>
              <p:nvPr/>
            </p:nvSpPr>
            <p:spPr>
              <a:xfrm>
                <a:off x="2152350" y="2778205"/>
                <a:ext cx="136474" cy="40772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2" extrusionOk="0">
                    <a:moveTo>
                      <a:pt x="232" y="71"/>
                    </a:moveTo>
                    <a:cubicBezTo>
                      <a:pt x="231" y="71"/>
                      <a:pt x="229" y="70"/>
                      <a:pt x="228" y="69"/>
                    </a:cubicBezTo>
                    <a:cubicBezTo>
                      <a:pt x="157" y="15"/>
                      <a:pt x="10" y="48"/>
                      <a:pt x="9" y="48"/>
                    </a:cubicBezTo>
                    <a:cubicBezTo>
                      <a:pt x="5" y="49"/>
                      <a:pt x="2" y="47"/>
                      <a:pt x="1" y="43"/>
                    </a:cubicBezTo>
                    <a:cubicBezTo>
                      <a:pt x="0" y="40"/>
                      <a:pt x="2" y="36"/>
                      <a:pt x="6" y="35"/>
                    </a:cubicBezTo>
                    <a:cubicBezTo>
                      <a:pt x="12" y="34"/>
                      <a:pt x="160" y="0"/>
                      <a:pt x="237" y="59"/>
                    </a:cubicBezTo>
                    <a:cubicBezTo>
                      <a:pt x="239" y="61"/>
                      <a:pt x="240" y="65"/>
                      <a:pt x="238" y="68"/>
                    </a:cubicBezTo>
                    <a:cubicBezTo>
                      <a:pt x="236" y="70"/>
                      <a:pt x="234" y="71"/>
                      <a:pt x="232" y="7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4"/>
              <p:cNvSpPr/>
              <p:nvPr/>
            </p:nvSpPr>
            <p:spPr>
              <a:xfrm>
                <a:off x="1704420" y="2834266"/>
                <a:ext cx="157993" cy="56062"/>
              </a:xfrm>
              <a:custGeom>
                <a:avLst/>
                <a:gdLst/>
                <a:ahLst/>
                <a:cxnLst/>
                <a:rect l="l" t="t" r="r" b="b"/>
                <a:pathLst>
                  <a:path w="279" h="99" extrusionOk="0">
                    <a:moveTo>
                      <a:pt x="13" y="6"/>
                    </a:moveTo>
                    <a:cubicBezTo>
                      <a:pt x="16" y="10"/>
                      <a:pt x="20" y="14"/>
                      <a:pt x="24" y="19"/>
                    </a:cubicBezTo>
                    <a:cubicBezTo>
                      <a:pt x="28" y="23"/>
                      <a:pt x="32" y="27"/>
                      <a:pt x="37" y="30"/>
                    </a:cubicBezTo>
                    <a:cubicBezTo>
                      <a:pt x="41" y="34"/>
                      <a:pt x="46" y="37"/>
                      <a:pt x="51" y="41"/>
                    </a:cubicBezTo>
                    <a:cubicBezTo>
                      <a:pt x="56" y="44"/>
                      <a:pt x="61" y="47"/>
                      <a:pt x="66" y="50"/>
                    </a:cubicBezTo>
                    <a:cubicBezTo>
                      <a:pt x="71" y="52"/>
                      <a:pt x="76" y="55"/>
                      <a:pt x="82" y="58"/>
                    </a:cubicBezTo>
                    <a:lnTo>
                      <a:pt x="98" y="65"/>
                    </a:lnTo>
                    <a:cubicBezTo>
                      <a:pt x="109" y="69"/>
                      <a:pt x="120" y="73"/>
                      <a:pt x="132" y="76"/>
                    </a:cubicBezTo>
                    <a:cubicBezTo>
                      <a:pt x="143" y="79"/>
                      <a:pt x="155" y="81"/>
                      <a:pt x="167" y="83"/>
                    </a:cubicBezTo>
                    <a:cubicBezTo>
                      <a:pt x="178" y="85"/>
                      <a:pt x="190" y="86"/>
                      <a:pt x="203" y="88"/>
                    </a:cubicBezTo>
                    <a:cubicBezTo>
                      <a:pt x="215" y="89"/>
                      <a:pt x="227" y="90"/>
                      <a:pt x="239" y="90"/>
                    </a:cubicBezTo>
                    <a:lnTo>
                      <a:pt x="275" y="91"/>
                    </a:lnTo>
                    <a:lnTo>
                      <a:pt x="275" y="91"/>
                    </a:lnTo>
                    <a:cubicBezTo>
                      <a:pt x="277" y="91"/>
                      <a:pt x="278" y="92"/>
                      <a:pt x="278" y="94"/>
                    </a:cubicBezTo>
                    <a:cubicBezTo>
                      <a:pt x="278" y="96"/>
                      <a:pt x="277" y="97"/>
                      <a:pt x="275" y="97"/>
                    </a:cubicBezTo>
                    <a:lnTo>
                      <a:pt x="238" y="98"/>
                    </a:lnTo>
                    <a:cubicBezTo>
                      <a:pt x="226" y="97"/>
                      <a:pt x="214" y="97"/>
                      <a:pt x="202" y="96"/>
                    </a:cubicBezTo>
                    <a:cubicBezTo>
                      <a:pt x="190" y="95"/>
                      <a:pt x="178" y="94"/>
                      <a:pt x="165" y="92"/>
                    </a:cubicBezTo>
                    <a:cubicBezTo>
                      <a:pt x="153" y="90"/>
                      <a:pt x="141" y="88"/>
                      <a:pt x="129" y="85"/>
                    </a:cubicBezTo>
                    <a:cubicBezTo>
                      <a:pt x="117" y="82"/>
                      <a:pt x="105" y="78"/>
                      <a:pt x="94" y="74"/>
                    </a:cubicBezTo>
                    <a:lnTo>
                      <a:pt x="77" y="67"/>
                    </a:lnTo>
                    <a:cubicBezTo>
                      <a:pt x="71" y="65"/>
                      <a:pt x="65" y="62"/>
                      <a:pt x="60" y="59"/>
                    </a:cubicBezTo>
                    <a:cubicBezTo>
                      <a:pt x="55" y="56"/>
                      <a:pt x="49" y="53"/>
                      <a:pt x="44" y="50"/>
                    </a:cubicBezTo>
                    <a:cubicBezTo>
                      <a:pt x="39" y="46"/>
                      <a:pt x="33" y="43"/>
                      <a:pt x="28" y="39"/>
                    </a:cubicBezTo>
                    <a:cubicBezTo>
                      <a:pt x="18" y="32"/>
                      <a:pt x="9" y="23"/>
                      <a:pt x="2" y="12"/>
                    </a:cubicBezTo>
                    <a:cubicBezTo>
                      <a:pt x="0" y="9"/>
                      <a:pt x="0" y="5"/>
                      <a:pt x="3" y="2"/>
                    </a:cubicBezTo>
                    <a:cubicBezTo>
                      <a:pt x="5" y="0"/>
                      <a:pt x="10" y="1"/>
                      <a:pt x="13" y="4"/>
                    </a:cubicBezTo>
                    <a:lnTo>
                      <a:pt x="13" y="5"/>
                    </a:lnTo>
                    <a:lnTo>
                      <a:pt x="13" y="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4"/>
              <p:cNvSpPr/>
              <p:nvPr/>
            </p:nvSpPr>
            <p:spPr>
              <a:xfrm>
                <a:off x="2319970" y="2837098"/>
                <a:ext cx="339769" cy="91737"/>
              </a:xfrm>
              <a:custGeom>
                <a:avLst/>
                <a:gdLst/>
                <a:ahLst/>
                <a:cxnLst/>
                <a:rect l="l" t="t" r="r" b="b"/>
                <a:pathLst>
                  <a:path w="600" h="162" extrusionOk="0">
                    <a:moveTo>
                      <a:pt x="241" y="158"/>
                    </a:moveTo>
                    <a:cubicBezTo>
                      <a:pt x="175" y="157"/>
                      <a:pt x="0" y="161"/>
                      <a:pt x="29" y="108"/>
                    </a:cubicBezTo>
                    <a:cubicBezTo>
                      <a:pt x="39" y="88"/>
                      <a:pt x="46" y="68"/>
                      <a:pt x="50" y="47"/>
                    </a:cubicBezTo>
                    <a:cubicBezTo>
                      <a:pt x="59" y="0"/>
                      <a:pt x="267" y="39"/>
                      <a:pt x="309" y="39"/>
                    </a:cubicBezTo>
                    <a:cubicBezTo>
                      <a:pt x="357" y="39"/>
                      <a:pt x="464" y="37"/>
                      <a:pt x="550" y="22"/>
                    </a:cubicBezTo>
                    <a:cubicBezTo>
                      <a:pt x="578" y="17"/>
                      <a:pt x="599" y="40"/>
                      <a:pt x="584" y="59"/>
                    </a:cubicBezTo>
                    <a:cubicBezTo>
                      <a:pt x="536" y="118"/>
                      <a:pt x="386" y="158"/>
                      <a:pt x="241" y="15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4"/>
              <p:cNvSpPr/>
              <p:nvPr/>
            </p:nvSpPr>
            <p:spPr>
              <a:xfrm>
                <a:off x="2615003" y="2561319"/>
                <a:ext cx="118353" cy="157992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79" extrusionOk="0">
                    <a:moveTo>
                      <a:pt x="28" y="246"/>
                    </a:moveTo>
                    <a:cubicBezTo>
                      <a:pt x="36" y="208"/>
                      <a:pt x="37" y="169"/>
                      <a:pt x="11" y="143"/>
                    </a:cubicBezTo>
                    <a:cubicBezTo>
                      <a:pt x="0" y="133"/>
                      <a:pt x="4" y="115"/>
                      <a:pt x="17" y="109"/>
                    </a:cubicBezTo>
                    <a:cubicBezTo>
                      <a:pt x="89" y="76"/>
                      <a:pt x="124" y="31"/>
                      <a:pt x="191" y="3"/>
                    </a:cubicBezTo>
                    <a:cubicBezTo>
                      <a:pt x="199" y="0"/>
                      <a:pt x="208" y="6"/>
                      <a:pt x="207" y="15"/>
                    </a:cubicBezTo>
                    <a:cubicBezTo>
                      <a:pt x="203" y="60"/>
                      <a:pt x="199" y="105"/>
                      <a:pt x="191" y="151"/>
                    </a:cubicBezTo>
                    <a:cubicBezTo>
                      <a:pt x="185" y="188"/>
                      <a:pt x="110" y="239"/>
                      <a:pt x="59" y="269"/>
                    </a:cubicBezTo>
                    <a:cubicBezTo>
                      <a:pt x="43" y="278"/>
                      <a:pt x="24" y="264"/>
                      <a:pt x="28" y="2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4"/>
              <p:cNvSpPr/>
              <p:nvPr/>
            </p:nvSpPr>
            <p:spPr>
              <a:xfrm>
                <a:off x="2290523" y="2324614"/>
                <a:ext cx="454159" cy="227078"/>
              </a:xfrm>
              <a:custGeom>
                <a:avLst/>
                <a:gdLst/>
                <a:ahLst/>
                <a:cxnLst/>
                <a:rect l="l" t="t" r="r" b="b"/>
                <a:pathLst>
                  <a:path w="802" h="401" extrusionOk="0">
                    <a:moveTo>
                      <a:pt x="53" y="393"/>
                    </a:moveTo>
                    <a:cubicBezTo>
                      <a:pt x="25" y="400"/>
                      <a:pt x="0" y="377"/>
                      <a:pt x="4" y="349"/>
                    </a:cubicBezTo>
                    <a:cubicBezTo>
                      <a:pt x="13" y="295"/>
                      <a:pt x="36" y="222"/>
                      <a:pt x="94" y="201"/>
                    </a:cubicBezTo>
                    <a:cubicBezTo>
                      <a:pt x="221" y="157"/>
                      <a:pt x="373" y="189"/>
                      <a:pt x="491" y="113"/>
                    </a:cubicBezTo>
                    <a:cubicBezTo>
                      <a:pt x="526" y="91"/>
                      <a:pt x="558" y="69"/>
                      <a:pt x="587" y="48"/>
                    </a:cubicBezTo>
                    <a:cubicBezTo>
                      <a:pt x="624" y="20"/>
                      <a:pt x="692" y="18"/>
                      <a:pt x="754" y="5"/>
                    </a:cubicBezTo>
                    <a:cubicBezTo>
                      <a:pt x="778" y="0"/>
                      <a:pt x="801" y="18"/>
                      <a:pt x="801" y="43"/>
                    </a:cubicBezTo>
                    <a:cubicBezTo>
                      <a:pt x="801" y="75"/>
                      <a:pt x="801" y="108"/>
                      <a:pt x="799" y="137"/>
                    </a:cubicBezTo>
                    <a:cubicBezTo>
                      <a:pt x="798" y="154"/>
                      <a:pt x="786" y="169"/>
                      <a:pt x="770" y="174"/>
                    </a:cubicBezTo>
                    <a:cubicBezTo>
                      <a:pt x="680" y="195"/>
                      <a:pt x="623" y="232"/>
                      <a:pt x="581" y="269"/>
                    </a:cubicBezTo>
                    <a:cubicBezTo>
                      <a:pt x="553" y="293"/>
                      <a:pt x="522" y="313"/>
                      <a:pt x="488" y="328"/>
                    </a:cubicBezTo>
                    <a:cubicBezTo>
                      <a:pt x="438" y="350"/>
                      <a:pt x="372" y="373"/>
                      <a:pt x="330" y="367"/>
                    </a:cubicBezTo>
                    <a:cubicBezTo>
                      <a:pt x="233" y="354"/>
                      <a:pt x="119" y="375"/>
                      <a:pt x="53" y="3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4"/>
              <p:cNvSpPr/>
              <p:nvPr/>
            </p:nvSpPr>
            <p:spPr>
              <a:xfrm>
                <a:off x="2329597" y="2352928"/>
                <a:ext cx="393566" cy="144401"/>
              </a:xfrm>
              <a:custGeom>
                <a:avLst/>
                <a:gdLst/>
                <a:ahLst/>
                <a:cxnLst/>
                <a:rect l="l" t="t" r="r" b="b"/>
                <a:pathLst>
                  <a:path w="695" h="255" extrusionOk="0">
                    <a:moveTo>
                      <a:pt x="35" y="251"/>
                    </a:moveTo>
                    <a:cubicBezTo>
                      <a:pt x="17" y="254"/>
                      <a:pt x="0" y="244"/>
                      <a:pt x="3" y="233"/>
                    </a:cubicBezTo>
                    <a:cubicBezTo>
                      <a:pt x="9" y="211"/>
                      <a:pt x="24" y="181"/>
                      <a:pt x="62" y="173"/>
                    </a:cubicBezTo>
                    <a:cubicBezTo>
                      <a:pt x="146" y="155"/>
                      <a:pt x="247" y="167"/>
                      <a:pt x="324" y="136"/>
                    </a:cubicBezTo>
                    <a:cubicBezTo>
                      <a:pt x="347" y="127"/>
                      <a:pt x="449" y="90"/>
                      <a:pt x="468" y="81"/>
                    </a:cubicBezTo>
                    <a:cubicBezTo>
                      <a:pt x="492" y="70"/>
                      <a:pt x="557" y="15"/>
                      <a:pt x="662" y="2"/>
                    </a:cubicBezTo>
                    <a:cubicBezTo>
                      <a:pt x="678" y="0"/>
                      <a:pt x="693" y="7"/>
                      <a:pt x="693" y="17"/>
                    </a:cubicBezTo>
                    <a:cubicBezTo>
                      <a:pt x="694" y="30"/>
                      <a:pt x="693" y="44"/>
                      <a:pt x="692" y="56"/>
                    </a:cubicBezTo>
                    <a:cubicBezTo>
                      <a:pt x="692" y="63"/>
                      <a:pt x="684" y="69"/>
                      <a:pt x="673" y="70"/>
                    </a:cubicBezTo>
                    <a:cubicBezTo>
                      <a:pt x="614" y="79"/>
                      <a:pt x="492" y="156"/>
                      <a:pt x="464" y="171"/>
                    </a:cubicBezTo>
                    <a:cubicBezTo>
                      <a:pt x="446" y="181"/>
                      <a:pt x="345" y="218"/>
                      <a:pt x="322" y="224"/>
                    </a:cubicBezTo>
                    <a:cubicBezTo>
                      <a:pt x="289" y="233"/>
                      <a:pt x="246" y="242"/>
                      <a:pt x="217" y="240"/>
                    </a:cubicBezTo>
                    <a:cubicBezTo>
                      <a:pt x="154" y="235"/>
                      <a:pt x="79" y="243"/>
                      <a:pt x="35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4"/>
              <p:cNvSpPr/>
              <p:nvPr/>
            </p:nvSpPr>
            <p:spPr>
              <a:xfrm>
                <a:off x="2316572" y="2649659"/>
                <a:ext cx="229344" cy="9060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160" extrusionOk="0">
                    <a:moveTo>
                      <a:pt x="325" y="159"/>
                    </a:moveTo>
                    <a:cubicBezTo>
                      <a:pt x="219" y="153"/>
                      <a:pt x="127" y="131"/>
                      <a:pt x="24" y="126"/>
                    </a:cubicBezTo>
                    <a:cubicBezTo>
                      <a:pt x="15" y="126"/>
                      <a:pt x="7" y="119"/>
                      <a:pt x="5" y="110"/>
                    </a:cubicBezTo>
                    <a:cubicBezTo>
                      <a:pt x="3" y="96"/>
                      <a:pt x="1" y="83"/>
                      <a:pt x="1" y="73"/>
                    </a:cubicBezTo>
                    <a:cubicBezTo>
                      <a:pt x="0" y="67"/>
                      <a:pt x="2" y="62"/>
                      <a:pt x="6" y="58"/>
                    </a:cubicBezTo>
                    <a:cubicBezTo>
                      <a:pt x="67" y="0"/>
                      <a:pt x="246" y="19"/>
                      <a:pt x="320" y="15"/>
                    </a:cubicBezTo>
                    <a:cubicBezTo>
                      <a:pt x="337" y="14"/>
                      <a:pt x="358" y="12"/>
                      <a:pt x="380" y="8"/>
                    </a:cubicBezTo>
                    <a:cubicBezTo>
                      <a:pt x="393" y="6"/>
                      <a:pt x="404" y="17"/>
                      <a:pt x="403" y="30"/>
                    </a:cubicBezTo>
                    <a:cubicBezTo>
                      <a:pt x="399" y="76"/>
                      <a:pt x="376" y="131"/>
                      <a:pt x="336" y="156"/>
                    </a:cubicBezTo>
                    <a:cubicBezTo>
                      <a:pt x="333" y="158"/>
                      <a:pt x="329" y="159"/>
                      <a:pt x="325" y="15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4"/>
              <p:cNvSpPr/>
              <p:nvPr/>
            </p:nvSpPr>
            <p:spPr>
              <a:xfrm>
                <a:off x="1727638" y="1877252"/>
                <a:ext cx="1008549" cy="112803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1992" extrusionOk="0">
                    <a:moveTo>
                      <a:pt x="1714" y="350"/>
                    </a:moveTo>
                    <a:cubicBezTo>
                      <a:pt x="1672" y="360"/>
                      <a:pt x="1552" y="341"/>
                      <a:pt x="1550" y="280"/>
                    </a:cubicBezTo>
                    <a:cubicBezTo>
                      <a:pt x="1549" y="251"/>
                      <a:pt x="1564" y="224"/>
                      <a:pt x="1587" y="206"/>
                    </a:cubicBezTo>
                    <a:cubicBezTo>
                      <a:pt x="1612" y="188"/>
                      <a:pt x="1639" y="176"/>
                      <a:pt x="1676" y="150"/>
                    </a:cubicBezTo>
                    <a:cubicBezTo>
                      <a:pt x="1721" y="117"/>
                      <a:pt x="1714" y="53"/>
                      <a:pt x="1707" y="18"/>
                    </a:cubicBezTo>
                    <a:cubicBezTo>
                      <a:pt x="1705" y="6"/>
                      <a:pt x="1691" y="0"/>
                      <a:pt x="1680" y="6"/>
                    </a:cubicBezTo>
                    <a:cubicBezTo>
                      <a:pt x="1615" y="40"/>
                      <a:pt x="1556" y="123"/>
                      <a:pt x="1517" y="188"/>
                    </a:cubicBezTo>
                    <a:lnTo>
                      <a:pt x="1517" y="188"/>
                    </a:lnTo>
                    <a:cubicBezTo>
                      <a:pt x="1489" y="232"/>
                      <a:pt x="1428" y="291"/>
                      <a:pt x="1378" y="335"/>
                    </a:cubicBezTo>
                    <a:cubicBezTo>
                      <a:pt x="1230" y="467"/>
                      <a:pt x="1274" y="577"/>
                      <a:pt x="1082" y="671"/>
                    </a:cubicBezTo>
                    <a:cubicBezTo>
                      <a:pt x="996" y="714"/>
                      <a:pt x="726" y="796"/>
                      <a:pt x="629" y="856"/>
                    </a:cubicBezTo>
                    <a:cubicBezTo>
                      <a:pt x="532" y="917"/>
                      <a:pt x="492" y="1032"/>
                      <a:pt x="401" y="1091"/>
                    </a:cubicBezTo>
                    <a:cubicBezTo>
                      <a:pt x="310" y="1151"/>
                      <a:pt x="125" y="1167"/>
                      <a:pt x="62" y="1216"/>
                    </a:cubicBezTo>
                    <a:cubicBezTo>
                      <a:pt x="0" y="1265"/>
                      <a:pt x="36" y="1629"/>
                      <a:pt x="49" y="1668"/>
                    </a:cubicBezTo>
                    <a:cubicBezTo>
                      <a:pt x="61" y="1704"/>
                      <a:pt x="165" y="1728"/>
                      <a:pt x="233" y="1731"/>
                    </a:cubicBezTo>
                    <a:cubicBezTo>
                      <a:pt x="255" y="1733"/>
                      <a:pt x="306" y="1746"/>
                      <a:pt x="319" y="1763"/>
                    </a:cubicBezTo>
                    <a:cubicBezTo>
                      <a:pt x="341" y="1793"/>
                      <a:pt x="337" y="1815"/>
                      <a:pt x="287" y="1837"/>
                    </a:cubicBezTo>
                    <a:cubicBezTo>
                      <a:pt x="239" y="1859"/>
                      <a:pt x="88" y="1833"/>
                      <a:pt x="75" y="1829"/>
                    </a:cubicBezTo>
                    <a:cubicBezTo>
                      <a:pt x="61" y="1825"/>
                      <a:pt x="58" y="1868"/>
                      <a:pt x="90" y="1876"/>
                    </a:cubicBezTo>
                    <a:cubicBezTo>
                      <a:pt x="182" y="1900"/>
                      <a:pt x="316" y="1974"/>
                      <a:pt x="413" y="1982"/>
                    </a:cubicBezTo>
                    <a:cubicBezTo>
                      <a:pt x="511" y="1991"/>
                      <a:pt x="750" y="1947"/>
                      <a:pt x="832" y="1893"/>
                    </a:cubicBezTo>
                    <a:cubicBezTo>
                      <a:pt x="879" y="1862"/>
                      <a:pt x="922" y="1742"/>
                      <a:pt x="912" y="1712"/>
                    </a:cubicBezTo>
                    <a:cubicBezTo>
                      <a:pt x="904" y="1690"/>
                      <a:pt x="848" y="1700"/>
                      <a:pt x="819" y="1707"/>
                    </a:cubicBezTo>
                    <a:cubicBezTo>
                      <a:pt x="807" y="1710"/>
                      <a:pt x="797" y="1716"/>
                      <a:pt x="789" y="1724"/>
                    </a:cubicBezTo>
                    <a:cubicBezTo>
                      <a:pt x="774" y="1739"/>
                      <a:pt x="745" y="1766"/>
                      <a:pt x="708" y="1805"/>
                    </a:cubicBezTo>
                    <a:cubicBezTo>
                      <a:pt x="652" y="1866"/>
                      <a:pt x="511" y="1897"/>
                      <a:pt x="480" y="1866"/>
                    </a:cubicBezTo>
                    <a:cubicBezTo>
                      <a:pt x="439" y="1825"/>
                      <a:pt x="637" y="1639"/>
                      <a:pt x="651" y="1622"/>
                    </a:cubicBezTo>
                    <a:cubicBezTo>
                      <a:pt x="674" y="1594"/>
                      <a:pt x="654" y="1565"/>
                      <a:pt x="629" y="1523"/>
                    </a:cubicBezTo>
                    <a:cubicBezTo>
                      <a:pt x="604" y="1481"/>
                      <a:pt x="630" y="1459"/>
                      <a:pt x="681" y="1430"/>
                    </a:cubicBezTo>
                    <a:cubicBezTo>
                      <a:pt x="732" y="1401"/>
                      <a:pt x="741" y="1447"/>
                      <a:pt x="772" y="1490"/>
                    </a:cubicBezTo>
                    <a:cubicBezTo>
                      <a:pt x="802" y="1533"/>
                      <a:pt x="800" y="1531"/>
                      <a:pt x="857" y="1523"/>
                    </a:cubicBezTo>
                    <a:cubicBezTo>
                      <a:pt x="914" y="1515"/>
                      <a:pt x="876" y="1474"/>
                      <a:pt x="869" y="1446"/>
                    </a:cubicBezTo>
                    <a:cubicBezTo>
                      <a:pt x="863" y="1419"/>
                      <a:pt x="819" y="1323"/>
                      <a:pt x="792" y="1304"/>
                    </a:cubicBezTo>
                    <a:cubicBezTo>
                      <a:pt x="766" y="1285"/>
                      <a:pt x="713" y="1321"/>
                      <a:pt x="643" y="1345"/>
                    </a:cubicBezTo>
                    <a:cubicBezTo>
                      <a:pt x="573" y="1368"/>
                      <a:pt x="391" y="1484"/>
                      <a:pt x="323" y="1523"/>
                    </a:cubicBezTo>
                    <a:cubicBezTo>
                      <a:pt x="255" y="1563"/>
                      <a:pt x="236" y="1527"/>
                      <a:pt x="199" y="1467"/>
                    </a:cubicBezTo>
                    <a:cubicBezTo>
                      <a:pt x="161" y="1407"/>
                      <a:pt x="233" y="1385"/>
                      <a:pt x="233" y="1385"/>
                    </a:cubicBezTo>
                    <a:cubicBezTo>
                      <a:pt x="366" y="1351"/>
                      <a:pt x="463" y="1242"/>
                      <a:pt x="529" y="1175"/>
                    </a:cubicBezTo>
                    <a:cubicBezTo>
                      <a:pt x="595" y="1109"/>
                      <a:pt x="749" y="1043"/>
                      <a:pt x="799" y="1017"/>
                    </a:cubicBezTo>
                    <a:cubicBezTo>
                      <a:pt x="849" y="991"/>
                      <a:pt x="821" y="951"/>
                      <a:pt x="912" y="878"/>
                    </a:cubicBezTo>
                    <a:cubicBezTo>
                      <a:pt x="1002" y="806"/>
                      <a:pt x="1120" y="780"/>
                      <a:pt x="1259" y="765"/>
                    </a:cubicBezTo>
                    <a:cubicBezTo>
                      <a:pt x="1397" y="749"/>
                      <a:pt x="1472" y="681"/>
                      <a:pt x="1558" y="635"/>
                    </a:cubicBezTo>
                    <a:cubicBezTo>
                      <a:pt x="1644" y="589"/>
                      <a:pt x="1740" y="593"/>
                      <a:pt x="1760" y="537"/>
                    </a:cubicBezTo>
                    <a:cubicBezTo>
                      <a:pt x="1780" y="481"/>
                      <a:pt x="1760" y="338"/>
                      <a:pt x="1714" y="3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4"/>
              <p:cNvSpPr/>
              <p:nvPr/>
            </p:nvSpPr>
            <p:spPr>
              <a:xfrm>
                <a:off x="2617835" y="1901036"/>
                <a:ext cx="62857" cy="70219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24" extrusionOk="0">
                    <a:moveTo>
                      <a:pt x="58" y="43"/>
                    </a:moveTo>
                    <a:cubicBezTo>
                      <a:pt x="70" y="28"/>
                      <a:pt x="82" y="13"/>
                      <a:pt x="97" y="3"/>
                    </a:cubicBezTo>
                    <a:cubicBezTo>
                      <a:pt x="103" y="0"/>
                      <a:pt x="110" y="4"/>
                      <a:pt x="110" y="10"/>
                    </a:cubicBezTo>
                    <a:cubicBezTo>
                      <a:pt x="110" y="59"/>
                      <a:pt x="80" y="99"/>
                      <a:pt x="39" y="116"/>
                    </a:cubicBezTo>
                    <a:cubicBezTo>
                      <a:pt x="22" y="123"/>
                      <a:pt x="0" y="117"/>
                      <a:pt x="13" y="97"/>
                    </a:cubicBezTo>
                    <a:cubicBezTo>
                      <a:pt x="27" y="78"/>
                      <a:pt x="44" y="61"/>
                      <a:pt x="58" y="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4"/>
              <p:cNvSpPr/>
              <p:nvPr/>
            </p:nvSpPr>
            <p:spPr>
              <a:xfrm>
                <a:off x="2367538" y="2865978"/>
                <a:ext cx="255960" cy="3567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63" extrusionOk="0">
                    <a:moveTo>
                      <a:pt x="45" y="4"/>
                    </a:moveTo>
                    <a:cubicBezTo>
                      <a:pt x="63" y="2"/>
                      <a:pt x="80" y="5"/>
                      <a:pt x="98" y="8"/>
                    </a:cubicBezTo>
                    <a:cubicBezTo>
                      <a:pt x="212" y="25"/>
                      <a:pt x="328" y="22"/>
                      <a:pt x="441" y="1"/>
                    </a:cubicBezTo>
                    <a:cubicBezTo>
                      <a:pt x="446" y="0"/>
                      <a:pt x="451" y="6"/>
                      <a:pt x="448" y="10"/>
                    </a:cubicBezTo>
                    <a:cubicBezTo>
                      <a:pt x="442" y="19"/>
                      <a:pt x="434" y="26"/>
                      <a:pt x="424" y="31"/>
                    </a:cubicBezTo>
                    <a:cubicBezTo>
                      <a:pt x="411" y="38"/>
                      <a:pt x="396" y="41"/>
                      <a:pt x="382" y="43"/>
                    </a:cubicBezTo>
                    <a:cubicBezTo>
                      <a:pt x="265" y="62"/>
                      <a:pt x="146" y="60"/>
                      <a:pt x="40" y="42"/>
                    </a:cubicBezTo>
                    <a:cubicBezTo>
                      <a:pt x="0" y="36"/>
                      <a:pt x="7" y="8"/>
                      <a:pt x="45" y="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4"/>
              <p:cNvSpPr/>
              <p:nvPr/>
            </p:nvSpPr>
            <p:spPr>
              <a:xfrm>
                <a:off x="2325633" y="2674009"/>
                <a:ext cx="196500" cy="35676"/>
              </a:xfrm>
              <a:custGeom>
                <a:avLst/>
                <a:gdLst/>
                <a:ahLst/>
                <a:cxnLst/>
                <a:rect l="l" t="t" r="r" b="b"/>
                <a:pathLst>
                  <a:path w="347" h="63" extrusionOk="0">
                    <a:moveTo>
                      <a:pt x="28" y="17"/>
                    </a:moveTo>
                    <a:cubicBezTo>
                      <a:pt x="37" y="11"/>
                      <a:pt x="48" y="10"/>
                      <a:pt x="59" y="10"/>
                    </a:cubicBezTo>
                    <a:cubicBezTo>
                      <a:pt x="145" y="7"/>
                      <a:pt x="233" y="4"/>
                      <a:pt x="320" y="1"/>
                    </a:cubicBezTo>
                    <a:cubicBezTo>
                      <a:pt x="325" y="1"/>
                      <a:pt x="330" y="0"/>
                      <a:pt x="335" y="3"/>
                    </a:cubicBezTo>
                    <a:cubicBezTo>
                      <a:pt x="346" y="9"/>
                      <a:pt x="345" y="26"/>
                      <a:pt x="337" y="35"/>
                    </a:cubicBezTo>
                    <a:cubicBezTo>
                      <a:pt x="328" y="44"/>
                      <a:pt x="315" y="47"/>
                      <a:pt x="302" y="49"/>
                    </a:cubicBezTo>
                    <a:cubicBezTo>
                      <a:pt x="215" y="62"/>
                      <a:pt x="128" y="62"/>
                      <a:pt x="49" y="52"/>
                    </a:cubicBezTo>
                    <a:cubicBezTo>
                      <a:pt x="32" y="50"/>
                      <a:pt x="0" y="37"/>
                      <a:pt x="28" y="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4"/>
              <p:cNvSpPr/>
              <p:nvPr/>
            </p:nvSpPr>
            <p:spPr>
              <a:xfrm>
                <a:off x="2624064" y="2584537"/>
                <a:ext cx="97967" cy="70219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24" extrusionOk="0">
                    <a:moveTo>
                      <a:pt x="166" y="4"/>
                    </a:moveTo>
                    <a:cubicBezTo>
                      <a:pt x="172" y="8"/>
                      <a:pt x="166" y="42"/>
                      <a:pt x="159" y="54"/>
                    </a:cubicBezTo>
                    <a:cubicBezTo>
                      <a:pt x="138" y="93"/>
                      <a:pt x="93" y="114"/>
                      <a:pt x="49" y="122"/>
                    </a:cubicBezTo>
                    <a:cubicBezTo>
                      <a:pt x="43" y="123"/>
                      <a:pt x="36" y="123"/>
                      <a:pt x="31" y="120"/>
                    </a:cubicBezTo>
                    <a:cubicBezTo>
                      <a:pt x="0" y="99"/>
                      <a:pt x="60" y="72"/>
                      <a:pt x="71" y="64"/>
                    </a:cubicBezTo>
                    <a:cubicBezTo>
                      <a:pt x="103" y="44"/>
                      <a:pt x="160" y="0"/>
                      <a:pt x="166" y="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4"/>
              <p:cNvSpPr/>
              <p:nvPr/>
            </p:nvSpPr>
            <p:spPr>
              <a:xfrm>
                <a:off x="2023804" y="2844460"/>
                <a:ext cx="211223" cy="1347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38" extrusionOk="0">
                    <a:moveTo>
                      <a:pt x="82" y="183"/>
                    </a:moveTo>
                    <a:cubicBezTo>
                      <a:pt x="82" y="183"/>
                      <a:pt x="172" y="166"/>
                      <a:pt x="234" y="83"/>
                    </a:cubicBezTo>
                    <a:cubicBezTo>
                      <a:pt x="296" y="0"/>
                      <a:pt x="352" y="9"/>
                      <a:pt x="362" y="21"/>
                    </a:cubicBezTo>
                    <a:cubicBezTo>
                      <a:pt x="372" y="33"/>
                      <a:pt x="319" y="58"/>
                      <a:pt x="287" y="94"/>
                    </a:cubicBezTo>
                    <a:cubicBezTo>
                      <a:pt x="215" y="178"/>
                      <a:pt x="0" y="237"/>
                      <a:pt x="82" y="1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4"/>
              <p:cNvSpPr/>
              <p:nvPr/>
            </p:nvSpPr>
            <p:spPr>
              <a:xfrm>
                <a:off x="1758783" y="2068655"/>
                <a:ext cx="954186" cy="551557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974" extrusionOk="0">
                    <a:moveTo>
                      <a:pt x="1598" y="135"/>
                    </a:moveTo>
                    <a:cubicBezTo>
                      <a:pt x="1511" y="170"/>
                      <a:pt x="1436" y="145"/>
                      <a:pt x="1360" y="219"/>
                    </a:cubicBezTo>
                    <a:cubicBezTo>
                      <a:pt x="1283" y="295"/>
                      <a:pt x="734" y="520"/>
                      <a:pt x="626" y="599"/>
                    </a:cubicBezTo>
                    <a:cubicBezTo>
                      <a:pt x="519" y="678"/>
                      <a:pt x="453" y="771"/>
                      <a:pt x="366" y="823"/>
                    </a:cubicBezTo>
                    <a:cubicBezTo>
                      <a:pt x="281" y="874"/>
                      <a:pt x="114" y="934"/>
                      <a:pt x="15" y="973"/>
                    </a:cubicBezTo>
                    <a:cubicBezTo>
                      <a:pt x="0" y="952"/>
                      <a:pt x="25" y="915"/>
                      <a:pt x="25" y="915"/>
                    </a:cubicBezTo>
                    <a:cubicBezTo>
                      <a:pt x="72" y="861"/>
                      <a:pt x="219" y="848"/>
                      <a:pt x="315" y="801"/>
                    </a:cubicBezTo>
                    <a:cubicBezTo>
                      <a:pt x="411" y="754"/>
                      <a:pt x="455" y="690"/>
                      <a:pt x="511" y="614"/>
                    </a:cubicBezTo>
                    <a:cubicBezTo>
                      <a:pt x="585" y="513"/>
                      <a:pt x="1075" y="376"/>
                      <a:pt x="1191" y="252"/>
                    </a:cubicBezTo>
                    <a:cubicBezTo>
                      <a:pt x="1239" y="201"/>
                      <a:pt x="1239" y="172"/>
                      <a:pt x="1276" y="112"/>
                    </a:cubicBezTo>
                    <a:cubicBezTo>
                      <a:pt x="1314" y="52"/>
                      <a:pt x="1383" y="0"/>
                      <a:pt x="1457" y="5"/>
                    </a:cubicBezTo>
                    <a:cubicBezTo>
                      <a:pt x="1534" y="11"/>
                      <a:pt x="1655" y="48"/>
                      <a:pt x="1659" y="52"/>
                    </a:cubicBezTo>
                    <a:cubicBezTo>
                      <a:pt x="1660" y="54"/>
                      <a:pt x="1684" y="100"/>
                      <a:pt x="1598" y="13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4"/>
              <p:cNvSpPr/>
              <p:nvPr/>
            </p:nvSpPr>
            <p:spPr>
              <a:xfrm>
                <a:off x="1782567" y="2623610"/>
                <a:ext cx="425844" cy="202162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57" extrusionOk="0">
                    <a:moveTo>
                      <a:pt x="690" y="11"/>
                    </a:moveTo>
                    <a:cubicBezTo>
                      <a:pt x="633" y="0"/>
                      <a:pt x="371" y="143"/>
                      <a:pt x="230" y="239"/>
                    </a:cubicBezTo>
                    <a:cubicBezTo>
                      <a:pt x="230" y="239"/>
                      <a:pt x="173" y="280"/>
                      <a:pt x="136" y="261"/>
                    </a:cubicBezTo>
                    <a:cubicBezTo>
                      <a:pt x="99" y="242"/>
                      <a:pt x="60" y="155"/>
                      <a:pt x="54" y="130"/>
                    </a:cubicBezTo>
                    <a:cubicBezTo>
                      <a:pt x="48" y="105"/>
                      <a:pt x="0" y="116"/>
                      <a:pt x="3" y="142"/>
                    </a:cubicBezTo>
                    <a:cubicBezTo>
                      <a:pt x="6" y="168"/>
                      <a:pt x="43" y="312"/>
                      <a:pt x="68" y="321"/>
                    </a:cubicBezTo>
                    <a:cubicBezTo>
                      <a:pt x="92" y="330"/>
                      <a:pt x="151" y="356"/>
                      <a:pt x="220" y="313"/>
                    </a:cubicBezTo>
                    <a:cubicBezTo>
                      <a:pt x="289" y="270"/>
                      <a:pt x="609" y="49"/>
                      <a:pt x="660" y="73"/>
                    </a:cubicBezTo>
                    <a:cubicBezTo>
                      <a:pt x="686" y="100"/>
                      <a:pt x="697" y="141"/>
                      <a:pt x="712" y="150"/>
                    </a:cubicBezTo>
                    <a:cubicBezTo>
                      <a:pt x="720" y="154"/>
                      <a:pt x="751" y="155"/>
                      <a:pt x="749" y="129"/>
                    </a:cubicBezTo>
                    <a:cubicBezTo>
                      <a:pt x="746" y="103"/>
                      <a:pt x="708" y="14"/>
                      <a:pt x="690" y="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1847690" y="2758951"/>
                <a:ext cx="240670" cy="222548"/>
              </a:xfrm>
              <a:custGeom>
                <a:avLst/>
                <a:gdLst/>
                <a:ahLst/>
                <a:cxnLst/>
                <a:rect l="l" t="t" r="r" b="b"/>
                <a:pathLst>
                  <a:path w="425" h="393" extrusionOk="0">
                    <a:moveTo>
                      <a:pt x="391" y="0"/>
                    </a:moveTo>
                    <a:cubicBezTo>
                      <a:pt x="391" y="0"/>
                      <a:pt x="424" y="23"/>
                      <a:pt x="412" y="44"/>
                    </a:cubicBezTo>
                    <a:cubicBezTo>
                      <a:pt x="399" y="65"/>
                      <a:pt x="261" y="203"/>
                      <a:pt x="238" y="268"/>
                    </a:cubicBezTo>
                    <a:cubicBezTo>
                      <a:pt x="215" y="334"/>
                      <a:pt x="243" y="348"/>
                      <a:pt x="245" y="360"/>
                    </a:cubicBezTo>
                    <a:cubicBezTo>
                      <a:pt x="247" y="372"/>
                      <a:pt x="237" y="392"/>
                      <a:pt x="237" y="392"/>
                    </a:cubicBezTo>
                    <a:cubicBezTo>
                      <a:pt x="237" y="392"/>
                      <a:pt x="78" y="379"/>
                      <a:pt x="0" y="324"/>
                    </a:cubicBezTo>
                    <a:lnTo>
                      <a:pt x="0" y="307"/>
                    </a:lnTo>
                    <a:cubicBezTo>
                      <a:pt x="0" y="307"/>
                      <a:pt x="131" y="339"/>
                      <a:pt x="165" y="280"/>
                    </a:cubicBezTo>
                    <a:cubicBezTo>
                      <a:pt x="198" y="222"/>
                      <a:pt x="245" y="160"/>
                      <a:pt x="282" y="110"/>
                    </a:cubicBezTo>
                    <a:cubicBezTo>
                      <a:pt x="318" y="59"/>
                      <a:pt x="391" y="0"/>
                      <a:pt x="3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1868642" y="1602606"/>
                <a:ext cx="757686" cy="667078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78" extrusionOk="0">
                    <a:moveTo>
                      <a:pt x="1333" y="13"/>
                    </a:moveTo>
                    <a:cubicBezTo>
                      <a:pt x="1298" y="30"/>
                      <a:pt x="1263" y="47"/>
                      <a:pt x="1227" y="63"/>
                    </a:cubicBezTo>
                    <a:cubicBezTo>
                      <a:pt x="1192" y="80"/>
                      <a:pt x="1159" y="98"/>
                      <a:pt x="1130" y="122"/>
                    </a:cubicBezTo>
                    <a:cubicBezTo>
                      <a:pt x="1101" y="146"/>
                      <a:pt x="1077" y="174"/>
                      <a:pt x="1055" y="206"/>
                    </a:cubicBezTo>
                    <a:cubicBezTo>
                      <a:pt x="1044" y="221"/>
                      <a:pt x="1035" y="237"/>
                      <a:pt x="1024" y="254"/>
                    </a:cubicBezTo>
                    <a:cubicBezTo>
                      <a:pt x="1014" y="271"/>
                      <a:pt x="1004" y="287"/>
                      <a:pt x="994" y="304"/>
                    </a:cubicBezTo>
                    <a:cubicBezTo>
                      <a:pt x="953" y="370"/>
                      <a:pt x="912" y="436"/>
                      <a:pt x="862" y="498"/>
                    </a:cubicBezTo>
                    <a:cubicBezTo>
                      <a:pt x="850" y="514"/>
                      <a:pt x="837" y="529"/>
                      <a:pt x="820" y="543"/>
                    </a:cubicBezTo>
                    <a:cubicBezTo>
                      <a:pt x="816" y="547"/>
                      <a:pt x="812" y="550"/>
                      <a:pt x="806" y="554"/>
                    </a:cubicBezTo>
                    <a:cubicBezTo>
                      <a:pt x="805" y="555"/>
                      <a:pt x="803" y="555"/>
                      <a:pt x="802" y="556"/>
                    </a:cubicBezTo>
                    <a:cubicBezTo>
                      <a:pt x="800" y="557"/>
                      <a:pt x="798" y="558"/>
                      <a:pt x="797" y="558"/>
                    </a:cubicBezTo>
                    <a:cubicBezTo>
                      <a:pt x="793" y="560"/>
                      <a:pt x="791" y="560"/>
                      <a:pt x="788" y="561"/>
                    </a:cubicBezTo>
                    <a:cubicBezTo>
                      <a:pt x="777" y="564"/>
                      <a:pt x="767" y="566"/>
                      <a:pt x="758" y="567"/>
                    </a:cubicBezTo>
                    <a:cubicBezTo>
                      <a:pt x="718" y="573"/>
                      <a:pt x="680" y="577"/>
                      <a:pt x="642" y="582"/>
                    </a:cubicBezTo>
                    <a:cubicBezTo>
                      <a:pt x="603" y="588"/>
                      <a:pt x="565" y="594"/>
                      <a:pt x="529" y="604"/>
                    </a:cubicBezTo>
                    <a:cubicBezTo>
                      <a:pt x="511" y="608"/>
                      <a:pt x="493" y="614"/>
                      <a:pt x="477" y="621"/>
                    </a:cubicBezTo>
                    <a:cubicBezTo>
                      <a:pt x="460" y="629"/>
                      <a:pt x="445" y="638"/>
                      <a:pt x="436" y="650"/>
                    </a:cubicBezTo>
                    <a:cubicBezTo>
                      <a:pt x="435" y="651"/>
                      <a:pt x="434" y="652"/>
                      <a:pt x="432" y="654"/>
                    </a:cubicBezTo>
                    <a:lnTo>
                      <a:pt x="429" y="660"/>
                    </a:lnTo>
                    <a:cubicBezTo>
                      <a:pt x="427" y="664"/>
                      <a:pt x="425" y="668"/>
                      <a:pt x="423" y="672"/>
                    </a:cubicBezTo>
                    <a:cubicBezTo>
                      <a:pt x="419" y="680"/>
                      <a:pt x="415" y="689"/>
                      <a:pt x="412" y="697"/>
                    </a:cubicBezTo>
                    <a:cubicBezTo>
                      <a:pt x="405" y="715"/>
                      <a:pt x="399" y="733"/>
                      <a:pt x="394" y="751"/>
                    </a:cubicBezTo>
                    <a:cubicBezTo>
                      <a:pt x="389" y="769"/>
                      <a:pt x="385" y="788"/>
                      <a:pt x="381" y="807"/>
                    </a:cubicBezTo>
                    <a:cubicBezTo>
                      <a:pt x="376" y="826"/>
                      <a:pt x="372" y="845"/>
                      <a:pt x="365" y="865"/>
                    </a:cubicBezTo>
                    <a:cubicBezTo>
                      <a:pt x="363" y="870"/>
                      <a:pt x="362" y="875"/>
                      <a:pt x="359" y="880"/>
                    </a:cubicBezTo>
                    <a:cubicBezTo>
                      <a:pt x="358" y="882"/>
                      <a:pt x="357" y="885"/>
                      <a:pt x="356" y="887"/>
                    </a:cubicBezTo>
                    <a:lnTo>
                      <a:pt x="353" y="891"/>
                    </a:lnTo>
                    <a:cubicBezTo>
                      <a:pt x="353" y="892"/>
                      <a:pt x="352" y="893"/>
                      <a:pt x="351" y="894"/>
                    </a:cubicBezTo>
                    <a:cubicBezTo>
                      <a:pt x="351" y="894"/>
                      <a:pt x="350" y="895"/>
                      <a:pt x="350" y="896"/>
                    </a:cubicBezTo>
                    <a:cubicBezTo>
                      <a:pt x="346" y="900"/>
                      <a:pt x="342" y="904"/>
                      <a:pt x="338" y="907"/>
                    </a:cubicBezTo>
                    <a:cubicBezTo>
                      <a:pt x="334" y="910"/>
                      <a:pt x="331" y="914"/>
                      <a:pt x="327" y="917"/>
                    </a:cubicBezTo>
                    <a:cubicBezTo>
                      <a:pt x="312" y="930"/>
                      <a:pt x="297" y="942"/>
                      <a:pt x="281" y="954"/>
                    </a:cubicBezTo>
                    <a:cubicBezTo>
                      <a:pt x="251" y="978"/>
                      <a:pt x="220" y="1002"/>
                      <a:pt x="189" y="1026"/>
                    </a:cubicBezTo>
                    <a:cubicBezTo>
                      <a:pt x="159" y="1049"/>
                      <a:pt x="128" y="1074"/>
                      <a:pt x="98" y="1098"/>
                    </a:cubicBezTo>
                    <a:cubicBezTo>
                      <a:pt x="83" y="1110"/>
                      <a:pt x="68" y="1122"/>
                      <a:pt x="53" y="1135"/>
                    </a:cubicBezTo>
                    <a:cubicBezTo>
                      <a:pt x="46" y="1141"/>
                      <a:pt x="39" y="1147"/>
                      <a:pt x="32" y="1154"/>
                    </a:cubicBezTo>
                    <a:cubicBezTo>
                      <a:pt x="25" y="1160"/>
                      <a:pt x="18" y="1167"/>
                      <a:pt x="12" y="1174"/>
                    </a:cubicBezTo>
                    <a:lnTo>
                      <a:pt x="12" y="1174"/>
                    </a:lnTo>
                    <a:cubicBezTo>
                      <a:pt x="10" y="1177"/>
                      <a:pt x="6" y="1177"/>
                      <a:pt x="3" y="1175"/>
                    </a:cubicBezTo>
                    <a:cubicBezTo>
                      <a:pt x="0" y="1173"/>
                      <a:pt x="0" y="1169"/>
                      <a:pt x="2" y="1166"/>
                    </a:cubicBezTo>
                    <a:cubicBezTo>
                      <a:pt x="8" y="1157"/>
                      <a:pt x="15" y="1150"/>
                      <a:pt x="22" y="1143"/>
                    </a:cubicBezTo>
                    <a:cubicBezTo>
                      <a:pt x="29" y="1136"/>
                      <a:pt x="36" y="1129"/>
                      <a:pt x="43" y="1122"/>
                    </a:cubicBezTo>
                    <a:cubicBezTo>
                      <a:pt x="57" y="1109"/>
                      <a:pt x="72" y="1096"/>
                      <a:pt x="87" y="1083"/>
                    </a:cubicBezTo>
                    <a:cubicBezTo>
                      <a:pt x="116" y="1057"/>
                      <a:pt x="146" y="1032"/>
                      <a:pt x="176" y="1007"/>
                    </a:cubicBezTo>
                    <a:lnTo>
                      <a:pt x="265" y="933"/>
                    </a:lnTo>
                    <a:cubicBezTo>
                      <a:pt x="280" y="921"/>
                      <a:pt x="295" y="908"/>
                      <a:pt x="309" y="896"/>
                    </a:cubicBezTo>
                    <a:cubicBezTo>
                      <a:pt x="313" y="892"/>
                      <a:pt x="317" y="889"/>
                      <a:pt x="320" y="886"/>
                    </a:cubicBezTo>
                    <a:cubicBezTo>
                      <a:pt x="323" y="883"/>
                      <a:pt x="327" y="879"/>
                      <a:pt x="329" y="877"/>
                    </a:cubicBezTo>
                    <a:lnTo>
                      <a:pt x="329" y="876"/>
                    </a:lnTo>
                    <a:lnTo>
                      <a:pt x="330" y="876"/>
                    </a:lnTo>
                    <a:lnTo>
                      <a:pt x="331" y="873"/>
                    </a:lnTo>
                    <a:cubicBezTo>
                      <a:pt x="332" y="872"/>
                      <a:pt x="333" y="870"/>
                      <a:pt x="334" y="868"/>
                    </a:cubicBezTo>
                    <a:cubicBezTo>
                      <a:pt x="335" y="864"/>
                      <a:pt x="336" y="860"/>
                      <a:pt x="338" y="855"/>
                    </a:cubicBezTo>
                    <a:cubicBezTo>
                      <a:pt x="344" y="838"/>
                      <a:pt x="347" y="819"/>
                      <a:pt x="351" y="800"/>
                    </a:cubicBezTo>
                    <a:cubicBezTo>
                      <a:pt x="356" y="781"/>
                      <a:pt x="359" y="762"/>
                      <a:pt x="364" y="743"/>
                    </a:cubicBezTo>
                    <a:cubicBezTo>
                      <a:pt x="369" y="724"/>
                      <a:pt x="375" y="704"/>
                      <a:pt x="382" y="685"/>
                    </a:cubicBezTo>
                    <a:cubicBezTo>
                      <a:pt x="386" y="676"/>
                      <a:pt x="389" y="667"/>
                      <a:pt x="394" y="657"/>
                    </a:cubicBezTo>
                    <a:cubicBezTo>
                      <a:pt x="396" y="653"/>
                      <a:pt x="398" y="648"/>
                      <a:pt x="401" y="643"/>
                    </a:cubicBezTo>
                    <a:lnTo>
                      <a:pt x="405" y="637"/>
                    </a:lnTo>
                    <a:cubicBezTo>
                      <a:pt x="406" y="635"/>
                      <a:pt x="408" y="631"/>
                      <a:pt x="410" y="629"/>
                    </a:cubicBezTo>
                    <a:cubicBezTo>
                      <a:pt x="417" y="620"/>
                      <a:pt x="426" y="612"/>
                      <a:pt x="435" y="606"/>
                    </a:cubicBezTo>
                    <a:cubicBezTo>
                      <a:pt x="444" y="600"/>
                      <a:pt x="453" y="595"/>
                      <a:pt x="463" y="591"/>
                    </a:cubicBezTo>
                    <a:cubicBezTo>
                      <a:pt x="482" y="582"/>
                      <a:pt x="501" y="576"/>
                      <a:pt x="521" y="570"/>
                    </a:cubicBezTo>
                    <a:cubicBezTo>
                      <a:pt x="559" y="560"/>
                      <a:pt x="598" y="552"/>
                      <a:pt x="637" y="547"/>
                    </a:cubicBezTo>
                    <a:cubicBezTo>
                      <a:pt x="676" y="541"/>
                      <a:pt x="715" y="538"/>
                      <a:pt x="752" y="532"/>
                    </a:cubicBezTo>
                    <a:cubicBezTo>
                      <a:pt x="761" y="530"/>
                      <a:pt x="771" y="528"/>
                      <a:pt x="779" y="526"/>
                    </a:cubicBezTo>
                    <a:cubicBezTo>
                      <a:pt x="781" y="526"/>
                      <a:pt x="782" y="525"/>
                      <a:pt x="784" y="525"/>
                    </a:cubicBezTo>
                    <a:cubicBezTo>
                      <a:pt x="785" y="524"/>
                      <a:pt x="785" y="524"/>
                      <a:pt x="786" y="524"/>
                    </a:cubicBezTo>
                    <a:cubicBezTo>
                      <a:pt x="787" y="523"/>
                      <a:pt x="787" y="523"/>
                      <a:pt x="788" y="523"/>
                    </a:cubicBezTo>
                    <a:cubicBezTo>
                      <a:pt x="791" y="521"/>
                      <a:pt x="794" y="518"/>
                      <a:pt x="797" y="516"/>
                    </a:cubicBezTo>
                    <a:cubicBezTo>
                      <a:pt x="810" y="505"/>
                      <a:pt x="822" y="491"/>
                      <a:pt x="834" y="476"/>
                    </a:cubicBezTo>
                    <a:cubicBezTo>
                      <a:pt x="858" y="447"/>
                      <a:pt x="881" y="415"/>
                      <a:pt x="902" y="383"/>
                    </a:cubicBezTo>
                    <a:cubicBezTo>
                      <a:pt x="924" y="351"/>
                      <a:pt x="945" y="319"/>
                      <a:pt x="966" y="287"/>
                    </a:cubicBezTo>
                    <a:lnTo>
                      <a:pt x="997" y="237"/>
                    </a:lnTo>
                    <a:cubicBezTo>
                      <a:pt x="1008" y="221"/>
                      <a:pt x="1019" y="204"/>
                      <a:pt x="1030" y="188"/>
                    </a:cubicBezTo>
                    <a:cubicBezTo>
                      <a:pt x="1042" y="172"/>
                      <a:pt x="1054" y="156"/>
                      <a:pt x="1068" y="142"/>
                    </a:cubicBezTo>
                    <a:cubicBezTo>
                      <a:pt x="1081" y="127"/>
                      <a:pt x="1098" y="114"/>
                      <a:pt x="1113" y="102"/>
                    </a:cubicBezTo>
                    <a:cubicBezTo>
                      <a:pt x="1145" y="78"/>
                      <a:pt x="1181" y="59"/>
                      <a:pt x="1218" y="45"/>
                    </a:cubicBezTo>
                    <a:cubicBezTo>
                      <a:pt x="1254" y="30"/>
                      <a:pt x="1290" y="16"/>
                      <a:pt x="1326" y="1"/>
                    </a:cubicBezTo>
                    <a:lnTo>
                      <a:pt x="1326" y="1"/>
                    </a:lnTo>
                    <a:cubicBezTo>
                      <a:pt x="1329" y="0"/>
                      <a:pt x="1333" y="2"/>
                      <a:pt x="1334" y="5"/>
                    </a:cubicBezTo>
                    <a:cubicBezTo>
                      <a:pt x="1337" y="8"/>
                      <a:pt x="1336" y="12"/>
                      <a:pt x="1333" y="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>
                <a:off x="1695360" y="2004665"/>
                <a:ext cx="139872" cy="152896"/>
              </a:xfrm>
              <a:custGeom>
                <a:avLst/>
                <a:gdLst/>
                <a:ahLst/>
                <a:cxnLst/>
                <a:rect l="l" t="t" r="r" b="b"/>
                <a:pathLst>
                  <a:path w="247" h="270" extrusionOk="0">
                    <a:moveTo>
                      <a:pt x="15" y="231"/>
                    </a:moveTo>
                    <a:cubicBezTo>
                      <a:pt x="26" y="226"/>
                      <a:pt x="39" y="220"/>
                      <a:pt x="51" y="214"/>
                    </a:cubicBezTo>
                    <a:cubicBezTo>
                      <a:pt x="62" y="207"/>
                      <a:pt x="74" y="200"/>
                      <a:pt x="85" y="192"/>
                    </a:cubicBezTo>
                    <a:cubicBezTo>
                      <a:pt x="108" y="177"/>
                      <a:pt x="129" y="160"/>
                      <a:pt x="148" y="142"/>
                    </a:cubicBezTo>
                    <a:cubicBezTo>
                      <a:pt x="158" y="132"/>
                      <a:pt x="167" y="122"/>
                      <a:pt x="176" y="112"/>
                    </a:cubicBezTo>
                    <a:cubicBezTo>
                      <a:pt x="184" y="101"/>
                      <a:pt x="192" y="91"/>
                      <a:pt x="199" y="79"/>
                    </a:cubicBezTo>
                    <a:cubicBezTo>
                      <a:pt x="214" y="56"/>
                      <a:pt x="225" y="31"/>
                      <a:pt x="233" y="5"/>
                    </a:cubicBezTo>
                    <a:lnTo>
                      <a:pt x="233" y="5"/>
                    </a:lnTo>
                    <a:cubicBezTo>
                      <a:pt x="233" y="2"/>
                      <a:pt x="237" y="0"/>
                      <a:pt x="241" y="0"/>
                    </a:cubicBezTo>
                    <a:cubicBezTo>
                      <a:pt x="244" y="1"/>
                      <a:pt x="246" y="5"/>
                      <a:pt x="246" y="8"/>
                    </a:cubicBezTo>
                    <a:cubicBezTo>
                      <a:pt x="240" y="36"/>
                      <a:pt x="230" y="63"/>
                      <a:pt x="216" y="88"/>
                    </a:cubicBezTo>
                    <a:cubicBezTo>
                      <a:pt x="209" y="101"/>
                      <a:pt x="201" y="113"/>
                      <a:pt x="193" y="125"/>
                    </a:cubicBezTo>
                    <a:cubicBezTo>
                      <a:pt x="185" y="137"/>
                      <a:pt x="176" y="148"/>
                      <a:pt x="166" y="159"/>
                    </a:cubicBezTo>
                    <a:cubicBezTo>
                      <a:pt x="147" y="180"/>
                      <a:pt x="125" y="199"/>
                      <a:pt x="103" y="217"/>
                    </a:cubicBezTo>
                    <a:cubicBezTo>
                      <a:pt x="91" y="226"/>
                      <a:pt x="79" y="234"/>
                      <a:pt x="67" y="242"/>
                    </a:cubicBezTo>
                    <a:cubicBezTo>
                      <a:pt x="55" y="250"/>
                      <a:pt x="43" y="257"/>
                      <a:pt x="29" y="264"/>
                    </a:cubicBezTo>
                    <a:cubicBezTo>
                      <a:pt x="20" y="269"/>
                      <a:pt x="9" y="265"/>
                      <a:pt x="5" y="256"/>
                    </a:cubicBezTo>
                    <a:cubicBezTo>
                      <a:pt x="0" y="248"/>
                      <a:pt x="4" y="236"/>
                      <a:pt x="13" y="232"/>
                    </a:cubicBezTo>
                    <a:lnTo>
                      <a:pt x="14" y="232"/>
                    </a:lnTo>
                    <a:lnTo>
                      <a:pt x="15" y="23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4"/>
              <p:cNvSpPr/>
              <p:nvPr/>
            </p:nvSpPr>
            <p:spPr>
              <a:xfrm>
                <a:off x="1701022" y="1408372"/>
                <a:ext cx="407723" cy="585534"/>
              </a:xfrm>
              <a:custGeom>
                <a:avLst/>
                <a:gdLst/>
                <a:ahLst/>
                <a:cxnLst/>
                <a:rect l="l" t="t" r="r" b="b"/>
                <a:pathLst>
                  <a:path w="720" h="1034" extrusionOk="0">
                    <a:moveTo>
                      <a:pt x="695" y="1029"/>
                    </a:moveTo>
                    <a:cubicBezTo>
                      <a:pt x="691" y="1027"/>
                      <a:pt x="688" y="1025"/>
                      <a:pt x="685" y="1023"/>
                    </a:cubicBezTo>
                    <a:cubicBezTo>
                      <a:pt x="682" y="1021"/>
                      <a:pt x="679" y="1019"/>
                      <a:pt x="676" y="1017"/>
                    </a:cubicBezTo>
                    <a:cubicBezTo>
                      <a:pt x="670" y="1013"/>
                      <a:pt x="664" y="1008"/>
                      <a:pt x="659" y="1003"/>
                    </a:cubicBezTo>
                    <a:cubicBezTo>
                      <a:pt x="648" y="994"/>
                      <a:pt x="639" y="983"/>
                      <a:pt x="630" y="972"/>
                    </a:cubicBezTo>
                    <a:cubicBezTo>
                      <a:pt x="611" y="951"/>
                      <a:pt x="596" y="927"/>
                      <a:pt x="583" y="902"/>
                    </a:cubicBezTo>
                    <a:cubicBezTo>
                      <a:pt x="556" y="853"/>
                      <a:pt x="539" y="799"/>
                      <a:pt x="526" y="745"/>
                    </a:cubicBezTo>
                    <a:lnTo>
                      <a:pt x="522" y="725"/>
                    </a:lnTo>
                    <a:lnTo>
                      <a:pt x="519" y="705"/>
                    </a:lnTo>
                    <a:lnTo>
                      <a:pt x="512" y="664"/>
                    </a:lnTo>
                    <a:lnTo>
                      <a:pt x="506" y="624"/>
                    </a:lnTo>
                    <a:lnTo>
                      <a:pt x="499" y="584"/>
                    </a:lnTo>
                    <a:cubicBezTo>
                      <a:pt x="489" y="531"/>
                      <a:pt x="478" y="477"/>
                      <a:pt x="464" y="425"/>
                    </a:cubicBezTo>
                    <a:cubicBezTo>
                      <a:pt x="457" y="399"/>
                      <a:pt x="449" y="373"/>
                      <a:pt x="440" y="348"/>
                    </a:cubicBezTo>
                    <a:cubicBezTo>
                      <a:pt x="431" y="322"/>
                      <a:pt x="421" y="297"/>
                      <a:pt x="410" y="273"/>
                    </a:cubicBezTo>
                    <a:cubicBezTo>
                      <a:pt x="404" y="261"/>
                      <a:pt x="398" y="249"/>
                      <a:pt x="391" y="237"/>
                    </a:cubicBezTo>
                    <a:cubicBezTo>
                      <a:pt x="388" y="231"/>
                      <a:pt x="384" y="226"/>
                      <a:pt x="381" y="220"/>
                    </a:cubicBezTo>
                    <a:lnTo>
                      <a:pt x="375" y="212"/>
                    </a:lnTo>
                    <a:cubicBezTo>
                      <a:pt x="374" y="211"/>
                      <a:pt x="374" y="209"/>
                      <a:pt x="372" y="208"/>
                    </a:cubicBezTo>
                    <a:cubicBezTo>
                      <a:pt x="371" y="207"/>
                      <a:pt x="371" y="206"/>
                      <a:pt x="370" y="204"/>
                    </a:cubicBezTo>
                    <a:cubicBezTo>
                      <a:pt x="362" y="196"/>
                      <a:pt x="351" y="187"/>
                      <a:pt x="340" y="180"/>
                    </a:cubicBezTo>
                    <a:cubicBezTo>
                      <a:pt x="329" y="173"/>
                      <a:pt x="318" y="166"/>
                      <a:pt x="306" y="159"/>
                    </a:cubicBezTo>
                    <a:cubicBezTo>
                      <a:pt x="259" y="133"/>
                      <a:pt x="210" y="109"/>
                      <a:pt x="160" y="87"/>
                    </a:cubicBezTo>
                    <a:cubicBezTo>
                      <a:pt x="111" y="65"/>
                      <a:pt x="60" y="44"/>
                      <a:pt x="9" y="25"/>
                    </a:cubicBezTo>
                    <a:lnTo>
                      <a:pt x="9" y="25"/>
                    </a:lnTo>
                    <a:cubicBezTo>
                      <a:pt x="3" y="22"/>
                      <a:pt x="0" y="15"/>
                      <a:pt x="2" y="9"/>
                    </a:cubicBezTo>
                    <a:cubicBezTo>
                      <a:pt x="5" y="3"/>
                      <a:pt x="12" y="0"/>
                      <a:pt x="18" y="2"/>
                    </a:cubicBezTo>
                    <a:lnTo>
                      <a:pt x="19" y="2"/>
                    </a:lnTo>
                    <a:cubicBezTo>
                      <a:pt x="69" y="23"/>
                      <a:pt x="119" y="45"/>
                      <a:pt x="169" y="68"/>
                    </a:cubicBezTo>
                    <a:cubicBezTo>
                      <a:pt x="194" y="79"/>
                      <a:pt x="218" y="91"/>
                      <a:pt x="243" y="103"/>
                    </a:cubicBezTo>
                    <a:cubicBezTo>
                      <a:pt x="268" y="115"/>
                      <a:pt x="292" y="128"/>
                      <a:pt x="316" y="142"/>
                    </a:cubicBezTo>
                    <a:cubicBezTo>
                      <a:pt x="328" y="149"/>
                      <a:pt x="339" y="156"/>
                      <a:pt x="351" y="164"/>
                    </a:cubicBezTo>
                    <a:cubicBezTo>
                      <a:pt x="363" y="172"/>
                      <a:pt x="374" y="180"/>
                      <a:pt x="384" y="192"/>
                    </a:cubicBezTo>
                    <a:cubicBezTo>
                      <a:pt x="386" y="193"/>
                      <a:pt x="387" y="194"/>
                      <a:pt x="388" y="196"/>
                    </a:cubicBezTo>
                    <a:lnTo>
                      <a:pt x="391" y="201"/>
                    </a:lnTo>
                    <a:lnTo>
                      <a:pt x="397" y="209"/>
                    </a:lnTo>
                    <a:cubicBezTo>
                      <a:pt x="401" y="215"/>
                      <a:pt x="404" y="221"/>
                      <a:pt x="408" y="227"/>
                    </a:cubicBezTo>
                    <a:cubicBezTo>
                      <a:pt x="415" y="239"/>
                      <a:pt x="421" y="251"/>
                      <a:pt x="427" y="264"/>
                    </a:cubicBezTo>
                    <a:cubicBezTo>
                      <a:pt x="439" y="289"/>
                      <a:pt x="450" y="314"/>
                      <a:pt x="460" y="340"/>
                    </a:cubicBezTo>
                    <a:cubicBezTo>
                      <a:pt x="469" y="366"/>
                      <a:pt x="477" y="392"/>
                      <a:pt x="485" y="419"/>
                    </a:cubicBezTo>
                    <a:cubicBezTo>
                      <a:pt x="501" y="472"/>
                      <a:pt x="513" y="525"/>
                      <a:pt x="523" y="579"/>
                    </a:cubicBezTo>
                    <a:lnTo>
                      <a:pt x="530" y="620"/>
                    </a:lnTo>
                    <a:lnTo>
                      <a:pt x="536" y="661"/>
                    </a:lnTo>
                    <a:cubicBezTo>
                      <a:pt x="541" y="688"/>
                      <a:pt x="545" y="714"/>
                      <a:pt x="551" y="740"/>
                    </a:cubicBezTo>
                    <a:cubicBezTo>
                      <a:pt x="563" y="792"/>
                      <a:pt x="581" y="844"/>
                      <a:pt x="606" y="890"/>
                    </a:cubicBezTo>
                    <a:cubicBezTo>
                      <a:pt x="619" y="913"/>
                      <a:pt x="634" y="935"/>
                      <a:pt x="651" y="955"/>
                    </a:cubicBezTo>
                    <a:cubicBezTo>
                      <a:pt x="659" y="965"/>
                      <a:pt x="669" y="974"/>
                      <a:pt x="678" y="983"/>
                    </a:cubicBezTo>
                    <a:cubicBezTo>
                      <a:pt x="683" y="987"/>
                      <a:pt x="688" y="991"/>
                      <a:pt x="693" y="995"/>
                    </a:cubicBezTo>
                    <a:cubicBezTo>
                      <a:pt x="696" y="997"/>
                      <a:pt x="698" y="999"/>
                      <a:pt x="701" y="1001"/>
                    </a:cubicBezTo>
                    <a:cubicBezTo>
                      <a:pt x="704" y="1002"/>
                      <a:pt x="706" y="1004"/>
                      <a:pt x="708" y="1005"/>
                    </a:cubicBezTo>
                    <a:lnTo>
                      <a:pt x="709" y="1005"/>
                    </a:lnTo>
                    <a:cubicBezTo>
                      <a:pt x="716" y="1008"/>
                      <a:pt x="719" y="1017"/>
                      <a:pt x="715" y="1024"/>
                    </a:cubicBezTo>
                    <a:cubicBezTo>
                      <a:pt x="711" y="1030"/>
                      <a:pt x="702" y="1033"/>
                      <a:pt x="695" y="102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1909981" y="1434420"/>
                <a:ext cx="97401" cy="95135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68" extrusionOk="0">
                    <a:moveTo>
                      <a:pt x="165" y="14"/>
                    </a:moveTo>
                    <a:cubicBezTo>
                      <a:pt x="163" y="14"/>
                      <a:pt x="161" y="15"/>
                      <a:pt x="159" y="16"/>
                    </a:cubicBezTo>
                    <a:lnTo>
                      <a:pt x="152" y="18"/>
                    </a:lnTo>
                    <a:cubicBezTo>
                      <a:pt x="148" y="19"/>
                      <a:pt x="143" y="20"/>
                      <a:pt x="139" y="22"/>
                    </a:cubicBezTo>
                    <a:cubicBezTo>
                      <a:pt x="130" y="25"/>
                      <a:pt x="122" y="28"/>
                      <a:pt x="114" y="33"/>
                    </a:cubicBezTo>
                    <a:cubicBezTo>
                      <a:pt x="106" y="37"/>
                      <a:pt x="98" y="42"/>
                      <a:pt x="90" y="46"/>
                    </a:cubicBezTo>
                    <a:cubicBezTo>
                      <a:pt x="83" y="51"/>
                      <a:pt x="76" y="56"/>
                      <a:pt x="71" y="63"/>
                    </a:cubicBezTo>
                    <a:cubicBezTo>
                      <a:pt x="61" y="77"/>
                      <a:pt x="52" y="94"/>
                      <a:pt x="44" y="110"/>
                    </a:cubicBezTo>
                    <a:cubicBezTo>
                      <a:pt x="35" y="126"/>
                      <a:pt x="27" y="143"/>
                      <a:pt x="19" y="160"/>
                    </a:cubicBezTo>
                    <a:lnTo>
                      <a:pt x="19" y="160"/>
                    </a:lnTo>
                    <a:cubicBezTo>
                      <a:pt x="17" y="165"/>
                      <a:pt x="11" y="167"/>
                      <a:pt x="7" y="164"/>
                    </a:cubicBezTo>
                    <a:cubicBezTo>
                      <a:pt x="2" y="162"/>
                      <a:pt x="0" y="157"/>
                      <a:pt x="2" y="152"/>
                    </a:cubicBezTo>
                    <a:lnTo>
                      <a:pt x="3" y="152"/>
                    </a:lnTo>
                    <a:cubicBezTo>
                      <a:pt x="12" y="135"/>
                      <a:pt x="21" y="119"/>
                      <a:pt x="30" y="103"/>
                    </a:cubicBezTo>
                    <a:cubicBezTo>
                      <a:pt x="40" y="87"/>
                      <a:pt x="49" y="70"/>
                      <a:pt x="61" y="55"/>
                    </a:cubicBezTo>
                    <a:cubicBezTo>
                      <a:pt x="67" y="46"/>
                      <a:pt x="76" y="40"/>
                      <a:pt x="83" y="35"/>
                    </a:cubicBezTo>
                    <a:cubicBezTo>
                      <a:pt x="92" y="30"/>
                      <a:pt x="100" y="25"/>
                      <a:pt x="109" y="21"/>
                    </a:cubicBezTo>
                    <a:cubicBezTo>
                      <a:pt x="118" y="17"/>
                      <a:pt x="126" y="13"/>
                      <a:pt x="135" y="10"/>
                    </a:cubicBezTo>
                    <a:cubicBezTo>
                      <a:pt x="140" y="8"/>
                      <a:pt x="144" y="7"/>
                      <a:pt x="148" y="5"/>
                    </a:cubicBezTo>
                    <a:lnTo>
                      <a:pt x="155" y="3"/>
                    </a:lnTo>
                    <a:cubicBezTo>
                      <a:pt x="157" y="2"/>
                      <a:pt x="159" y="1"/>
                      <a:pt x="162" y="1"/>
                    </a:cubicBezTo>
                    <a:cubicBezTo>
                      <a:pt x="166" y="0"/>
                      <a:pt x="170" y="2"/>
                      <a:pt x="170" y="6"/>
                    </a:cubicBezTo>
                    <a:cubicBezTo>
                      <a:pt x="171" y="9"/>
                      <a:pt x="169" y="13"/>
                      <a:pt x="165" y="13"/>
                    </a:cubicBezTo>
                    <a:lnTo>
                      <a:pt x="165" y="1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>
                <a:off x="1880534" y="1757767"/>
                <a:ext cx="127414" cy="5379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95" extrusionOk="0">
                    <a:moveTo>
                      <a:pt x="200" y="90"/>
                    </a:moveTo>
                    <a:cubicBezTo>
                      <a:pt x="187" y="79"/>
                      <a:pt x="172" y="69"/>
                      <a:pt x="158" y="59"/>
                    </a:cubicBezTo>
                    <a:cubicBezTo>
                      <a:pt x="143" y="50"/>
                      <a:pt x="127" y="42"/>
                      <a:pt x="111" y="35"/>
                    </a:cubicBezTo>
                    <a:cubicBezTo>
                      <a:pt x="94" y="28"/>
                      <a:pt x="78" y="23"/>
                      <a:pt x="60" y="19"/>
                    </a:cubicBezTo>
                    <a:cubicBezTo>
                      <a:pt x="43" y="16"/>
                      <a:pt x="26" y="15"/>
                      <a:pt x="8" y="18"/>
                    </a:cubicBezTo>
                    <a:lnTo>
                      <a:pt x="8" y="18"/>
                    </a:lnTo>
                    <a:cubicBezTo>
                      <a:pt x="4" y="18"/>
                      <a:pt x="1" y="15"/>
                      <a:pt x="0" y="12"/>
                    </a:cubicBezTo>
                    <a:cubicBezTo>
                      <a:pt x="0" y="8"/>
                      <a:pt x="2" y="5"/>
                      <a:pt x="6" y="4"/>
                    </a:cubicBezTo>
                    <a:cubicBezTo>
                      <a:pt x="25" y="0"/>
                      <a:pt x="44" y="0"/>
                      <a:pt x="63" y="2"/>
                    </a:cubicBezTo>
                    <a:cubicBezTo>
                      <a:pt x="81" y="4"/>
                      <a:pt x="100" y="9"/>
                      <a:pt x="118" y="15"/>
                    </a:cubicBezTo>
                    <a:cubicBezTo>
                      <a:pt x="135" y="21"/>
                      <a:pt x="153" y="29"/>
                      <a:pt x="169" y="38"/>
                    </a:cubicBezTo>
                    <a:cubicBezTo>
                      <a:pt x="185" y="47"/>
                      <a:pt x="201" y="57"/>
                      <a:pt x="217" y="69"/>
                    </a:cubicBezTo>
                    <a:cubicBezTo>
                      <a:pt x="222" y="73"/>
                      <a:pt x="224" y="82"/>
                      <a:pt x="219" y="87"/>
                    </a:cubicBezTo>
                    <a:cubicBezTo>
                      <a:pt x="214" y="93"/>
                      <a:pt x="206" y="94"/>
                      <a:pt x="200" y="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1712914" y="1452541"/>
                <a:ext cx="962114" cy="1024967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810" extrusionOk="0">
                    <a:moveTo>
                      <a:pt x="217" y="955"/>
                    </a:moveTo>
                    <a:cubicBezTo>
                      <a:pt x="217" y="955"/>
                      <a:pt x="241" y="973"/>
                      <a:pt x="226" y="1021"/>
                    </a:cubicBezTo>
                    <a:cubicBezTo>
                      <a:pt x="210" y="1068"/>
                      <a:pt x="141" y="1168"/>
                      <a:pt x="53" y="1244"/>
                    </a:cubicBezTo>
                    <a:cubicBezTo>
                      <a:pt x="53" y="1244"/>
                      <a:pt x="43" y="1249"/>
                      <a:pt x="39" y="1329"/>
                    </a:cubicBezTo>
                    <a:cubicBezTo>
                      <a:pt x="36" y="1410"/>
                      <a:pt x="27" y="1788"/>
                      <a:pt x="53" y="1798"/>
                    </a:cubicBezTo>
                    <a:cubicBezTo>
                      <a:pt x="79" y="1809"/>
                      <a:pt x="276" y="1768"/>
                      <a:pt x="326" y="1711"/>
                    </a:cubicBezTo>
                    <a:cubicBezTo>
                      <a:pt x="375" y="1653"/>
                      <a:pt x="503" y="1493"/>
                      <a:pt x="607" y="1445"/>
                    </a:cubicBezTo>
                    <a:cubicBezTo>
                      <a:pt x="712" y="1398"/>
                      <a:pt x="961" y="1341"/>
                      <a:pt x="1057" y="1251"/>
                    </a:cubicBezTo>
                    <a:cubicBezTo>
                      <a:pt x="1152" y="1161"/>
                      <a:pt x="1205" y="1016"/>
                      <a:pt x="1297" y="948"/>
                    </a:cubicBezTo>
                    <a:cubicBezTo>
                      <a:pt x="1388" y="880"/>
                      <a:pt x="1447" y="783"/>
                      <a:pt x="1501" y="713"/>
                    </a:cubicBezTo>
                    <a:cubicBezTo>
                      <a:pt x="1554" y="642"/>
                      <a:pt x="1679" y="606"/>
                      <a:pt x="1688" y="571"/>
                    </a:cubicBezTo>
                    <a:cubicBezTo>
                      <a:pt x="1698" y="537"/>
                      <a:pt x="1667" y="328"/>
                      <a:pt x="1632" y="322"/>
                    </a:cubicBezTo>
                    <a:cubicBezTo>
                      <a:pt x="1596" y="316"/>
                      <a:pt x="1470" y="357"/>
                      <a:pt x="1425" y="407"/>
                    </a:cubicBezTo>
                    <a:cubicBezTo>
                      <a:pt x="1379" y="456"/>
                      <a:pt x="1186" y="812"/>
                      <a:pt x="1088" y="849"/>
                    </a:cubicBezTo>
                    <a:cubicBezTo>
                      <a:pt x="991" y="886"/>
                      <a:pt x="778" y="874"/>
                      <a:pt x="744" y="926"/>
                    </a:cubicBezTo>
                    <a:cubicBezTo>
                      <a:pt x="710" y="978"/>
                      <a:pt x="681" y="1131"/>
                      <a:pt x="652" y="1167"/>
                    </a:cubicBezTo>
                    <a:cubicBezTo>
                      <a:pt x="652" y="1167"/>
                      <a:pt x="500" y="1287"/>
                      <a:pt x="425" y="1348"/>
                    </a:cubicBezTo>
                    <a:cubicBezTo>
                      <a:pt x="357" y="1403"/>
                      <a:pt x="315" y="1433"/>
                      <a:pt x="290" y="1483"/>
                    </a:cubicBezTo>
                    <a:cubicBezTo>
                      <a:pt x="283" y="1496"/>
                      <a:pt x="266" y="1502"/>
                      <a:pt x="253" y="1495"/>
                    </a:cubicBezTo>
                    <a:cubicBezTo>
                      <a:pt x="240" y="1489"/>
                      <a:pt x="233" y="1472"/>
                      <a:pt x="252" y="1435"/>
                    </a:cubicBezTo>
                    <a:cubicBezTo>
                      <a:pt x="290" y="1358"/>
                      <a:pt x="370" y="1299"/>
                      <a:pt x="433" y="1248"/>
                    </a:cubicBezTo>
                    <a:cubicBezTo>
                      <a:pt x="496" y="1198"/>
                      <a:pt x="568" y="1144"/>
                      <a:pt x="582" y="1102"/>
                    </a:cubicBezTo>
                    <a:cubicBezTo>
                      <a:pt x="595" y="1060"/>
                      <a:pt x="637" y="980"/>
                      <a:pt x="616" y="953"/>
                    </a:cubicBezTo>
                    <a:cubicBezTo>
                      <a:pt x="594" y="925"/>
                      <a:pt x="490" y="773"/>
                      <a:pt x="483" y="651"/>
                    </a:cubicBezTo>
                    <a:cubicBezTo>
                      <a:pt x="483" y="651"/>
                      <a:pt x="405" y="566"/>
                      <a:pt x="282" y="572"/>
                    </a:cubicBezTo>
                    <a:cubicBezTo>
                      <a:pt x="159" y="578"/>
                      <a:pt x="274" y="518"/>
                      <a:pt x="340" y="525"/>
                    </a:cubicBezTo>
                    <a:cubicBezTo>
                      <a:pt x="406" y="531"/>
                      <a:pt x="457" y="561"/>
                      <a:pt x="459" y="551"/>
                    </a:cubicBezTo>
                    <a:cubicBezTo>
                      <a:pt x="462" y="541"/>
                      <a:pt x="424" y="242"/>
                      <a:pt x="335" y="150"/>
                    </a:cubicBezTo>
                    <a:cubicBezTo>
                      <a:pt x="245" y="57"/>
                      <a:pt x="27" y="0"/>
                      <a:pt x="26" y="5"/>
                    </a:cubicBezTo>
                    <a:cubicBezTo>
                      <a:pt x="18" y="31"/>
                      <a:pt x="0" y="1120"/>
                      <a:pt x="24" y="1130"/>
                    </a:cubicBezTo>
                    <a:cubicBezTo>
                      <a:pt x="47" y="1140"/>
                      <a:pt x="128" y="1108"/>
                      <a:pt x="148" y="1049"/>
                    </a:cubicBezTo>
                    <a:cubicBezTo>
                      <a:pt x="183" y="949"/>
                      <a:pt x="217" y="955"/>
                      <a:pt x="217" y="9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4"/>
              <p:cNvSpPr/>
              <p:nvPr/>
            </p:nvSpPr>
            <p:spPr>
              <a:xfrm>
                <a:off x="1718011" y="1048217"/>
                <a:ext cx="898690" cy="881698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1557" extrusionOk="0">
                    <a:moveTo>
                      <a:pt x="1584" y="941"/>
                    </a:moveTo>
                    <a:cubicBezTo>
                      <a:pt x="1582" y="962"/>
                      <a:pt x="1422" y="1013"/>
                      <a:pt x="1348" y="1067"/>
                    </a:cubicBezTo>
                    <a:cubicBezTo>
                      <a:pt x="1274" y="1121"/>
                      <a:pt x="1070" y="1447"/>
                      <a:pt x="1048" y="1467"/>
                    </a:cubicBezTo>
                    <a:cubicBezTo>
                      <a:pt x="1024" y="1488"/>
                      <a:pt x="779" y="1512"/>
                      <a:pt x="728" y="1520"/>
                    </a:cubicBezTo>
                    <a:cubicBezTo>
                      <a:pt x="703" y="1524"/>
                      <a:pt x="683" y="1535"/>
                      <a:pt x="669" y="1545"/>
                    </a:cubicBezTo>
                    <a:cubicBezTo>
                      <a:pt x="654" y="1556"/>
                      <a:pt x="633" y="1552"/>
                      <a:pt x="622" y="1537"/>
                    </a:cubicBezTo>
                    <a:cubicBezTo>
                      <a:pt x="557" y="1450"/>
                      <a:pt x="521" y="1240"/>
                      <a:pt x="503" y="1116"/>
                    </a:cubicBezTo>
                    <a:cubicBezTo>
                      <a:pt x="483" y="976"/>
                      <a:pt x="398" y="842"/>
                      <a:pt x="395" y="824"/>
                    </a:cubicBezTo>
                    <a:cubicBezTo>
                      <a:pt x="393" y="806"/>
                      <a:pt x="440" y="747"/>
                      <a:pt x="468" y="729"/>
                    </a:cubicBezTo>
                    <a:cubicBezTo>
                      <a:pt x="496" y="711"/>
                      <a:pt x="547" y="688"/>
                      <a:pt x="535" y="672"/>
                    </a:cubicBezTo>
                    <a:cubicBezTo>
                      <a:pt x="523" y="656"/>
                      <a:pt x="488" y="665"/>
                      <a:pt x="426" y="690"/>
                    </a:cubicBezTo>
                    <a:cubicBezTo>
                      <a:pt x="390" y="704"/>
                      <a:pt x="368" y="727"/>
                      <a:pt x="355" y="743"/>
                    </a:cubicBezTo>
                    <a:cubicBezTo>
                      <a:pt x="346" y="754"/>
                      <a:pt x="331" y="758"/>
                      <a:pt x="319" y="751"/>
                    </a:cubicBezTo>
                    <a:cubicBezTo>
                      <a:pt x="259" y="720"/>
                      <a:pt x="114" y="658"/>
                      <a:pt x="61" y="636"/>
                    </a:cubicBezTo>
                    <a:cubicBezTo>
                      <a:pt x="48" y="630"/>
                      <a:pt x="37" y="619"/>
                      <a:pt x="32" y="604"/>
                    </a:cubicBezTo>
                    <a:cubicBezTo>
                      <a:pt x="0" y="510"/>
                      <a:pt x="31" y="317"/>
                      <a:pt x="32" y="314"/>
                    </a:cubicBezTo>
                    <a:lnTo>
                      <a:pt x="32" y="314"/>
                    </a:lnTo>
                    <a:cubicBezTo>
                      <a:pt x="63" y="252"/>
                      <a:pt x="111" y="195"/>
                      <a:pt x="174" y="150"/>
                    </a:cubicBezTo>
                    <a:cubicBezTo>
                      <a:pt x="353" y="21"/>
                      <a:pt x="484" y="11"/>
                      <a:pt x="556" y="32"/>
                    </a:cubicBezTo>
                    <a:cubicBezTo>
                      <a:pt x="571" y="38"/>
                      <a:pt x="637" y="133"/>
                      <a:pt x="654" y="175"/>
                    </a:cubicBezTo>
                    <a:cubicBezTo>
                      <a:pt x="671" y="215"/>
                      <a:pt x="676" y="201"/>
                      <a:pt x="676" y="201"/>
                    </a:cubicBezTo>
                    <a:cubicBezTo>
                      <a:pt x="709" y="140"/>
                      <a:pt x="603" y="31"/>
                      <a:pt x="603" y="31"/>
                    </a:cubicBezTo>
                    <a:cubicBezTo>
                      <a:pt x="652" y="0"/>
                      <a:pt x="742" y="12"/>
                      <a:pt x="799" y="25"/>
                    </a:cubicBezTo>
                    <a:cubicBezTo>
                      <a:pt x="851" y="37"/>
                      <a:pt x="905" y="54"/>
                      <a:pt x="955" y="75"/>
                    </a:cubicBezTo>
                    <a:cubicBezTo>
                      <a:pt x="967" y="82"/>
                      <a:pt x="974" y="82"/>
                      <a:pt x="994" y="93"/>
                    </a:cubicBezTo>
                    <a:cubicBezTo>
                      <a:pt x="1073" y="135"/>
                      <a:pt x="1139" y="225"/>
                      <a:pt x="1141" y="253"/>
                    </a:cubicBezTo>
                    <a:cubicBezTo>
                      <a:pt x="1143" y="285"/>
                      <a:pt x="1106" y="349"/>
                      <a:pt x="1141" y="356"/>
                    </a:cubicBezTo>
                    <a:cubicBezTo>
                      <a:pt x="1176" y="362"/>
                      <a:pt x="1175" y="284"/>
                      <a:pt x="1213" y="295"/>
                    </a:cubicBezTo>
                    <a:cubicBezTo>
                      <a:pt x="1250" y="306"/>
                      <a:pt x="1368" y="497"/>
                      <a:pt x="1348" y="527"/>
                    </a:cubicBezTo>
                    <a:cubicBezTo>
                      <a:pt x="1328" y="557"/>
                      <a:pt x="1303" y="607"/>
                      <a:pt x="1320" y="620"/>
                    </a:cubicBezTo>
                    <a:cubicBezTo>
                      <a:pt x="1336" y="633"/>
                      <a:pt x="1375" y="592"/>
                      <a:pt x="1398" y="589"/>
                    </a:cubicBezTo>
                    <a:cubicBezTo>
                      <a:pt x="1422" y="586"/>
                      <a:pt x="1461" y="663"/>
                      <a:pt x="1520" y="745"/>
                    </a:cubicBezTo>
                    <a:cubicBezTo>
                      <a:pt x="1578" y="827"/>
                      <a:pt x="1586" y="920"/>
                      <a:pt x="1584" y="9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4"/>
              <p:cNvSpPr/>
              <p:nvPr/>
            </p:nvSpPr>
            <p:spPr>
              <a:xfrm>
                <a:off x="2150651" y="1179594"/>
                <a:ext cx="381108" cy="62404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102" extrusionOk="0">
                    <a:moveTo>
                      <a:pt x="6" y="1101"/>
                    </a:moveTo>
                    <a:cubicBezTo>
                      <a:pt x="6" y="1101"/>
                      <a:pt x="39" y="1079"/>
                      <a:pt x="57" y="1050"/>
                    </a:cubicBezTo>
                    <a:cubicBezTo>
                      <a:pt x="75" y="1021"/>
                      <a:pt x="170" y="981"/>
                      <a:pt x="205" y="965"/>
                    </a:cubicBezTo>
                    <a:cubicBezTo>
                      <a:pt x="239" y="949"/>
                      <a:pt x="346" y="823"/>
                      <a:pt x="390" y="762"/>
                    </a:cubicBezTo>
                    <a:cubicBezTo>
                      <a:pt x="434" y="701"/>
                      <a:pt x="540" y="623"/>
                      <a:pt x="600" y="597"/>
                    </a:cubicBezTo>
                    <a:cubicBezTo>
                      <a:pt x="660" y="571"/>
                      <a:pt x="672" y="539"/>
                      <a:pt x="661" y="532"/>
                    </a:cubicBezTo>
                    <a:cubicBezTo>
                      <a:pt x="650" y="525"/>
                      <a:pt x="538" y="537"/>
                      <a:pt x="448" y="607"/>
                    </a:cubicBezTo>
                    <a:cubicBezTo>
                      <a:pt x="448" y="607"/>
                      <a:pt x="344" y="391"/>
                      <a:pt x="268" y="295"/>
                    </a:cubicBezTo>
                    <a:cubicBezTo>
                      <a:pt x="268" y="295"/>
                      <a:pt x="275" y="99"/>
                      <a:pt x="158" y="12"/>
                    </a:cubicBezTo>
                    <a:cubicBezTo>
                      <a:pt x="158" y="12"/>
                      <a:pt x="143" y="0"/>
                      <a:pt x="170" y="63"/>
                    </a:cubicBezTo>
                    <a:cubicBezTo>
                      <a:pt x="196" y="126"/>
                      <a:pt x="230" y="245"/>
                      <a:pt x="219" y="269"/>
                    </a:cubicBezTo>
                    <a:cubicBezTo>
                      <a:pt x="219" y="269"/>
                      <a:pt x="178" y="275"/>
                      <a:pt x="87" y="229"/>
                    </a:cubicBezTo>
                    <a:cubicBezTo>
                      <a:pt x="87" y="229"/>
                      <a:pt x="59" y="204"/>
                      <a:pt x="23" y="205"/>
                    </a:cubicBezTo>
                    <a:cubicBezTo>
                      <a:pt x="23" y="205"/>
                      <a:pt x="1" y="221"/>
                      <a:pt x="71" y="262"/>
                    </a:cubicBezTo>
                    <a:cubicBezTo>
                      <a:pt x="140" y="303"/>
                      <a:pt x="227" y="319"/>
                      <a:pt x="227" y="319"/>
                    </a:cubicBezTo>
                    <a:cubicBezTo>
                      <a:pt x="227" y="319"/>
                      <a:pt x="315" y="471"/>
                      <a:pt x="348" y="548"/>
                    </a:cubicBezTo>
                    <a:cubicBezTo>
                      <a:pt x="380" y="625"/>
                      <a:pt x="380" y="661"/>
                      <a:pt x="380" y="661"/>
                    </a:cubicBezTo>
                    <a:cubicBezTo>
                      <a:pt x="380" y="661"/>
                      <a:pt x="284" y="797"/>
                      <a:pt x="246" y="854"/>
                    </a:cubicBezTo>
                    <a:cubicBezTo>
                      <a:pt x="208" y="911"/>
                      <a:pt x="168" y="928"/>
                      <a:pt x="131" y="949"/>
                    </a:cubicBezTo>
                    <a:cubicBezTo>
                      <a:pt x="94" y="969"/>
                      <a:pt x="39" y="990"/>
                      <a:pt x="20" y="1039"/>
                    </a:cubicBezTo>
                    <a:cubicBezTo>
                      <a:pt x="0" y="1086"/>
                      <a:pt x="6" y="1101"/>
                      <a:pt x="6" y="11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1896956" y="1185257"/>
                <a:ext cx="294467" cy="367516"/>
              </a:xfrm>
              <a:custGeom>
                <a:avLst/>
                <a:gdLst/>
                <a:ahLst/>
                <a:cxnLst/>
                <a:rect l="l" t="t" r="r" b="b"/>
                <a:pathLst>
                  <a:path w="520" h="649" extrusionOk="0">
                    <a:moveTo>
                      <a:pt x="172" y="174"/>
                    </a:moveTo>
                    <a:cubicBezTo>
                      <a:pt x="172" y="174"/>
                      <a:pt x="37" y="172"/>
                      <a:pt x="4" y="207"/>
                    </a:cubicBezTo>
                    <a:cubicBezTo>
                      <a:pt x="4" y="207"/>
                      <a:pt x="0" y="216"/>
                      <a:pt x="52" y="219"/>
                    </a:cubicBezTo>
                    <a:cubicBezTo>
                      <a:pt x="104" y="221"/>
                      <a:pt x="163" y="216"/>
                      <a:pt x="194" y="230"/>
                    </a:cubicBezTo>
                    <a:cubicBezTo>
                      <a:pt x="226" y="244"/>
                      <a:pt x="315" y="318"/>
                      <a:pt x="365" y="417"/>
                    </a:cubicBezTo>
                    <a:cubicBezTo>
                      <a:pt x="414" y="516"/>
                      <a:pt x="440" y="622"/>
                      <a:pt x="507" y="648"/>
                    </a:cubicBezTo>
                    <a:cubicBezTo>
                      <a:pt x="507" y="648"/>
                      <a:pt x="519" y="639"/>
                      <a:pt x="485" y="567"/>
                    </a:cubicBezTo>
                    <a:cubicBezTo>
                      <a:pt x="451" y="495"/>
                      <a:pt x="427" y="399"/>
                      <a:pt x="389" y="341"/>
                    </a:cubicBezTo>
                    <a:cubicBezTo>
                      <a:pt x="351" y="283"/>
                      <a:pt x="246" y="210"/>
                      <a:pt x="236" y="195"/>
                    </a:cubicBezTo>
                    <a:cubicBezTo>
                      <a:pt x="226" y="178"/>
                      <a:pt x="173" y="26"/>
                      <a:pt x="82" y="0"/>
                    </a:cubicBezTo>
                    <a:cubicBezTo>
                      <a:pt x="82" y="0"/>
                      <a:pt x="72" y="22"/>
                      <a:pt x="97" y="52"/>
                    </a:cubicBezTo>
                    <a:cubicBezTo>
                      <a:pt x="120" y="83"/>
                      <a:pt x="167" y="141"/>
                      <a:pt x="172" y="1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4"/>
              <p:cNvSpPr/>
              <p:nvPr/>
            </p:nvSpPr>
            <p:spPr>
              <a:xfrm>
                <a:off x="2244088" y="1194317"/>
                <a:ext cx="146101" cy="370913"/>
              </a:xfrm>
              <a:custGeom>
                <a:avLst/>
                <a:gdLst/>
                <a:ahLst/>
                <a:cxnLst/>
                <a:rect l="l" t="t" r="r" b="b"/>
                <a:pathLst>
                  <a:path w="258" h="655" extrusionOk="0">
                    <a:moveTo>
                      <a:pt x="8" y="2"/>
                    </a:moveTo>
                    <a:cubicBezTo>
                      <a:pt x="21" y="22"/>
                      <a:pt x="31" y="43"/>
                      <a:pt x="40" y="64"/>
                    </a:cubicBezTo>
                    <a:cubicBezTo>
                      <a:pt x="50" y="85"/>
                      <a:pt x="58" y="107"/>
                      <a:pt x="65" y="130"/>
                    </a:cubicBezTo>
                    <a:cubicBezTo>
                      <a:pt x="72" y="152"/>
                      <a:pt x="77" y="174"/>
                      <a:pt x="80" y="198"/>
                    </a:cubicBezTo>
                    <a:cubicBezTo>
                      <a:pt x="82" y="221"/>
                      <a:pt x="83" y="245"/>
                      <a:pt x="80" y="269"/>
                    </a:cubicBezTo>
                    <a:lnTo>
                      <a:pt x="80" y="265"/>
                    </a:lnTo>
                    <a:cubicBezTo>
                      <a:pt x="98" y="294"/>
                      <a:pt x="116" y="325"/>
                      <a:pt x="134" y="355"/>
                    </a:cubicBezTo>
                    <a:cubicBezTo>
                      <a:pt x="151" y="385"/>
                      <a:pt x="168" y="416"/>
                      <a:pt x="184" y="447"/>
                    </a:cubicBezTo>
                    <a:cubicBezTo>
                      <a:pt x="200" y="478"/>
                      <a:pt x="215" y="509"/>
                      <a:pt x="229" y="542"/>
                    </a:cubicBezTo>
                    <a:cubicBezTo>
                      <a:pt x="235" y="558"/>
                      <a:pt x="242" y="575"/>
                      <a:pt x="247" y="592"/>
                    </a:cubicBezTo>
                    <a:cubicBezTo>
                      <a:pt x="252" y="609"/>
                      <a:pt x="257" y="626"/>
                      <a:pt x="257" y="645"/>
                    </a:cubicBezTo>
                    <a:cubicBezTo>
                      <a:pt x="257" y="650"/>
                      <a:pt x="254" y="654"/>
                      <a:pt x="249" y="654"/>
                    </a:cubicBezTo>
                    <a:cubicBezTo>
                      <a:pt x="245" y="654"/>
                      <a:pt x="240" y="651"/>
                      <a:pt x="240" y="646"/>
                    </a:cubicBezTo>
                    <a:lnTo>
                      <a:pt x="240" y="646"/>
                    </a:lnTo>
                    <a:lnTo>
                      <a:pt x="240" y="645"/>
                    </a:lnTo>
                    <a:cubicBezTo>
                      <a:pt x="240" y="629"/>
                      <a:pt x="236" y="612"/>
                      <a:pt x="231" y="596"/>
                    </a:cubicBezTo>
                    <a:cubicBezTo>
                      <a:pt x="226" y="580"/>
                      <a:pt x="220" y="564"/>
                      <a:pt x="214" y="548"/>
                    </a:cubicBezTo>
                    <a:cubicBezTo>
                      <a:pt x="201" y="516"/>
                      <a:pt x="186" y="484"/>
                      <a:pt x="170" y="453"/>
                    </a:cubicBezTo>
                    <a:cubicBezTo>
                      <a:pt x="154" y="422"/>
                      <a:pt x="138" y="391"/>
                      <a:pt x="121" y="361"/>
                    </a:cubicBezTo>
                    <a:cubicBezTo>
                      <a:pt x="104" y="330"/>
                      <a:pt x="87" y="301"/>
                      <a:pt x="68" y="272"/>
                    </a:cubicBezTo>
                    <a:lnTo>
                      <a:pt x="68" y="272"/>
                    </a:lnTo>
                    <a:cubicBezTo>
                      <a:pt x="67" y="270"/>
                      <a:pt x="67" y="269"/>
                      <a:pt x="67" y="267"/>
                    </a:cubicBezTo>
                    <a:cubicBezTo>
                      <a:pt x="70" y="245"/>
                      <a:pt x="70" y="222"/>
                      <a:pt x="68" y="200"/>
                    </a:cubicBezTo>
                    <a:cubicBezTo>
                      <a:pt x="65" y="177"/>
                      <a:pt x="61" y="155"/>
                      <a:pt x="55" y="133"/>
                    </a:cubicBezTo>
                    <a:cubicBezTo>
                      <a:pt x="48" y="111"/>
                      <a:pt x="41" y="89"/>
                      <a:pt x="32" y="68"/>
                    </a:cubicBezTo>
                    <a:cubicBezTo>
                      <a:pt x="23" y="47"/>
                      <a:pt x="13" y="26"/>
                      <a:pt x="1" y="7"/>
                    </a:cubicBezTo>
                    <a:lnTo>
                      <a:pt x="1" y="7"/>
                    </a:lnTo>
                    <a:cubicBezTo>
                      <a:pt x="0" y="4"/>
                      <a:pt x="1" y="2"/>
                      <a:pt x="2" y="1"/>
                    </a:cubicBezTo>
                    <a:cubicBezTo>
                      <a:pt x="5" y="0"/>
                      <a:pt x="7" y="0"/>
                      <a:pt x="8" y="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2173302" y="1306441"/>
                <a:ext cx="117220" cy="4417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8" extrusionOk="0">
                    <a:moveTo>
                      <a:pt x="7" y="1"/>
                    </a:moveTo>
                    <a:cubicBezTo>
                      <a:pt x="21" y="10"/>
                      <a:pt x="37" y="18"/>
                      <a:pt x="52" y="25"/>
                    </a:cubicBezTo>
                    <a:cubicBezTo>
                      <a:pt x="68" y="33"/>
                      <a:pt x="84" y="40"/>
                      <a:pt x="100" y="45"/>
                    </a:cubicBezTo>
                    <a:cubicBezTo>
                      <a:pt x="116" y="51"/>
                      <a:pt x="132" y="56"/>
                      <a:pt x="149" y="60"/>
                    </a:cubicBezTo>
                    <a:cubicBezTo>
                      <a:pt x="165" y="63"/>
                      <a:pt x="183" y="64"/>
                      <a:pt x="199" y="64"/>
                    </a:cubicBezTo>
                    <a:lnTo>
                      <a:pt x="199" y="64"/>
                    </a:lnTo>
                    <a:cubicBezTo>
                      <a:pt x="202" y="64"/>
                      <a:pt x="205" y="66"/>
                      <a:pt x="206" y="70"/>
                    </a:cubicBezTo>
                    <a:cubicBezTo>
                      <a:pt x="206" y="74"/>
                      <a:pt x="203" y="77"/>
                      <a:pt x="200" y="77"/>
                    </a:cubicBezTo>
                    <a:lnTo>
                      <a:pt x="200" y="77"/>
                    </a:lnTo>
                    <a:cubicBezTo>
                      <a:pt x="181" y="77"/>
                      <a:pt x="163" y="75"/>
                      <a:pt x="146" y="71"/>
                    </a:cubicBezTo>
                    <a:cubicBezTo>
                      <a:pt x="128" y="67"/>
                      <a:pt x="112" y="62"/>
                      <a:pt x="96" y="55"/>
                    </a:cubicBezTo>
                    <a:cubicBezTo>
                      <a:pt x="80" y="49"/>
                      <a:pt x="64" y="42"/>
                      <a:pt x="48" y="34"/>
                    </a:cubicBezTo>
                    <a:cubicBezTo>
                      <a:pt x="32" y="26"/>
                      <a:pt x="18" y="18"/>
                      <a:pt x="3" y="8"/>
                    </a:cubicBezTo>
                    <a:cubicBezTo>
                      <a:pt x="0" y="7"/>
                      <a:pt x="0" y="4"/>
                      <a:pt x="1" y="3"/>
                    </a:cubicBezTo>
                    <a:cubicBezTo>
                      <a:pt x="2" y="1"/>
                      <a:pt x="5" y="0"/>
                      <a:pt x="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>
                <a:off x="1911680" y="1291151"/>
                <a:ext cx="269550" cy="250296"/>
              </a:xfrm>
              <a:custGeom>
                <a:avLst/>
                <a:gdLst/>
                <a:ahLst/>
                <a:cxnLst/>
                <a:rect l="l" t="t" r="r" b="b"/>
                <a:pathLst>
                  <a:path w="476" h="442" extrusionOk="0">
                    <a:moveTo>
                      <a:pt x="6" y="10"/>
                    </a:moveTo>
                    <a:cubicBezTo>
                      <a:pt x="35" y="4"/>
                      <a:pt x="63" y="1"/>
                      <a:pt x="93" y="0"/>
                    </a:cubicBezTo>
                    <a:cubicBezTo>
                      <a:pt x="108" y="0"/>
                      <a:pt x="122" y="0"/>
                      <a:pt x="137" y="2"/>
                    </a:cubicBezTo>
                    <a:cubicBezTo>
                      <a:pt x="152" y="3"/>
                      <a:pt x="166" y="6"/>
                      <a:pt x="181" y="11"/>
                    </a:cubicBezTo>
                    <a:cubicBezTo>
                      <a:pt x="185" y="12"/>
                      <a:pt x="189" y="15"/>
                      <a:pt x="192" y="17"/>
                    </a:cubicBezTo>
                    <a:lnTo>
                      <a:pt x="201" y="23"/>
                    </a:lnTo>
                    <a:cubicBezTo>
                      <a:pt x="207" y="27"/>
                      <a:pt x="214" y="31"/>
                      <a:pt x="219" y="36"/>
                    </a:cubicBezTo>
                    <a:cubicBezTo>
                      <a:pt x="231" y="45"/>
                      <a:pt x="242" y="54"/>
                      <a:pt x="253" y="63"/>
                    </a:cubicBezTo>
                    <a:cubicBezTo>
                      <a:pt x="275" y="82"/>
                      <a:pt x="296" y="103"/>
                      <a:pt x="315" y="125"/>
                    </a:cubicBezTo>
                    <a:cubicBezTo>
                      <a:pt x="334" y="147"/>
                      <a:pt x="351" y="170"/>
                      <a:pt x="366" y="195"/>
                    </a:cubicBezTo>
                    <a:cubicBezTo>
                      <a:pt x="374" y="208"/>
                      <a:pt x="381" y="221"/>
                      <a:pt x="387" y="234"/>
                    </a:cubicBezTo>
                    <a:lnTo>
                      <a:pt x="396" y="254"/>
                    </a:lnTo>
                    <a:cubicBezTo>
                      <a:pt x="399" y="261"/>
                      <a:pt x="401" y="268"/>
                      <a:pt x="404" y="274"/>
                    </a:cubicBezTo>
                    <a:cubicBezTo>
                      <a:pt x="414" y="301"/>
                      <a:pt x="425" y="328"/>
                      <a:pt x="436" y="354"/>
                    </a:cubicBezTo>
                    <a:cubicBezTo>
                      <a:pt x="441" y="367"/>
                      <a:pt x="447" y="380"/>
                      <a:pt x="453" y="393"/>
                    </a:cubicBezTo>
                    <a:cubicBezTo>
                      <a:pt x="456" y="399"/>
                      <a:pt x="459" y="406"/>
                      <a:pt x="462" y="412"/>
                    </a:cubicBezTo>
                    <a:cubicBezTo>
                      <a:pt x="464" y="415"/>
                      <a:pt x="465" y="418"/>
                      <a:pt x="467" y="421"/>
                    </a:cubicBezTo>
                    <a:cubicBezTo>
                      <a:pt x="469" y="424"/>
                      <a:pt x="471" y="427"/>
                      <a:pt x="472" y="429"/>
                    </a:cubicBezTo>
                    <a:lnTo>
                      <a:pt x="472" y="430"/>
                    </a:lnTo>
                    <a:cubicBezTo>
                      <a:pt x="475" y="433"/>
                      <a:pt x="474" y="437"/>
                      <a:pt x="471" y="439"/>
                    </a:cubicBezTo>
                    <a:cubicBezTo>
                      <a:pt x="468" y="441"/>
                      <a:pt x="464" y="441"/>
                      <a:pt x="462" y="438"/>
                    </a:cubicBezTo>
                    <a:cubicBezTo>
                      <a:pt x="459" y="434"/>
                      <a:pt x="457" y="431"/>
                      <a:pt x="455" y="428"/>
                    </a:cubicBezTo>
                    <a:cubicBezTo>
                      <a:pt x="453" y="424"/>
                      <a:pt x="452" y="422"/>
                      <a:pt x="450" y="419"/>
                    </a:cubicBezTo>
                    <a:cubicBezTo>
                      <a:pt x="446" y="413"/>
                      <a:pt x="443" y="406"/>
                      <a:pt x="439" y="400"/>
                    </a:cubicBezTo>
                    <a:cubicBezTo>
                      <a:pt x="433" y="387"/>
                      <a:pt x="426" y="374"/>
                      <a:pt x="420" y="361"/>
                    </a:cubicBezTo>
                    <a:cubicBezTo>
                      <a:pt x="408" y="335"/>
                      <a:pt x="398" y="308"/>
                      <a:pt x="387" y="281"/>
                    </a:cubicBezTo>
                    <a:lnTo>
                      <a:pt x="379" y="261"/>
                    </a:lnTo>
                    <a:lnTo>
                      <a:pt x="371" y="242"/>
                    </a:lnTo>
                    <a:cubicBezTo>
                      <a:pt x="364" y="230"/>
                      <a:pt x="359" y="217"/>
                      <a:pt x="351" y="205"/>
                    </a:cubicBezTo>
                    <a:cubicBezTo>
                      <a:pt x="337" y="181"/>
                      <a:pt x="320" y="158"/>
                      <a:pt x="302" y="137"/>
                    </a:cubicBezTo>
                    <a:cubicBezTo>
                      <a:pt x="283" y="116"/>
                      <a:pt x="263" y="96"/>
                      <a:pt x="242" y="77"/>
                    </a:cubicBezTo>
                    <a:cubicBezTo>
                      <a:pt x="231" y="68"/>
                      <a:pt x="221" y="59"/>
                      <a:pt x="209" y="50"/>
                    </a:cubicBezTo>
                    <a:cubicBezTo>
                      <a:pt x="204" y="45"/>
                      <a:pt x="198" y="41"/>
                      <a:pt x="192" y="37"/>
                    </a:cubicBezTo>
                    <a:lnTo>
                      <a:pt x="184" y="31"/>
                    </a:lnTo>
                    <a:cubicBezTo>
                      <a:pt x="180" y="29"/>
                      <a:pt x="179" y="27"/>
                      <a:pt x="176" y="27"/>
                    </a:cubicBezTo>
                    <a:cubicBezTo>
                      <a:pt x="163" y="23"/>
                      <a:pt x="149" y="20"/>
                      <a:pt x="136" y="18"/>
                    </a:cubicBezTo>
                    <a:cubicBezTo>
                      <a:pt x="122" y="16"/>
                      <a:pt x="108" y="15"/>
                      <a:pt x="94" y="15"/>
                    </a:cubicBezTo>
                    <a:cubicBezTo>
                      <a:pt x="66" y="15"/>
                      <a:pt x="37" y="18"/>
                      <a:pt x="10" y="23"/>
                    </a:cubicBezTo>
                    <a:lnTo>
                      <a:pt x="9" y="23"/>
                    </a:lnTo>
                    <a:cubicBezTo>
                      <a:pt x="6" y="24"/>
                      <a:pt x="2" y="21"/>
                      <a:pt x="2" y="18"/>
                    </a:cubicBezTo>
                    <a:cubicBezTo>
                      <a:pt x="0" y="14"/>
                      <a:pt x="3" y="11"/>
                      <a:pt x="6" y="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4"/>
              <p:cNvSpPr/>
              <p:nvPr/>
            </p:nvSpPr>
            <p:spPr>
              <a:xfrm>
                <a:off x="1949054" y="1194317"/>
                <a:ext cx="71352" cy="114389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02" extrusionOk="0">
                    <a:moveTo>
                      <a:pt x="7" y="2"/>
                    </a:moveTo>
                    <a:cubicBezTo>
                      <a:pt x="21" y="14"/>
                      <a:pt x="34" y="27"/>
                      <a:pt x="46" y="41"/>
                    </a:cubicBezTo>
                    <a:cubicBezTo>
                      <a:pt x="58" y="56"/>
                      <a:pt x="69" y="71"/>
                      <a:pt x="79" y="86"/>
                    </a:cubicBezTo>
                    <a:cubicBezTo>
                      <a:pt x="90" y="102"/>
                      <a:pt x="98" y="119"/>
                      <a:pt x="106" y="136"/>
                    </a:cubicBezTo>
                    <a:cubicBezTo>
                      <a:pt x="114" y="153"/>
                      <a:pt x="119" y="171"/>
                      <a:pt x="124" y="189"/>
                    </a:cubicBezTo>
                    <a:cubicBezTo>
                      <a:pt x="125" y="194"/>
                      <a:pt x="122" y="198"/>
                      <a:pt x="118" y="200"/>
                    </a:cubicBezTo>
                    <a:cubicBezTo>
                      <a:pt x="113" y="201"/>
                      <a:pt x="108" y="198"/>
                      <a:pt x="107" y="194"/>
                    </a:cubicBezTo>
                    <a:lnTo>
                      <a:pt x="107" y="193"/>
                    </a:lnTo>
                    <a:lnTo>
                      <a:pt x="107" y="193"/>
                    </a:lnTo>
                    <a:cubicBezTo>
                      <a:pt x="103" y="175"/>
                      <a:pt x="99" y="158"/>
                      <a:pt x="92" y="141"/>
                    </a:cubicBezTo>
                    <a:cubicBezTo>
                      <a:pt x="86" y="125"/>
                      <a:pt x="78" y="108"/>
                      <a:pt x="69" y="93"/>
                    </a:cubicBezTo>
                    <a:cubicBezTo>
                      <a:pt x="59" y="77"/>
                      <a:pt x="49" y="62"/>
                      <a:pt x="38" y="48"/>
                    </a:cubicBezTo>
                    <a:cubicBezTo>
                      <a:pt x="27" y="34"/>
                      <a:pt x="14" y="20"/>
                      <a:pt x="1" y="7"/>
                    </a:cubicBezTo>
                    <a:lnTo>
                      <a:pt x="1" y="7"/>
                    </a:lnTo>
                    <a:cubicBezTo>
                      <a:pt x="0" y="6"/>
                      <a:pt x="0" y="3"/>
                      <a:pt x="1" y="2"/>
                    </a:cubicBezTo>
                    <a:cubicBezTo>
                      <a:pt x="3" y="0"/>
                      <a:pt x="5" y="0"/>
                      <a:pt x="7" y="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2166507" y="1489350"/>
                <a:ext cx="334107" cy="28993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512" extrusionOk="0">
                    <a:moveTo>
                      <a:pt x="1" y="504"/>
                    </a:moveTo>
                    <a:cubicBezTo>
                      <a:pt x="5" y="497"/>
                      <a:pt x="9" y="489"/>
                      <a:pt x="13" y="482"/>
                    </a:cubicBezTo>
                    <a:cubicBezTo>
                      <a:pt x="17" y="475"/>
                      <a:pt x="22" y="468"/>
                      <a:pt x="29" y="462"/>
                    </a:cubicBezTo>
                    <a:cubicBezTo>
                      <a:pt x="35" y="455"/>
                      <a:pt x="42" y="450"/>
                      <a:pt x="50" y="447"/>
                    </a:cubicBezTo>
                    <a:lnTo>
                      <a:pt x="72" y="436"/>
                    </a:lnTo>
                    <a:cubicBezTo>
                      <a:pt x="101" y="421"/>
                      <a:pt x="129" y="406"/>
                      <a:pt x="157" y="389"/>
                    </a:cubicBezTo>
                    <a:cubicBezTo>
                      <a:pt x="170" y="381"/>
                      <a:pt x="183" y="372"/>
                      <a:pt x="195" y="362"/>
                    </a:cubicBezTo>
                    <a:cubicBezTo>
                      <a:pt x="206" y="352"/>
                      <a:pt x="217" y="340"/>
                      <a:pt x="227" y="327"/>
                    </a:cubicBezTo>
                    <a:cubicBezTo>
                      <a:pt x="247" y="302"/>
                      <a:pt x="265" y="275"/>
                      <a:pt x="283" y="249"/>
                    </a:cubicBezTo>
                    <a:cubicBezTo>
                      <a:pt x="302" y="222"/>
                      <a:pt x="320" y="195"/>
                      <a:pt x="339" y="169"/>
                    </a:cubicBezTo>
                    <a:cubicBezTo>
                      <a:pt x="349" y="155"/>
                      <a:pt x="359" y="142"/>
                      <a:pt x="370" y="130"/>
                    </a:cubicBezTo>
                    <a:cubicBezTo>
                      <a:pt x="380" y="117"/>
                      <a:pt x="393" y="105"/>
                      <a:pt x="406" y="95"/>
                    </a:cubicBezTo>
                    <a:cubicBezTo>
                      <a:pt x="434" y="76"/>
                      <a:pt x="462" y="59"/>
                      <a:pt x="490" y="44"/>
                    </a:cubicBezTo>
                    <a:cubicBezTo>
                      <a:pt x="520" y="28"/>
                      <a:pt x="549" y="14"/>
                      <a:pt x="579" y="2"/>
                    </a:cubicBezTo>
                    <a:cubicBezTo>
                      <a:pt x="582" y="0"/>
                      <a:pt x="586" y="2"/>
                      <a:pt x="588" y="5"/>
                    </a:cubicBezTo>
                    <a:cubicBezTo>
                      <a:pt x="589" y="8"/>
                      <a:pt x="588" y="12"/>
                      <a:pt x="584" y="14"/>
                    </a:cubicBezTo>
                    <a:lnTo>
                      <a:pt x="584" y="14"/>
                    </a:lnTo>
                    <a:cubicBezTo>
                      <a:pt x="555" y="28"/>
                      <a:pt x="527" y="43"/>
                      <a:pt x="498" y="58"/>
                    </a:cubicBezTo>
                    <a:cubicBezTo>
                      <a:pt x="471" y="74"/>
                      <a:pt x="443" y="91"/>
                      <a:pt x="417" y="110"/>
                    </a:cubicBezTo>
                    <a:cubicBezTo>
                      <a:pt x="405" y="119"/>
                      <a:pt x="394" y="130"/>
                      <a:pt x="383" y="142"/>
                    </a:cubicBezTo>
                    <a:cubicBezTo>
                      <a:pt x="373" y="154"/>
                      <a:pt x="363" y="167"/>
                      <a:pt x="354" y="179"/>
                    </a:cubicBezTo>
                    <a:cubicBezTo>
                      <a:pt x="335" y="205"/>
                      <a:pt x="316" y="232"/>
                      <a:pt x="297" y="258"/>
                    </a:cubicBezTo>
                    <a:cubicBezTo>
                      <a:pt x="278" y="285"/>
                      <a:pt x="259" y="311"/>
                      <a:pt x="239" y="337"/>
                    </a:cubicBezTo>
                    <a:cubicBezTo>
                      <a:pt x="229" y="350"/>
                      <a:pt x="218" y="362"/>
                      <a:pt x="205" y="374"/>
                    </a:cubicBezTo>
                    <a:cubicBezTo>
                      <a:pt x="192" y="385"/>
                      <a:pt x="178" y="394"/>
                      <a:pt x="164" y="402"/>
                    </a:cubicBezTo>
                    <a:cubicBezTo>
                      <a:pt x="136" y="419"/>
                      <a:pt x="107" y="434"/>
                      <a:pt x="78" y="448"/>
                    </a:cubicBezTo>
                    <a:lnTo>
                      <a:pt x="56" y="459"/>
                    </a:lnTo>
                    <a:cubicBezTo>
                      <a:pt x="49" y="462"/>
                      <a:pt x="43" y="466"/>
                      <a:pt x="37" y="471"/>
                    </a:cubicBezTo>
                    <a:cubicBezTo>
                      <a:pt x="32" y="476"/>
                      <a:pt x="27" y="482"/>
                      <a:pt x="23" y="489"/>
                    </a:cubicBezTo>
                    <a:cubicBezTo>
                      <a:pt x="18" y="495"/>
                      <a:pt x="14" y="502"/>
                      <a:pt x="9" y="509"/>
                    </a:cubicBezTo>
                    <a:cubicBezTo>
                      <a:pt x="7" y="511"/>
                      <a:pt x="5" y="511"/>
                      <a:pt x="2" y="510"/>
                    </a:cubicBezTo>
                    <a:cubicBezTo>
                      <a:pt x="1" y="509"/>
                      <a:pt x="0" y="506"/>
                      <a:pt x="1" y="5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2361308" y="1201679"/>
                <a:ext cx="26615" cy="40206"/>
              </a:xfrm>
              <a:custGeom>
                <a:avLst/>
                <a:gdLst/>
                <a:ahLst/>
                <a:cxnLst/>
                <a:rect l="l" t="t" r="r" b="b"/>
                <a:pathLst>
                  <a:path w="47" h="71" extrusionOk="0">
                    <a:moveTo>
                      <a:pt x="8" y="70"/>
                    </a:moveTo>
                    <a:cubicBezTo>
                      <a:pt x="6" y="70"/>
                      <a:pt x="4" y="70"/>
                      <a:pt x="3" y="69"/>
                    </a:cubicBezTo>
                    <a:cubicBezTo>
                      <a:pt x="0" y="66"/>
                      <a:pt x="0" y="62"/>
                      <a:pt x="3" y="60"/>
                    </a:cubicBezTo>
                    <a:cubicBezTo>
                      <a:pt x="25" y="35"/>
                      <a:pt x="33" y="6"/>
                      <a:pt x="33" y="6"/>
                    </a:cubicBezTo>
                    <a:cubicBezTo>
                      <a:pt x="33" y="3"/>
                      <a:pt x="37" y="0"/>
                      <a:pt x="40" y="1"/>
                    </a:cubicBezTo>
                    <a:cubicBezTo>
                      <a:pt x="44" y="2"/>
                      <a:pt x="46" y="6"/>
                      <a:pt x="45" y="9"/>
                    </a:cubicBezTo>
                    <a:cubicBezTo>
                      <a:pt x="45" y="11"/>
                      <a:pt x="37" y="41"/>
                      <a:pt x="12" y="68"/>
                    </a:cubicBezTo>
                    <a:cubicBezTo>
                      <a:pt x="11" y="70"/>
                      <a:pt x="9" y="70"/>
                      <a:pt x="8" y="7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4"/>
              <p:cNvSpPr/>
              <p:nvPr/>
            </p:nvSpPr>
            <p:spPr>
              <a:xfrm>
                <a:off x="2472300" y="1359671"/>
                <a:ext cx="32278" cy="26615"/>
              </a:xfrm>
              <a:custGeom>
                <a:avLst/>
                <a:gdLst/>
                <a:ahLst/>
                <a:cxnLst/>
                <a:rect l="l" t="t" r="r" b="b"/>
                <a:pathLst>
                  <a:path w="57" h="47" extrusionOk="0">
                    <a:moveTo>
                      <a:pt x="8" y="46"/>
                    </a:moveTo>
                    <a:cubicBezTo>
                      <a:pt x="7" y="46"/>
                      <a:pt x="5" y="45"/>
                      <a:pt x="4" y="45"/>
                    </a:cubicBezTo>
                    <a:cubicBezTo>
                      <a:pt x="2" y="43"/>
                      <a:pt x="0" y="39"/>
                      <a:pt x="2" y="36"/>
                    </a:cubicBezTo>
                    <a:cubicBezTo>
                      <a:pt x="15" y="15"/>
                      <a:pt x="45" y="2"/>
                      <a:pt x="46" y="1"/>
                    </a:cubicBezTo>
                    <a:cubicBezTo>
                      <a:pt x="50" y="0"/>
                      <a:pt x="54" y="1"/>
                      <a:pt x="55" y="5"/>
                    </a:cubicBezTo>
                    <a:cubicBezTo>
                      <a:pt x="56" y="8"/>
                      <a:pt x="55" y="12"/>
                      <a:pt x="52" y="13"/>
                    </a:cubicBezTo>
                    <a:cubicBezTo>
                      <a:pt x="51" y="13"/>
                      <a:pt x="24" y="25"/>
                      <a:pt x="14" y="43"/>
                    </a:cubicBezTo>
                    <a:cubicBezTo>
                      <a:pt x="12" y="44"/>
                      <a:pt x="10" y="46"/>
                      <a:pt x="8" y="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4"/>
              <p:cNvSpPr/>
              <p:nvPr/>
            </p:nvSpPr>
            <p:spPr>
              <a:xfrm>
                <a:off x="1725939" y="1499543"/>
                <a:ext cx="927571" cy="929832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642" extrusionOk="0">
                    <a:moveTo>
                      <a:pt x="1599" y="287"/>
                    </a:moveTo>
                    <a:cubicBezTo>
                      <a:pt x="1570" y="282"/>
                      <a:pt x="1497" y="315"/>
                      <a:pt x="1453" y="334"/>
                    </a:cubicBezTo>
                    <a:cubicBezTo>
                      <a:pt x="1408" y="353"/>
                      <a:pt x="1369" y="439"/>
                      <a:pt x="1326" y="511"/>
                    </a:cubicBezTo>
                    <a:cubicBezTo>
                      <a:pt x="1283" y="582"/>
                      <a:pt x="1162" y="743"/>
                      <a:pt x="1093" y="795"/>
                    </a:cubicBezTo>
                    <a:cubicBezTo>
                      <a:pt x="1025" y="847"/>
                      <a:pt x="788" y="850"/>
                      <a:pt x="755" y="865"/>
                    </a:cubicBezTo>
                    <a:cubicBezTo>
                      <a:pt x="723" y="879"/>
                      <a:pt x="692" y="1032"/>
                      <a:pt x="673" y="1080"/>
                    </a:cubicBezTo>
                    <a:cubicBezTo>
                      <a:pt x="654" y="1128"/>
                      <a:pt x="615" y="1162"/>
                      <a:pt x="505" y="1222"/>
                    </a:cubicBezTo>
                    <a:cubicBezTo>
                      <a:pt x="396" y="1282"/>
                      <a:pt x="293" y="1416"/>
                      <a:pt x="293" y="1416"/>
                    </a:cubicBezTo>
                    <a:cubicBezTo>
                      <a:pt x="185" y="1532"/>
                      <a:pt x="158" y="1329"/>
                      <a:pt x="168" y="1285"/>
                    </a:cubicBezTo>
                    <a:cubicBezTo>
                      <a:pt x="183" y="1214"/>
                      <a:pt x="305" y="1137"/>
                      <a:pt x="404" y="1060"/>
                    </a:cubicBezTo>
                    <a:cubicBezTo>
                      <a:pt x="502" y="982"/>
                      <a:pt x="519" y="970"/>
                      <a:pt x="509" y="878"/>
                    </a:cubicBezTo>
                    <a:cubicBezTo>
                      <a:pt x="502" y="804"/>
                      <a:pt x="415" y="642"/>
                      <a:pt x="381" y="603"/>
                    </a:cubicBezTo>
                    <a:cubicBezTo>
                      <a:pt x="346" y="564"/>
                      <a:pt x="192" y="555"/>
                      <a:pt x="162" y="536"/>
                    </a:cubicBezTo>
                    <a:cubicBezTo>
                      <a:pt x="133" y="517"/>
                      <a:pt x="150" y="468"/>
                      <a:pt x="185" y="424"/>
                    </a:cubicBezTo>
                    <a:cubicBezTo>
                      <a:pt x="220" y="381"/>
                      <a:pt x="339" y="398"/>
                      <a:pt x="364" y="393"/>
                    </a:cubicBezTo>
                    <a:cubicBezTo>
                      <a:pt x="389" y="389"/>
                      <a:pt x="334" y="204"/>
                      <a:pt x="280" y="136"/>
                    </a:cubicBezTo>
                    <a:cubicBezTo>
                      <a:pt x="225" y="67"/>
                      <a:pt x="76" y="27"/>
                      <a:pt x="76" y="27"/>
                    </a:cubicBezTo>
                    <a:cubicBezTo>
                      <a:pt x="0" y="0"/>
                      <a:pt x="12" y="963"/>
                      <a:pt x="49" y="966"/>
                    </a:cubicBezTo>
                    <a:cubicBezTo>
                      <a:pt x="86" y="968"/>
                      <a:pt x="120" y="913"/>
                      <a:pt x="120" y="913"/>
                    </a:cubicBezTo>
                    <a:cubicBezTo>
                      <a:pt x="123" y="736"/>
                      <a:pt x="198" y="727"/>
                      <a:pt x="279" y="745"/>
                    </a:cubicBezTo>
                    <a:cubicBezTo>
                      <a:pt x="456" y="830"/>
                      <a:pt x="141" y="1139"/>
                      <a:pt x="105" y="1189"/>
                    </a:cubicBezTo>
                    <a:cubicBezTo>
                      <a:pt x="69" y="1240"/>
                      <a:pt x="104" y="1641"/>
                      <a:pt x="155" y="1628"/>
                    </a:cubicBezTo>
                    <a:cubicBezTo>
                      <a:pt x="216" y="1626"/>
                      <a:pt x="342" y="1491"/>
                      <a:pt x="387" y="1427"/>
                    </a:cubicBezTo>
                    <a:cubicBezTo>
                      <a:pt x="431" y="1363"/>
                      <a:pt x="560" y="1266"/>
                      <a:pt x="656" y="1234"/>
                    </a:cubicBezTo>
                    <a:cubicBezTo>
                      <a:pt x="751" y="1201"/>
                      <a:pt x="802" y="1032"/>
                      <a:pt x="858" y="984"/>
                    </a:cubicBezTo>
                    <a:cubicBezTo>
                      <a:pt x="914" y="935"/>
                      <a:pt x="1045" y="933"/>
                      <a:pt x="1163" y="856"/>
                    </a:cubicBezTo>
                    <a:cubicBezTo>
                      <a:pt x="1282" y="779"/>
                      <a:pt x="1426" y="504"/>
                      <a:pt x="1472" y="450"/>
                    </a:cubicBezTo>
                    <a:cubicBezTo>
                      <a:pt x="1517" y="395"/>
                      <a:pt x="1604" y="389"/>
                      <a:pt x="1620" y="378"/>
                    </a:cubicBezTo>
                    <a:cubicBezTo>
                      <a:pt x="1637" y="365"/>
                      <a:pt x="1628" y="292"/>
                      <a:pt x="1599" y="28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4"/>
              <p:cNvSpPr/>
              <p:nvPr/>
            </p:nvSpPr>
            <p:spPr>
              <a:xfrm>
                <a:off x="1736698" y="1078230"/>
                <a:ext cx="865846" cy="818275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445" extrusionOk="0">
                    <a:moveTo>
                      <a:pt x="60" y="246"/>
                    </a:moveTo>
                    <a:cubicBezTo>
                      <a:pt x="60" y="246"/>
                      <a:pt x="256" y="27"/>
                      <a:pt x="406" y="10"/>
                    </a:cubicBezTo>
                    <a:cubicBezTo>
                      <a:pt x="406" y="10"/>
                      <a:pt x="484" y="0"/>
                      <a:pt x="512" y="10"/>
                    </a:cubicBezTo>
                    <a:cubicBezTo>
                      <a:pt x="540" y="19"/>
                      <a:pt x="620" y="158"/>
                      <a:pt x="626" y="190"/>
                    </a:cubicBezTo>
                    <a:cubicBezTo>
                      <a:pt x="631" y="221"/>
                      <a:pt x="677" y="233"/>
                      <a:pt x="676" y="160"/>
                    </a:cubicBezTo>
                    <a:cubicBezTo>
                      <a:pt x="675" y="86"/>
                      <a:pt x="621" y="8"/>
                      <a:pt x="638" y="6"/>
                    </a:cubicBezTo>
                    <a:cubicBezTo>
                      <a:pt x="656" y="3"/>
                      <a:pt x="897" y="4"/>
                      <a:pt x="1023" y="131"/>
                    </a:cubicBezTo>
                    <a:cubicBezTo>
                      <a:pt x="1023" y="131"/>
                      <a:pt x="1082" y="187"/>
                      <a:pt x="1081" y="210"/>
                    </a:cubicBezTo>
                    <a:cubicBezTo>
                      <a:pt x="1079" y="234"/>
                      <a:pt x="1061" y="285"/>
                      <a:pt x="1066" y="332"/>
                    </a:cubicBezTo>
                    <a:cubicBezTo>
                      <a:pt x="1071" y="379"/>
                      <a:pt x="1045" y="408"/>
                      <a:pt x="1033" y="408"/>
                    </a:cubicBezTo>
                    <a:cubicBezTo>
                      <a:pt x="1020" y="409"/>
                      <a:pt x="958" y="153"/>
                      <a:pt x="882" y="160"/>
                    </a:cubicBezTo>
                    <a:cubicBezTo>
                      <a:pt x="882" y="160"/>
                      <a:pt x="850" y="163"/>
                      <a:pt x="873" y="233"/>
                    </a:cubicBezTo>
                    <a:cubicBezTo>
                      <a:pt x="896" y="303"/>
                      <a:pt x="910" y="314"/>
                      <a:pt x="902" y="368"/>
                    </a:cubicBezTo>
                    <a:cubicBezTo>
                      <a:pt x="894" y="421"/>
                      <a:pt x="786" y="338"/>
                      <a:pt x="737" y="339"/>
                    </a:cubicBezTo>
                    <a:cubicBezTo>
                      <a:pt x="687" y="340"/>
                      <a:pt x="725" y="412"/>
                      <a:pt x="755" y="441"/>
                    </a:cubicBezTo>
                    <a:cubicBezTo>
                      <a:pt x="786" y="471"/>
                      <a:pt x="916" y="514"/>
                      <a:pt x="941" y="531"/>
                    </a:cubicBezTo>
                    <a:cubicBezTo>
                      <a:pt x="965" y="547"/>
                      <a:pt x="1068" y="766"/>
                      <a:pt x="1066" y="826"/>
                    </a:cubicBezTo>
                    <a:cubicBezTo>
                      <a:pt x="1064" y="886"/>
                      <a:pt x="952" y="1023"/>
                      <a:pt x="926" y="1045"/>
                    </a:cubicBezTo>
                    <a:cubicBezTo>
                      <a:pt x="899" y="1066"/>
                      <a:pt x="714" y="1098"/>
                      <a:pt x="690" y="1210"/>
                    </a:cubicBezTo>
                    <a:cubicBezTo>
                      <a:pt x="665" y="1321"/>
                      <a:pt x="737" y="1348"/>
                      <a:pt x="737" y="1348"/>
                    </a:cubicBezTo>
                    <a:cubicBezTo>
                      <a:pt x="737" y="1348"/>
                      <a:pt x="796" y="1261"/>
                      <a:pt x="854" y="1245"/>
                    </a:cubicBezTo>
                    <a:cubicBezTo>
                      <a:pt x="912" y="1230"/>
                      <a:pt x="998" y="1172"/>
                      <a:pt x="1052" y="1099"/>
                    </a:cubicBezTo>
                    <a:cubicBezTo>
                      <a:pt x="1106" y="1025"/>
                      <a:pt x="1174" y="934"/>
                      <a:pt x="1249" y="881"/>
                    </a:cubicBezTo>
                    <a:cubicBezTo>
                      <a:pt x="1323" y="828"/>
                      <a:pt x="1424" y="748"/>
                      <a:pt x="1466" y="736"/>
                    </a:cubicBezTo>
                    <a:cubicBezTo>
                      <a:pt x="1507" y="724"/>
                      <a:pt x="1528" y="817"/>
                      <a:pt x="1516" y="851"/>
                    </a:cubicBezTo>
                    <a:cubicBezTo>
                      <a:pt x="1504" y="885"/>
                      <a:pt x="1319" y="922"/>
                      <a:pt x="1266" y="999"/>
                    </a:cubicBezTo>
                    <a:cubicBezTo>
                      <a:pt x="1212" y="1075"/>
                      <a:pt x="1046" y="1311"/>
                      <a:pt x="971" y="1376"/>
                    </a:cubicBezTo>
                    <a:cubicBezTo>
                      <a:pt x="895" y="1442"/>
                      <a:pt x="658" y="1444"/>
                      <a:pt x="630" y="1434"/>
                    </a:cubicBezTo>
                    <a:cubicBezTo>
                      <a:pt x="602" y="1424"/>
                      <a:pt x="547" y="1230"/>
                      <a:pt x="540" y="1110"/>
                    </a:cubicBezTo>
                    <a:cubicBezTo>
                      <a:pt x="533" y="991"/>
                      <a:pt x="431" y="804"/>
                      <a:pt x="436" y="782"/>
                    </a:cubicBezTo>
                    <a:cubicBezTo>
                      <a:pt x="440" y="760"/>
                      <a:pt x="517" y="655"/>
                      <a:pt x="556" y="645"/>
                    </a:cubicBezTo>
                    <a:cubicBezTo>
                      <a:pt x="594" y="635"/>
                      <a:pt x="618" y="628"/>
                      <a:pt x="626" y="645"/>
                    </a:cubicBezTo>
                    <a:cubicBezTo>
                      <a:pt x="635" y="662"/>
                      <a:pt x="697" y="809"/>
                      <a:pt x="728" y="837"/>
                    </a:cubicBezTo>
                    <a:cubicBezTo>
                      <a:pt x="759" y="864"/>
                      <a:pt x="792" y="877"/>
                      <a:pt x="811" y="870"/>
                    </a:cubicBezTo>
                    <a:cubicBezTo>
                      <a:pt x="830" y="862"/>
                      <a:pt x="810" y="763"/>
                      <a:pt x="792" y="728"/>
                    </a:cubicBezTo>
                    <a:cubicBezTo>
                      <a:pt x="775" y="694"/>
                      <a:pt x="719" y="534"/>
                      <a:pt x="691" y="500"/>
                    </a:cubicBezTo>
                    <a:cubicBezTo>
                      <a:pt x="662" y="466"/>
                      <a:pt x="562" y="394"/>
                      <a:pt x="546" y="360"/>
                    </a:cubicBezTo>
                    <a:cubicBezTo>
                      <a:pt x="529" y="326"/>
                      <a:pt x="416" y="138"/>
                      <a:pt x="348" y="173"/>
                    </a:cubicBezTo>
                    <a:cubicBezTo>
                      <a:pt x="348" y="173"/>
                      <a:pt x="336" y="216"/>
                      <a:pt x="356" y="273"/>
                    </a:cubicBezTo>
                    <a:cubicBezTo>
                      <a:pt x="376" y="330"/>
                      <a:pt x="371" y="325"/>
                      <a:pt x="330" y="340"/>
                    </a:cubicBezTo>
                    <a:cubicBezTo>
                      <a:pt x="289" y="355"/>
                      <a:pt x="258" y="371"/>
                      <a:pt x="253" y="397"/>
                    </a:cubicBezTo>
                    <a:cubicBezTo>
                      <a:pt x="248" y="423"/>
                      <a:pt x="326" y="430"/>
                      <a:pt x="379" y="433"/>
                    </a:cubicBezTo>
                    <a:cubicBezTo>
                      <a:pt x="433" y="435"/>
                      <a:pt x="528" y="502"/>
                      <a:pt x="532" y="524"/>
                    </a:cubicBezTo>
                    <a:cubicBezTo>
                      <a:pt x="535" y="547"/>
                      <a:pt x="529" y="562"/>
                      <a:pt x="490" y="574"/>
                    </a:cubicBezTo>
                    <a:cubicBezTo>
                      <a:pt x="450" y="586"/>
                      <a:pt x="368" y="593"/>
                      <a:pt x="340" y="621"/>
                    </a:cubicBezTo>
                    <a:cubicBezTo>
                      <a:pt x="311" y="649"/>
                      <a:pt x="37" y="554"/>
                      <a:pt x="18" y="514"/>
                    </a:cubicBezTo>
                    <a:cubicBezTo>
                      <a:pt x="0" y="473"/>
                      <a:pt x="27" y="278"/>
                      <a:pt x="60" y="2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4"/>
              <p:cNvSpPr/>
              <p:nvPr/>
            </p:nvSpPr>
            <p:spPr>
              <a:xfrm>
                <a:off x="1774073" y="1098050"/>
                <a:ext cx="793362" cy="74862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322" extrusionOk="0">
                    <a:moveTo>
                      <a:pt x="545" y="1042"/>
                    </a:moveTo>
                    <a:cubicBezTo>
                      <a:pt x="508" y="1005"/>
                      <a:pt x="506" y="883"/>
                      <a:pt x="443" y="767"/>
                    </a:cubicBezTo>
                    <a:cubicBezTo>
                      <a:pt x="432" y="746"/>
                      <a:pt x="433" y="721"/>
                      <a:pt x="446" y="702"/>
                    </a:cubicBezTo>
                    <a:cubicBezTo>
                      <a:pt x="470" y="668"/>
                      <a:pt x="499" y="639"/>
                      <a:pt x="535" y="632"/>
                    </a:cubicBezTo>
                    <a:cubicBezTo>
                      <a:pt x="556" y="681"/>
                      <a:pt x="604" y="790"/>
                      <a:pt x="639" y="821"/>
                    </a:cubicBezTo>
                    <a:cubicBezTo>
                      <a:pt x="672" y="851"/>
                      <a:pt x="709" y="867"/>
                      <a:pt x="741" y="867"/>
                    </a:cubicBezTo>
                    <a:cubicBezTo>
                      <a:pt x="769" y="867"/>
                      <a:pt x="792" y="855"/>
                      <a:pt x="801" y="829"/>
                    </a:cubicBezTo>
                    <a:cubicBezTo>
                      <a:pt x="819" y="785"/>
                      <a:pt x="787" y="688"/>
                      <a:pt x="775" y="657"/>
                    </a:cubicBezTo>
                    <a:cubicBezTo>
                      <a:pt x="693" y="440"/>
                      <a:pt x="823" y="500"/>
                      <a:pt x="854" y="516"/>
                    </a:cubicBezTo>
                    <a:cubicBezTo>
                      <a:pt x="881" y="550"/>
                      <a:pt x="959" y="684"/>
                      <a:pt x="959" y="747"/>
                    </a:cubicBezTo>
                    <a:cubicBezTo>
                      <a:pt x="959" y="751"/>
                      <a:pt x="894" y="872"/>
                      <a:pt x="843" y="921"/>
                    </a:cubicBezTo>
                    <a:cubicBezTo>
                      <a:pt x="830" y="933"/>
                      <a:pt x="815" y="943"/>
                      <a:pt x="799" y="949"/>
                    </a:cubicBezTo>
                    <a:cubicBezTo>
                      <a:pt x="657" y="1010"/>
                      <a:pt x="583" y="1082"/>
                      <a:pt x="545" y="1042"/>
                    </a:cubicBezTo>
                    <a:moveTo>
                      <a:pt x="794" y="1245"/>
                    </a:moveTo>
                    <a:cubicBezTo>
                      <a:pt x="858" y="1228"/>
                      <a:pt x="953" y="1144"/>
                      <a:pt x="1015" y="1060"/>
                    </a:cubicBezTo>
                    <a:cubicBezTo>
                      <a:pt x="1064" y="993"/>
                      <a:pt x="1131" y="901"/>
                      <a:pt x="1201" y="852"/>
                    </a:cubicBezTo>
                    <a:cubicBezTo>
                      <a:pt x="1259" y="811"/>
                      <a:pt x="1348" y="742"/>
                      <a:pt x="1391" y="719"/>
                    </a:cubicBezTo>
                    <a:cubicBezTo>
                      <a:pt x="1396" y="731"/>
                      <a:pt x="1400" y="750"/>
                      <a:pt x="1399" y="762"/>
                    </a:cubicBezTo>
                    <a:cubicBezTo>
                      <a:pt x="1351" y="791"/>
                      <a:pt x="1218" y="840"/>
                      <a:pt x="1164" y="918"/>
                    </a:cubicBezTo>
                    <a:cubicBezTo>
                      <a:pt x="1082" y="1037"/>
                      <a:pt x="927" y="1222"/>
                      <a:pt x="866" y="1275"/>
                    </a:cubicBezTo>
                    <a:cubicBezTo>
                      <a:pt x="841" y="1297"/>
                      <a:pt x="779" y="1312"/>
                      <a:pt x="713" y="1320"/>
                    </a:cubicBezTo>
                    <a:cubicBezTo>
                      <a:pt x="706" y="1321"/>
                      <a:pt x="702" y="1312"/>
                      <a:pt x="708" y="1307"/>
                    </a:cubicBezTo>
                    <a:cubicBezTo>
                      <a:pt x="732" y="1286"/>
                      <a:pt x="775" y="1250"/>
                      <a:pt x="794" y="1245"/>
                    </a:cubicBezTo>
                    <a:moveTo>
                      <a:pt x="251" y="495"/>
                    </a:moveTo>
                    <a:cubicBezTo>
                      <a:pt x="210" y="494"/>
                      <a:pt x="120" y="463"/>
                      <a:pt x="57" y="434"/>
                    </a:cubicBezTo>
                    <a:cubicBezTo>
                      <a:pt x="22" y="417"/>
                      <a:pt x="0" y="380"/>
                      <a:pt x="3" y="340"/>
                    </a:cubicBezTo>
                    <a:cubicBezTo>
                      <a:pt x="6" y="292"/>
                      <a:pt x="16" y="238"/>
                      <a:pt x="28" y="225"/>
                    </a:cubicBezTo>
                    <a:cubicBezTo>
                      <a:pt x="80" y="168"/>
                      <a:pt x="237" y="17"/>
                      <a:pt x="345" y="4"/>
                    </a:cubicBezTo>
                    <a:cubicBezTo>
                      <a:pt x="360" y="2"/>
                      <a:pt x="386" y="0"/>
                      <a:pt x="407" y="0"/>
                    </a:cubicBezTo>
                    <a:cubicBezTo>
                      <a:pt x="420" y="0"/>
                      <a:pt x="432" y="6"/>
                      <a:pt x="440" y="16"/>
                    </a:cubicBezTo>
                    <a:cubicBezTo>
                      <a:pt x="465" y="50"/>
                      <a:pt x="511" y="129"/>
                      <a:pt x="514" y="147"/>
                    </a:cubicBezTo>
                    <a:cubicBezTo>
                      <a:pt x="529" y="231"/>
                      <a:pt x="658" y="240"/>
                      <a:pt x="656" y="108"/>
                    </a:cubicBezTo>
                    <a:cubicBezTo>
                      <a:pt x="655" y="78"/>
                      <a:pt x="648" y="49"/>
                      <a:pt x="640" y="24"/>
                    </a:cubicBezTo>
                    <a:cubicBezTo>
                      <a:pt x="636" y="13"/>
                      <a:pt x="645" y="2"/>
                      <a:pt x="656" y="3"/>
                    </a:cubicBezTo>
                    <a:cubicBezTo>
                      <a:pt x="753" y="14"/>
                      <a:pt x="882" y="53"/>
                      <a:pt x="949" y="135"/>
                    </a:cubicBezTo>
                    <a:cubicBezTo>
                      <a:pt x="962" y="150"/>
                      <a:pt x="967" y="169"/>
                      <a:pt x="963" y="189"/>
                    </a:cubicBezTo>
                    <a:cubicBezTo>
                      <a:pt x="962" y="191"/>
                      <a:pt x="962" y="194"/>
                      <a:pt x="961" y="196"/>
                    </a:cubicBezTo>
                    <a:cubicBezTo>
                      <a:pt x="960" y="201"/>
                      <a:pt x="954" y="202"/>
                      <a:pt x="952" y="198"/>
                    </a:cubicBezTo>
                    <a:cubicBezTo>
                      <a:pt x="916" y="122"/>
                      <a:pt x="872" y="82"/>
                      <a:pt x="815" y="82"/>
                    </a:cubicBezTo>
                    <a:cubicBezTo>
                      <a:pt x="726" y="82"/>
                      <a:pt x="756" y="206"/>
                      <a:pt x="686" y="248"/>
                    </a:cubicBezTo>
                    <a:cubicBezTo>
                      <a:pt x="439" y="396"/>
                      <a:pt x="513" y="71"/>
                      <a:pt x="300" y="71"/>
                    </a:cubicBezTo>
                    <a:cubicBezTo>
                      <a:pt x="268" y="71"/>
                      <a:pt x="244" y="95"/>
                      <a:pt x="241" y="125"/>
                    </a:cubicBezTo>
                    <a:cubicBezTo>
                      <a:pt x="237" y="177"/>
                      <a:pt x="218" y="274"/>
                      <a:pt x="142" y="336"/>
                    </a:cubicBezTo>
                    <a:cubicBezTo>
                      <a:pt x="129" y="347"/>
                      <a:pt x="143" y="370"/>
                      <a:pt x="154" y="383"/>
                    </a:cubicBezTo>
                    <a:cubicBezTo>
                      <a:pt x="175" y="410"/>
                      <a:pt x="216" y="421"/>
                      <a:pt x="311" y="426"/>
                    </a:cubicBezTo>
                    <a:cubicBezTo>
                      <a:pt x="329" y="427"/>
                      <a:pt x="359" y="442"/>
                      <a:pt x="384" y="458"/>
                    </a:cubicBezTo>
                    <a:cubicBezTo>
                      <a:pt x="396" y="465"/>
                      <a:pt x="392" y="483"/>
                      <a:pt x="379" y="486"/>
                    </a:cubicBezTo>
                    <a:cubicBezTo>
                      <a:pt x="343" y="492"/>
                      <a:pt x="297" y="495"/>
                      <a:pt x="251" y="4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>
                <a:off x="2325066" y="1230559"/>
                <a:ext cx="143269" cy="25879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57" extrusionOk="0">
                    <a:moveTo>
                      <a:pt x="27" y="171"/>
                    </a:moveTo>
                    <a:cubicBezTo>
                      <a:pt x="27" y="171"/>
                      <a:pt x="65" y="163"/>
                      <a:pt x="80" y="114"/>
                    </a:cubicBezTo>
                    <a:cubicBezTo>
                      <a:pt x="95" y="65"/>
                      <a:pt x="121" y="0"/>
                      <a:pt x="146" y="34"/>
                    </a:cubicBezTo>
                    <a:cubicBezTo>
                      <a:pt x="170" y="66"/>
                      <a:pt x="252" y="163"/>
                      <a:pt x="241" y="193"/>
                    </a:cubicBezTo>
                    <a:cubicBezTo>
                      <a:pt x="229" y="222"/>
                      <a:pt x="197" y="307"/>
                      <a:pt x="216" y="328"/>
                    </a:cubicBezTo>
                    <a:cubicBezTo>
                      <a:pt x="235" y="348"/>
                      <a:pt x="189" y="443"/>
                      <a:pt x="161" y="452"/>
                    </a:cubicBezTo>
                    <a:cubicBezTo>
                      <a:pt x="148" y="456"/>
                      <a:pt x="117" y="386"/>
                      <a:pt x="83" y="321"/>
                    </a:cubicBezTo>
                    <a:cubicBezTo>
                      <a:pt x="43" y="245"/>
                      <a:pt x="0" y="171"/>
                      <a:pt x="27" y="1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4"/>
              <p:cNvSpPr/>
              <p:nvPr/>
            </p:nvSpPr>
            <p:spPr>
              <a:xfrm>
                <a:off x="2364706" y="1271898"/>
                <a:ext cx="69086" cy="147799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61" extrusionOk="0">
                    <a:moveTo>
                      <a:pt x="100" y="248"/>
                    </a:moveTo>
                    <a:cubicBezTo>
                      <a:pt x="97" y="258"/>
                      <a:pt x="84" y="260"/>
                      <a:pt x="79" y="250"/>
                    </a:cubicBezTo>
                    <a:cubicBezTo>
                      <a:pt x="56" y="204"/>
                      <a:pt x="26" y="152"/>
                      <a:pt x="3" y="104"/>
                    </a:cubicBezTo>
                    <a:cubicBezTo>
                      <a:pt x="0" y="99"/>
                      <a:pt x="2" y="93"/>
                      <a:pt x="6" y="90"/>
                    </a:cubicBezTo>
                    <a:cubicBezTo>
                      <a:pt x="23" y="77"/>
                      <a:pt x="40" y="56"/>
                      <a:pt x="51" y="23"/>
                    </a:cubicBezTo>
                    <a:cubicBezTo>
                      <a:pt x="52" y="19"/>
                      <a:pt x="54" y="15"/>
                      <a:pt x="55" y="10"/>
                    </a:cubicBezTo>
                    <a:cubicBezTo>
                      <a:pt x="58" y="2"/>
                      <a:pt x="69" y="0"/>
                      <a:pt x="75" y="7"/>
                    </a:cubicBezTo>
                    <a:cubicBezTo>
                      <a:pt x="92" y="30"/>
                      <a:pt x="112" y="57"/>
                      <a:pt x="120" y="74"/>
                    </a:cubicBezTo>
                    <a:cubicBezTo>
                      <a:pt x="121" y="77"/>
                      <a:pt x="121" y="80"/>
                      <a:pt x="120" y="83"/>
                    </a:cubicBezTo>
                    <a:cubicBezTo>
                      <a:pt x="91" y="162"/>
                      <a:pt x="84" y="209"/>
                      <a:pt x="99" y="239"/>
                    </a:cubicBezTo>
                    <a:cubicBezTo>
                      <a:pt x="101" y="242"/>
                      <a:pt x="101" y="245"/>
                      <a:pt x="100" y="2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1776904" y="1532387"/>
                <a:ext cx="229911" cy="57420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1014" extrusionOk="0">
                    <a:moveTo>
                      <a:pt x="281" y="554"/>
                    </a:moveTo>
                    <a:cubicBezTo>
                      <a:pt x="252" y="521"/>
                      <a:pt x="107" y="517"/>
                      <a:pt x="72" y="495"/>
                    </a:cubicBezTo>
                    <a:cubicBezTo>
                      <a:pt x="53" y="483"/>
                      <a:pt x="40" y="464"/>
                      <a:pt x="37" y="441"/>
                    </a:cubicBezTo>
                    <a:cubicBezTo>
                      <a:pt x="15" y="307"/>
                      <a:pt x="153" y="264"/>
                      <a:pt x="254" y="268"/>
                    </a:cubicBezTo>
                    <a:cubicBezTo>
                      <a:pt x="243" y="217"/>
                      <a:pt x="210" y="125"/>
                      <a:pt x="178" y="84"/>
                    </a:cubicBezTo>
                    <a:cubicBezTo>
                      <a:pt x="151" y="50"/>
                      <a:pt x="81" y="18"/>
                      <a:pt x="28" y="0"/>
                    </a:cubicBezTo>
                    <a:cubicBezTo>
                      <a:pt x="17" y="47"/>
                      <a:pt x="2" y="171"/>
                      <a:pt x="1" y="422"/>
                    </a:cubicBezTo>
                    <a:cubicBezTo>
                      <a:pt x="0" y="584"/>
                      <a:pt x="74" y="612"/>
                      <a:pt x="164" y="612"/>
                    </a:cubicBezTo>
                    <a:cubicBezTo>
                      <a:pt x="239" y="612"/>
                      <a:pt x="298" y="646"/>
                      <a:pt x="311" y="716"/>
                    </a:cubicBezTo>
                    <a:cubicBezTo>
                      <a:pt x="342" y="863"/>
                      <a:pt x="221" y="1013"/>
                      <a:pt x="312" y="942"/>
                    </a:cubicBezTo>
                    <a:cubicBezTo>
                      <a:pt x="405" y="869"/>
                      <a:pt x="405" y="869"/>
                      <a:pt x="398" y="803"/>
                    </a:cubicBezTo>
                    <a:cubicBezTo>
                      <a:pt x="392" y="743"/>
                      <a:pt x="311" y="588"/>
                      <a:pt x="281" y="5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4"/>
              <p:cNvSpPr/>
              <p:nvPr/>
            </p:nvSpPr>
            <p:spPr>
              <a:xfrm>
                <a:off x="1805785" y="2290071"/>
                <a:ext cx="92870" cy="6625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17" extrusionOk="0">
                    <a:moveTo>
                      <a:pt x="1" y="0"/>
                    </a:moveTo>
                    <a:cubicBezTo>
                      <a:pt x="4" y="41"/>
                      <a:pt x="0" y="85"/>
                      <a:pt x="57" y="109"/>
                    </a:cubicBezTo>
                    <a:cubicBezTo>
                      <a:pt x="98" y="116"/>
                      <a:pt x="149" y="90"/>
                      <a:pt x="163" y="67"/>
                    </a:cubicBezTo>
                    <a:cubicBezTo>
                      <a:pt x="73" y="97"/>
                      <a:pt x="31" y="6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4"/>
              <p:cNvSpPr/>
              <p:nvPr/>
            </p:nvSpPr>
            <p:spPr>
              <a:xfrm>
                <a:off x="2066275" y="1673391"/>
                <a:ext cx="558355" cy="492664"/>
              </a:xfrm>
              <a:custGeom>
                <a:avLst/>
                <a:gdLst/>
                <a:ahLst/>
                <a:cxnLst/>
                <a:rect l="l" t="t" r="r" b="b"/>
                <a:pathLst>
                  <a:path w="986" h="870" extrusionOk="0">
                    <a:moveTo>
                      <a:pt x="881" y="60"/>
                    </a:moveTo>
                    <a:cubicBezTo>
                      <a:pt x="912" y="38"/>
                      <a:pt x="942" y="27"/>
                      <a:pt x="979" y="17"/>
                    </a:cubicBezTo>
                    <a:cubicBezTo>
                      <a:pt x="983" y="16"/>
                      <a:pt x="985" y="12"/>
                      <a:pt x="984" y="7"/>
                    </a:cubicBezTo>
                    <a:cubicBezTo>
                      <a:pt x="983" y="2"/>
                      <a:pt x="978" y="0"/>
                      <a:pt x="974" y="2"/>
                    </a:cubicBezTo>
                    <a:cubicBezTo>
                      <a:pt x="943" y="10"/>
                      <a:pt x="888" y="32"/>
                      <a:pt x="866" y="46"/>
                    </a:cubicBezTo>
                    <a:cubicBezTo>
                      <a:pt x="848" y="58"/>
                      <a:pt x="802" y="101"/>
                      <a:pt x="761" y="169"/>
                    </a:cubicBezTo>
                    <a:cubicBezTo>
                      <a:pt x="712" y="251"/>
                      <a:pt x="571" y="443"/>
                      <a:pt x="510" y="491"/>
                    </a:cubicBezTo>
                    <a:cubicBezTo>
                      <a:pt x="414" y="566"/>
                      <a:pt x="271" y="564"/>
                      <a:pt x="160" y="586"/>
                    </a:cubicBezTo>
                    <a:cubicBezTo>
                      <a:pt x="147" y="607"/>
                      <a:pt x="128" y="673"/>
                      <a:pt x="119" y="706"/>
                    </a:cubicBezTo>
                    <a:cubicBezTo>
                      <a:pt x="85" y="832"/>
                      <a:pt x="0" y="869"/>
                      <a:pt x="25" y="869"/>
                    </a:cubicBezTo>
                    <a:cubicBezTo>
                      <a:pt x="70" y="869"/>
                      <a:pt x="106" y="786"/>
                      <a:pt x="136" y="733"/>
                    </a:cubicBezTo>
                    <a:cubicBezTo>
                      <a:pt x="161" y="689"/>
                      <a:pt x="179" y="661"/>
                      <a:pt x="198" y="639"/>
                    </a:cubicBezTo>
                    <a:cubicBezTo>
                      <a:pt x="239" y="613"/>
                      <a:pt x="413" y="566"/>
                      <a:pt x="413" y="566"/>
                    </a:cubicBezTo>
                    <a:cubicBezTo>
                      <a:pt x="579" y="520"/>
                      <a:pt x="716" y="272"/>
                      <a:pt x="757" y="205"/>
                    </a:cubicBezTo>
                    <a:cubicBezTo>
                      <a:pt x="827" y="94"/>
                      <a:pt x="880" y="61"/>
                      <a:pt x="881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1680070" y="1775888"/>
                <a:ext cx="1011381" cy="740128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1307" extrusionOk="0">
                    <a:moveTo>
                      <a:pt x="1785" y="0"/>
                    </a:moveTo>
                    <a:cubicBezTo>
                      <a:pt x="1758" y="43"/>
                      <a:pt x="1741" y="66"/>
                      <a:pt x="1677" y="98"/>
                    </a:cubicBezTo>
                    <a:cubicBezTo>
                      <a:pt x="1613" y="130"/>
                      <a:pt x="1571" y="176"/>
                      <a:pt x="1524" y="248"/>
                    </a:cubicBezTo>
                    <a:cubicBezTo>
                      <a:pt x="1476" y="320"/>
                      <a:pt x="1388" y="410"/>
                      <a:pt x="1345" y="443"/>
                    </a:cubicBezTo>
                    <a:cubicBezTo>
                      <a:pt x="1302" y="476"/>
                      <a:pt x="1217" y="614"/>
                      <a:pt x="1150" y="705"/>
                    </a:cubicBezTo>
                    <a:cubicBezTo>
                      <a:pt x="1082" y="796"/>
                      <a:pt x="768" y="871"/>
                      <a:pt x="703" y="892"/>
                    </a:cubicBezTo>
                    <a:cubicBezTo>
                      <a:pt x="638" y="913"/>
                      <a:pt x="600" y="954"/>
                      <a:pt x="541" y="1018"/>
                    </a:cubicBezTo>
                    <a:cubicBezTo>
                      <a:pt x="482" y="1083"/>
                      <a:pt x="408" y="1163"/>
                      <a:pt x="359" y="1194"/>
                    </a:cubicBezTo>
                    <a:cubicBezTo>
                      <a:pt x="308" y="1224"/>
                      <a:pt x="112" y="1267"/>
                      <a:pt x="85" y="1251"/>
                    </a:cubicBezTo>
                    <a:cubicBezTo>
                      <a:pt x="58" y="1235"/>
                      <a:pt x="56" y="1096"/>
                      <a:pt x="56" y="1096"/>
                    </a:cubicBezTo>
                    <a:lnTo>
                      <a:pt x="0" y="1266"/>
                    </a:lnTo>
                    <a:cubicBezTo>
                      <a:pt x="0" y="1266"/>
                      <a:pt x="47" y="1286"/>
                      <a:pt x="49" y="1306"/>
                    </a:cubicBezTo>
                    <a:cubicBezTo>
                      <a:pt x="49" y="1306"/>
                      <a:pt x="60" y="1283"/>
                      <a:pt x="102" y="1283"/>
                    </a:cubicBezTo>
                    <a:cubicBezTo>
                      <a:pt x="144" y="1283"/>
                      <a:pt x="311" y="1247"/>
                      <a:pt x="365" y="1210"/>
                    </a:cubicBezTo>
                    <a:cubicBezTo>
                      <a:pt x="419" y="1173"/>
                      <a:pt x="532" y="1062"/>
                      <a:pt x="556" y="1027"/>
                    </a:cubicBezTo>
                    <a:cubicBezTo>
                      <a:pt x="581" y="991"/>
                      <a:pt x="659" y="916"/>
                      <a:pt x="713" y="906"/>
                    </a:cubicBezTo>
                    <a:cubicBezTo>
                      <a:pt x="768" y="896"/>
                      <a:pt x="1111" y="805"/>
                      <a:pt x="1162" y="719"/>
                    </a:cubicBezTo>
                    <a:cubicBezTo>
                      <a:pt x="1214" y="633"/>
                      <a:pt x="1323" y="475"/>
                      <a:pt x="1366" y="442"/>
                    </a:cubicBezTo>
                    <a:cubicBezTo>
                      <a:pt x="1410" y="410"/>
                      <a:pt x="1503" y="307"/>
                      <a:pt x="1536" y="253"/>
                    </a:cubicBezTo>
                    <a:cubicBezTo>
                      <a:pt x="1569" y="199"/>
                      <a:pt x="1619" y="135"/>
                      <a:pt x="1667" y="114"/>
                    </a:cubicBezTo>
                    <a:cubicBezTo>
                      <a:pt x="1714" y="93"/>
                      <a:pt x="1775" y="60"/>
                      <a:pt x="17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1701022" y="2959415"/>
                <a:ext cx="971174" cy="13024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230" extrusionOk="0">
                    <a:moveTo>
                      <a:pt x="0" y="28"/>
                    </a:moveTo>
                    <a:lnTo>
                      <a:pt x="13" y="38"/>
                    </a:lnTo>
                    <a:cubicBezTo>
                      <a:pt x="13" y="38"/>
                      <a:pt x="46" y="34"/>
                      <a:pt x="68" y="47"/>
                    </a:cubicBezTo>
                    <a:cubicBezTo>
                      <a:pt x="90" y="59"/>
                      <a:pt x="178" y="99"/>
                      <a:pt x="221" y="117"/>
                    </a:cubicBezTo>
                    <a:cubicBezTo>
                      <a:pt x="263" y="135"/>
                      <a:pt x="362" y="155"/>
                      <a:pt x="392" y="191"/>
                    </a:cubicBezTo>
                    <a:cubicBezTo>
                      <a:pt x="421" y="226"/>
                      <a:pt x="426" y="229"/>
                      <a:pt x="437" y="228"/>
                    </a:cubicBezTo>
                    <a:cubicBezTo>
                      <a:pt x="447" y="227"/>
                      <a:pt x="471" y="211"/>
                      <a:pt x="536" y="198"/>
                    </a:cubicBezTo>
                    <a:cubicBezTo>
                      <a:pt x="600" y="186"/>
                      <a:pt x="773" y="130"/>
                      <a:pt x="791" y="132"/>
                    </a:cubicBezTo>
                    <a:cubicBezTo>
                      <a:pt x="809" y="133"/>
                      <a:pt x="862" y="91"/>
                      <a:pt x="925" y="85"/>
                    </a:cubicBezTo>
                    <a:cubicBezTo>
                      <a:pt x="989" y="79"/>
                      <a:pt x="1022" y="72"/>
                      <a:pt x="1088" y="90"/>
                    </a:cubicBezTo>
                    <a:cubicBezTo>
                      <a:pt x="1153" y="108"/>
                      <a:pt x="1269" y="132"/>
                      <a:pt x="1416" y="120"/>
                    </a:cubicBezTo>
                    <a:cubicBezTo>
                      <a:pt x="1562" y="108"/>
                      <a:pt x="1706" y="39"/>
                      <a:pt x="1714" y="0"/>
                    </a:cubicBezTo>
                    <a:cubicBezTo>
                      <a:pt x="1714" y="0"/>
                      <a:pt x="1669" y="33"/>
                      <a:pt x="1600" y="58"/>
                    </a:cubicBezTo>
                    <a:cubicBezTo>
                      <a:pt x="1532" y="83"/>
                      <a:pt x="1448" y="98"/>
                      <a:pt x="1362" y="99"/>
                    </a:cubicBezTo>
                    <a:cubicBezTo>
                      <a:pt x="1276" y="101"/>
                      <a:pt x="1076" y="71"/>
                      <a:pt x="1014" y="61"/>
                    </a:cubicBezTo>
                    <a:cubicBezTo>
                      <a:pt x="976" y="55"/>
                      <a:pt x="963" y="50"/>
                      <a:pt x="945" y="57"/>
                    </a:cubicBezTo>
                    <a:cubicBezTo>
                      <a:pt x="927" y="62"/>
                      <a:pt x="800" y="112"/>
                      <a:pt x="733" y="134"/>
                    </a:cubicBezTo>
                    <a:cubicBezTo>
                      <a:pt x="667" y="157"/>
                      <a:pt x="455" y="208"/>
                      <a:pt x="437" y="202"/>
                    </a:cubicBezTo>
                    <a:cubicBezTo>
                      <a:pt x="419" y="197"/>
                      <a:pt x="403" y="161"/>
                      <a:pt x="345" y="145"/>
                    </a:cubicBezTo>
                    <a:cubicBezTo>
                      <a:pt x="287" y="130"/>
                      <a:pt x="171" y="81"/>
                      <a:pt x="147" y="67"/>
                    </a:cubicBezTo>
                    <a:cubicBezTo>
                      <a:pt x="123" y="53"/>
                      <a:pt x="21" y="28"/>
                      <a:pt x="14" y="18"/>
                    </a:cubicBezTo>
                    <a:cubicBezTo>
                      <a:pt x="7" y="8"/>
                      <a:pt x="0" y="28"/>
                      <a:pt x="0" y="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2" name="Google Shape;292;p24"/>
          <p:cNvGrpSpPr/>
          <p:nvPr/>
        </p:nvGrpSpPr>
        <p:grpSpPr>
          <a:xfrm>
            <a:off x="6142547" y="267450"/>
            <a:ext cx="1798200" cy="1798200"/>
            <a:chOff x="6142547" y="267450"/>
            <a:chExt cx="1798200" cy="1798200"/>
          </a:xfrm>
        </p:grpSpPr>
        <p:sp>
          <p:nvSpPr>
            <p:cNvPr id="293" name="Google Shape;293;p24"/>
            <p:cNvSpPr/>
            <p:nvPr/>
          </p:nvSpPr>
          <p:spPr>
            <a:xfrm>
              <a:off x="6142547" y="267450"/>
              <a:ext cx="1798200" cy="1798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294" name="Google Shape;294;p24"/>
            <p:cNvGrpSpPr/>
            <p:nvPr/>
          </p:nvGrpSpPr>
          <p:grpSpPr>
            <a:xfrm>
              <a:off x="6378646" y="567467"/>
              <a:ext cx="1284170" cy="1198030"/>
              <a:chOff x="6383591" y="1148720"/>
              <a:chExt cx="2565261" cy="2393667"/>
            </a:xfrm>
          </p:grpSpPr>
          <p:sp>
            <p:nvSpPr>
              <p:cNvPr id="295" name="Google Shape;295;p24"/>
              <p:cNvSpPr/>
              <p:nvPr/>
            </p:nvSpPr>
            <p:spPr>
              <a:xfrm>
                <a:off x="6948741" y="1510573"/>
                <a:ext cx="1570868" cy="1073667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1896" extrusionOk="0">
                    <a:moveTo>
                      <a:pt x="2752" y="806"/>
                    </a:moveTo>
                    <a:cubicBezTo>
                      <a:pt x="2741" y="839"/>
                      <a:pt x="2725" y="859"/>
                      <a:pt x="2702" y="885"/>
                    </a:cubicBezTo>
                    <a:cubicBezTo>
                      <a:pt x="2654" y="937"/>
                      <a:pt x="2343" y="1090"/>
                      <a:pt x="2287" y="1203"/>
                    </a:cubicBezTo>
                    <a:lnTo>
                      <a:pt x="2105" y="1277"/>
                    </a:lnTo>
                    <a:cubicBezTo>
                      <a:pt x="2090" y="1215"/>
                      <a:pt x="2089" y="1147"/>
                      <a:pt x="2134" y="1102"/>
                    </a:cubicBezTo>
                    <a:cubicBezTo>
                      <a:pt x="2235" y="998"/>
                      <a:pt x="2247" y="994"/>
                      <a:pt x="2303" y="976"/>
                    </a:cubicBezTo>
                    <a:cubicBezTo>
                      <a:pt x="2358" y="958"/>
                      <a:pt x="2490" y="928"/>
                      <a:pt x="2487" y="805"/>
                    </a:cubicBezTo>
                    <a:cubicBezTo>
                      <a:pt x="2486" y="727"/>
                      <a:pt x="2454" y="637"/>
                      <a:pt x="2392" y="562"/>
                    </a:cubicBezTo>
                    <a:cubicBezTo>
                      <a:pt x="2292" y="440"/>
                      <a:pt x="2089" y="322"/>
                      <a:pt x="1685" y="309"/>
                    </a:cubicBezTo>
                    <a:cubicBezTo>
                      <a:pt x="1341" y="296"/>
                      <a:pt x="1084" y="369"/>
                      <a:pt x="895" y="480"/>
                    </a:cubicBezTo>
                    <a:lnTo>
                      <a:pt x="895" y="480"/>
                    </a:lnTo>
                    <a:cubicBezTo>
                      <a:pt x="610" y="648"/>
                      <a:pt x="483" y="901"/>
                      <a:pt x="483" y="1079"/>
                    </a:cubicBezTo>
                    <a:cubicBezTo>
                      <a:pt x="483" y="1284"/>
                      <a:pt x="529" y="1428"/>
                      <a:pt x="618" y="1495"/>
                    </a:cubicBezTo>
                    <a:lnTo>
                      <a:pt x="680" y="1456"/>
                    </a:lnTo>
                    <a:lnTo>
                      <a:pt x="812" y="1372"/>
                    </a:lnTo>
                    <a:lnTo>
                      <a:pt x="965" y="1290"/>
                    </a:lnTo>
                    <a:lnTo>
                      <a:pt x="1021" y="1349"/>
                    </a:lnTo>
                    <a:lnTo>
                      <a:pt x="1098" y="1404"/>
                    </a:lnTo>
                    <a:lnTo>
                      <a:pt x="1231" y="1375"/>
                    </a:lnTo>
                    <a:lnTo>
                      <a:pt x="1291" y="1415"/>
                    </a:lnTo>
                    <a:lnTo>
                      <a:pt x="1269" y="1519"/>
                    </a:lnTo>
                    <a:lnTo>
                      <a:pt x="1054" y="1635"/>
                    </a:lnTo>
                    <a:lnTo>
                      <a:pt x="983" y="1750"/>
                    </a:lnTo>
                    <a:lnTo>
                      <a:pt x="933" y="1895"/>
                    </a:lnTo>
                    <a:lnTo>
                      <a:pt x="709" y="1764"/>
                    </a:lnTo>
                    <a:cubicBezTo>
                      <a:pt x="709" y="1764"/>
                      <a:pt x="683" y="1774"/>
                      <a:pt x="651" y="1776"/>
                    </a:cubicBezTo>
                    <a:cubicBezTo>
                      <a:pt x="626" y="1777"/>
                      <a:pt x="597" y="1774"/>
                      <a:pt x="574" y="1758"/>
                    </a:cubicBezTo>
                    <a:cubicBezTo>
                      <a:pt x="525" y="1764"/>
                      <a:pt x="493" y="1697"/>
                      <a:pt x="447" y="1712"/>
                    </a:cubicBezTo>
                    <a:cubicBezTo>
                      <a:pt x="478" y="1624"/>
                      <a:pt x="284" y="1362"/>
                      <a:pt x="235" y="1323"/>
                    </a:cubicBezTo>
                    <a:cubicBezTo>
                      <a:pt x="185" y="1284"/>
                      <a:pt x="125" y="1255"/>
                      <a:pt x="66" y="1144"/>
                    </a:cubicBezTo>
                    <a:lnTo>
                      <a:pt x="66" y="1144"/>
                    </a:lnTo>
                    <a:cubicBezTo>
                      <a:pt x="63" y="1135"/>
                      <a:pt x="0" y="932"/>
                      <a:pt x="118" y="777"/>
                    </a:cubicBezTo>
                    <a:cubicBezTo>
                      <a:pt x="238" y="618"/>
                      <a:pt x="415" y="522"/>
                      <a:pt x="478" y="413"/>
                    </a:cubicBezTo>
                    <a:cubicBezTo>
                      <a:pt x="530" y="320"/>
                      <a:pt x="585" y="252"/>
                      <a:pt x="568" y="177"/>
                    </a:cubicBezTo>
                    <a:cubicBezTo>
                      <a:pt x="567" y="171"/>
                      <a:pt x="564" y="162"/>
                      <a:pt x="562" y="157"/>
                    </a:cubicBezTo>
                    <a:cubicBezTo>
                      <a:pt x="562" y="156"/>
                      <a:pt x="561" y="154"/>
                      <a:pt x="561" y="154"/>
                    </a:cubicBezTo>
                    <a:cubicBezTo>
                      <a:pt x="564" y="158"/>
                      <a:pt x="573" y="172"/>
                      <a:pt x="589" y="180"/>
                    </a:cubicBezTo>
                    <a:cubicBezTo>
                      <a:pt x="609" y="191"/>
                      <a:pt x="630" y="191"/>
                      <a:pt x="651" y="184"/>
                    </a:cubicBezTo>
                    <a:lnTo>
                      <a:pt x="651" y="184"/>
                    </a:lnTo>
                    <a:cubicBezTo>
                      <a:pt x="707" y="166"/>
                      <a:pt x="895" y="72"/>
                      <a:pt x="1084" y="68"/>
                    </a:cubicBezTo>
                    <a:cubicBezTo>
                      <a:pt x="1184" y="66"/>
                      <a:pt x="1315" y="57"/>
                      <a:pt x="1414" y="37"/>
                    </a:cubicBezTo>
                    <a:cubicBezTo>
                      <a:pt x="1466" y="26"/>
                      <a:pt x="1505" y="14"/>
                      <a:pt x="1520" y="0"/>
                    </a:cubicBezTo>
                    <a:cubicBezTo>
                      <a:pt x="1520" y="2"/>
                      <a:pt x="1522" y="5"/>
                      <a:pt x="1527" y="9"/>
                    </a:cubicBezTo>
                    <a:cubicBezTo>
                      <a:pt x="1543" y="21"/>
                      <a:pt x="1575" y="21"/>
                      <a:pt x="1595" y="19"/>
                    </a:cubicBezTo>
                    <a:cubicBezTo>
                      <a:pt x="1666" y="14"/>
                      <a:pt x="1708" y="0"/>
                      <a:pt x="1773" y="17"/>
                    </a:cubicBezTo>
                    <a:cubicBezTo>
                      <a:pt x="1836" y="34"/>
                      <a:pt x="1885" y="43"/>
                      <a:pt x="1906" y="32"/>
                    </a:cubicBezTo>
                    <a:cubicBezTo>
                      <a:pt x="1907" y="31"/>
                      <a:pt x="1907" y="30"/>
                      <a:pt x="1909" y="30"/>
                    </a:cubicBezTo>
                    <a:lnTo>
                      <a:pt x="1909" y="30"/>
                    </a:lnTo>
                    <a:cubicBezTo>
                      <a:pt x="1909" y="31"/>
                      <a:pt x="1909" y="36"/>
                      <a:pt x="1915" y="41"/>
                    </a:cubicBezTo>
                    <a:cubicBezTo>
                      <a:pt x="1927" y="53"/>
                      <a:pt x="1951" y="62"/>
                      <a:pt x="1967" y="65"/>
                    </a:cubicBezTo>
                    <a:cubicBezTo>
                      <a:pt x="2010" y="75"/>
                      <a:pt x="2126" y="80"/>
                      <a:pt x="2218" y="113"/>
                    </a:cubicBezTo>
                    <a:cubicBezTo>
                      <a:pt x="2251" y="125"/>
                      <a:pt x="2272" y="138"/>
                      <a:pt x="2316" y="154"/>
                    </a:cubicBezTo>
                    <a:cubicBezTo>
                      <a:pt x="2333" y="161"/>
                      <a:pt x="2357" y="169"/>
                      <a:pt x="2375" y="172"/>
                    </a:cubicBezTo>
                    <a:cubicBezTo>
                      <a:pt x="2400" y="177"/>
                      <a:pt x="2410" y="172"/>
                      <a:pt x="2412" y="172"/>
                    </a:cubicBezTo>
                    <a:lnTo>
                      <a:pt x="2411" y="173"/>
                    </a:lnTo>
                    <a:cubicBezTo>
                      <a:pt x="2405" y="179"/>
                      <a:pt x="2428" y="199"/>
                      <a:pt x="2435" y="205"/>
                    </a:cubicBezTo>
                    <a:cubicBezTo>
                      <a:pt x="2481" y="243"/>
                      <a:pt x="2500" y="245"/>
                      <a:pt x="2567" y="287"/>
                    </a:cubicBezTo>
                    <a:cubicBezTo>
                      <a:pt x="2674" y="353"/>
                      <a:pt x="2746" y="437"/>
                      <a:pt x="2759" y="564"/>
                    </a:cubicBezTo>
                    <a:cubicBezTo>
                      <a:pt x="2766" y="634"/>
                      <a:pt x="2773" y="739"/>
                      <a:pt x="2752" y="8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4"/>
              <p:cNvSpPr/>
              <p:nvPr/>
            </p:nvSpPr>
            <p:spPr>
              <a:xfrm>
                <a:off x="7298704" y="2241642"/>
                <a:ext cx="381674" cy="34259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605" extrusionOk="0">
                    <a:moveTo>
                      <a:pt x="673" y="124"/>
                    </a:moveTo>
                    <a:lnTo>
                      <a:pt x="651" y="228"/>
                    </a:lnTo>
                    <a:lnTo>
                      <a:pt x="436" y="345"/>
                    </a:lnTo>
                    <a:lnTo>
                      <a:pt x="365" y="459"/>
                    </a:lnTo>
                    <a:lnTo>
                      <a:pt x="315" y="604"/>
                    </a:lnTo>
                    <a:lnTo>
                      <a:pt x="91" y="473"/>
                    </a:lnTo>
                    <a:cubicBezTo>
                      <a:pt x="91" y="473"/>
                      <a:pt x="65" y="483"/>
                      <a:pt x="34" y="485"/>
                    </a:cubicBezTo>
                    <a:cubicBezTo>
                      <a:pt x="12" y="428"/>
                      <a:pt x="0" y="381"/>
                      <a:pt x="14" y="370"/>
                    </a:cubicBezTo>
                    <a:cubicBezTo>
                      <a:pt x="56" y="338"/>
                      <a:pt x="176" y="391"/>
                      <a:pt x="258" y="370"/>
                    </a:cubicBezTo>
                    <a:cubicBezTo>
                      <a:pt x="301" y="360"/>
                      <a:pt x="365" y="311"/>
                      <a:pt x="352" y="281"/>
                    </a:cubicBezTo>
                    <a:cubicBezTo>
                      <a:pt x="339" y="251"/>
                      <a:pt x="314" y="247"/>
                      <a:pt x="226" y="268"/>
                    </a:cubicBezTo>
                    <a:cubicBezTo>
                      <a:pt x="110" y="296"/>
                      <a:pt x="40" y="228"/>
                      <a:pt x="40" y="228"/>
                    </a:cubicBezTo>
                    <a:lnTo>
                      <a:pt x="62" y="165"/>
                    </a:lnTo>
                    <a:lnTo>
                      <a:pt x="194" y="81"/>
                    </a:lnTo>
                    <a:lnTo>
                      <a:pt x="347" y="0"/>
                    </a:lnTo>
                    <a:lnTo>
                      <a:pt x="403" y="59"/>
                    </a:lnTo>
                    <a:lnTo>
                      <a:pt x="480" y="113"/>
                    </a:lnTo>
                    <a:lnTo>
                      <a:pt x="613" y="85"/>
                    </a:lnTo>
                    <a:lnTo>
                      <a:pt x="673" y="12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4"/>
              <p:cNvSpPr/>
              <p:nvPr/>
            </p:nvSpPr>
            <p:spPr>
              <a:xfrm>
                <a:off x="6974224" y="1533225"/>
                <a:ext cx="1526698" cy="916241"/>
              </a:xfrm>
              <a:custGeom>
                <a:avLst/>
                <a:gdLst/>
                <a:ahLst/>
                <a:cxnLst/>
                <a:rect l="l" t="t" r="r" b="b"/>
                <a:pathLst>
                  <a:path w="2696" h="1618" extrusionOk="0">
                    <a:moveTo>
                      <a:pt x="418" y="1555"/>
                    </a:moveTo>
                    <a:cubicBezTo>
                      <a:pt x="374" y="1451"/>
                      <a:pt x="258" y="1292"/>
                      <a:pt x="211" y="1256"/>
                    </a:cubicBezTo>
                    <a:cubicBezTo>
                      <a:pt x="160" y="1216"/>
                      <a:pt x="108" y="1191"/>
                      <a:pt x="54" y="1090"/>
                    </a:cubicBezTo>
                    <a:cubicBezTo>
                      <a:pt x="46" y="1064"/>
                      <a:pt x="0" y="891"/>
                      <a:pt x="101" y="759"/>
                    </a:cubicBezTo>
                    <a:cubicBezTo>
                      <a:pt x="219" y="602"/>
                      <a:pt x="396" y="508"/>
                      <a:pt x="464" y="390"/>
                    </a:cubicBezTo>
                    <a:cubicBezTo>
                      <a:pt x="507" y="314"/>
                      <a:pt x="554" y="251"/>
                      <a:pt x="561" y="183"/>
                    </a:cubicBezTo>
                    <a:cubicBezTo>
                      <a:pt x="583" y="186"/>
                      <a:pt x="621" y="177"/>
                      <a:pt x="666" y="159"/>
                    </a:cubicBezTo>
                    <a:cubicBezTo>
                      <a:pt x="745" y="127"/>
                      <a:pt x="894" y="66"/>
                      <a:pt x="1039" y="63"/>
                    </a:cubicBezTo>
                    <a:cubicBezTo>
                      <a:pt x="1146" y="61"/>
                      <a:pt x="1380" y="46"/>
                      <a:pt x="1471" y="3"/>
                    </a:cubicBezTo>
                    <a:cubicBezTo>
                      <a:pt x="1508" y="22"/>
                      <a:pt x="1564" y="14"/>
                      <a:pt x="1605" y="9"/>
                    </a:cubicBezTo>
                    <a:cubicBezTo>
                      <a:pt x="1648" y="4"/>
                      <a:pt x="1677" y="0"/>
                      <a:pt x="1719" y="11"/>
                    </a:cubicBezTo>
                    <a:cubicBezTo>
                      <a:pt x="1757" y="21"/>
                      <a:pt x="1813" y="36"/>
                      <a:pt x="1850" y="31"/>
                    </a:cubicBezTo>
                    <a:cubicBezTo>
                      <a:pt x="1883" y="58"/>
                      <a:pt x="1934" y="63"/>
                      <a:pt x="1976" y="68"/>
                    </a:cubicBezTo>
                    <a:cubicBezTo>
                      <a:pt x="2219" y="100"/>
                      <a:pt x="2177" y="154"/>
                      <a:pt x="2343" y="169"/>
                    </a:cubicBezTo>
                    <a:cubicBezTo>
                      <a:pt x="2384" y="218"/>
                      <a:pt x="2438" y="236"/>
                      <a:pt x="2503" y="277"/>
                    </a:cubicBezTo>
                    <a:cubicBezTo>
                      <a:pt x="2612" y="344"/>
                      <a:pt x="2667" y="424"/>
                      <a:pt x="2678" y="528"/>
                    </a:cubicBezTo>
                    <a:cubicBezTo>
                      <a:pt x="2682" y="567"/>
                      <a:pt x="2695" y="688"/>
                      <a:pt x="2673" y="755"/>
                    </a:cubicBezTo>
                    <a:cubicBezTo>
                      <a:pt x="2664" y="781"/>
                      <a:pt x="2652" y="798"/>
                      <a:pt x="2631" y="821"/>
                    </a:cubicBezTo>
                    <a:cubicBezTo>
                      <a:pt x="2593" y="863"/>
                      <a:pt x="2346" y="986"/>
                      <a:pt x="2244" y="1100"/>
                    </a:cubicBezTo>
                    <a:cubicBezTo>
                      <a:pt x="2221" y="1125"/>
                      <a:pt x="2192" y="1145"/>
                      <a:pt x="2160" y="1158"/>
                    </a:cubicBezTo>
                    <a:lnTo>
                      <a:pt x="2126" y="1172"/>
                    </a:lnTo>
                    <a:cubicBezTo>
                      <a:pt x="2106" y="1180"/>
                      <a:pt x="2085" y="1163"/>
                      <a:pt x="2089" y="1142"/>
                    </a:cubicBezTo>
                    <a:cubicBezTo>
                      <a:pt x="2092" y="1119"/>
                      <a:pt x="2101" y="1102"/>
                      <a:pt x="2114" y="1087"/>
                    </a:cubicBezTo>
                    <a:cubicBezTo>
                      <a:pt x="2212" y="988"/>
                      <a:pt x="2218" y="986"/>
                      <a:pt x="2281" y="967"/>
                    </a:cubicBezTo>
                    <a:cubicBezTo>
                      <a:pt x="2341" y="948"/>
                      <a:pt x="2481" y="906"/>
                      <a:pt x="2478" y="765"/>
                    </a:cubicBezTo>
                    <a:cubicBezTo>
                      <a:pt x="2476" y="674"/>
                      <a:pt x="2439" y="577"/>
                      <a:pt x="2375" y="500"/>
                    </a:cubicBezTo>
                    <a:cubicBezTo>
                      <a:pt x="2239" y="335"/>
                      <a:pt x="1992" y="255"/>
                      <a:pt x="1641" y="233"/>
                    </a:cubicBezTo>
                    <a:cubicBezTo>
                      <a:pt x="1116" y="202"/>
                      <a:pt x="421" y="504"/>
                      <a:pt x="403" y="1040"/>
                    </a:cubicBezTo>
                    <a:cubicBezTo>
                      <a:pt x="396" y="1224"/>
                      <a:pt x="433" y="1374"/>
                      <a:pt x="535" y="1471"/>
                    </a:cubicBezTo>
                    <a:cubicBezTo>
                      <a:pt x="565" y="1500"/>
                      <a:pt x="568" y="1548"/>
                      <a:pt x="538" y="1577"/>
                    </a:cubicBezTo>
                    <a:cubicBezTo>
                      <a:pt x="497" y="1617"/>
                      <a:pt x="437" y="1601"/>
                      <a:pt x="418" y="15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4"/>
              <p:cNvSpPr/>
              <p:nvPr/>
            </p:nvSpPr>
            <p:spPr>
              <a:xfrm>
                <a:off x="7468023" y="2297137"/>
                <a:ext cx="263888" cy="396962"/>
              </a:xfrm>
              <a:custGeom>
                <a:avLst/>
                <a:gdLst/>
                <a:ahLst/>
                <a:cxnLst/>
                <a:rect l="l" t="t" r="r" b="b"/>
                <a:pathLst>
                  <a:path w="466" h="701" extrusionOk="0">
                    <a:moveTo>
                      <a:pt x="17" y="447"/>
                    </a:moveTo>
                    <a:cubicBezTo>
                      <a:pt x="17" y="447"/>
                      <a:pt x="0" y="316"/>
                      <a:pt x="73" y="251"/>
                    </a:cubicBezTo>
                    <a:cubicBezTo>
                      <a:pt x="145" y="186"/>
                      <a:pt x="362" y="128"/>
                      <a:pt x="394" y="96"/>
                    </a:cubicBezTo>
                    <a:lnTo>
                      <a:pt x="386" y="46"/>
                    </a:lnTo>
                    <a:lnTo>
                      <a:pt x="431" y="0"/>
                    </a:lnTo>
                    <a:lnTo>
                      <a:pt x="465" y="137"/>
                    </a:lnTo>
                    <a:lnTo>
                      <a:pt x="131" y="486"/>
                    </a:lnTo>
                    <a:lnTo>
                      <a:pt x="84" y="700"/>
                    </a:lnTo>
                    <a:lnTo>
                      <a:pt x="15" y="638"/>
                    </a:lnTo>
                    <a:lnTo>
                      <a:pt x="17" y="44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7766454" y="1805606"/>
                <a:ext cx="514751" cy="358455"/>
              </a:xfrm>
              <a:custGeom>
                <a:avLst/>
                <a:gdLst/>
                <a:ahLst/>
                <a:cxnLst/>
                <a:rect l="l" t="t" r="r" b="b"/>
                <a:pathLst>
                  <a:path w="909" h="633" extrusionOk="0">
                    <a:moveTo>
                      <a:pt x="19" y="198"/>
                    </a:moveTo>
                    <a:lnTo>
                      <a:pt x="360" y="335"/>
                    </a:lnTo>
                    <a:lnTo>
                      <a:pt x="552" y="632"/>
                    </a:lnTo>
                    <a:lnTo>
                      <a:pt x="640" y="623"/>
                    </a:lnTo>
                    <a:lnTo>
                      <a:pt x="908" y="255"/>
                    </a:lnTo>
                    <a:lnTo>
                      <a:pt x="645" y="66"/>
                    </a:lnTo>
                    <a:lnTo>
                      <a:pt x="183" y="0"/>
                    </a:lnTo>
                    <a:lnTo>
                      <a:pt x="0" y="66"/>
                    </a:lnTo>
                    <a:lnTo>
                      <a:pt x="19" y="19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0" name="Google Shape;300;p24"/>
              <p:cNvSpPr/>
              <p:nvPr/>
            </p:nvSpPr>
            <p:spPr>
              <a:xfrm>
                <a:off x="7370056" y="1891680"/>
                <a:ext cx="620646" cy="351660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621" extrusionOk="0">
                    <a:moveTo>
                      <a:pt x="95" y="620"/>
                    </a:moveTo>
                    <a:lnTo>
                      <a:pt x="277" y="596"/>
                    </a:lnTo>
                    <a:lnTo>
                      <a:pt x="1095" y="405"/>
                    </a:lnTo>
                    <a:lnTo>
                      <a:pt x="1060" y="183"/>
                    </a:lnTo>
                    <a:lnTo>
                      <a:pt x="866" y="80"/>
                    </a:lnTo>
                    <a:lnTo>
                      <a:pt x="692" y="0"/>
                    </a:lnTo>
                    <a:lnTo>
                      <a:pt x="242" y="123"/>
                    </a:lnTo>
                    <a:lnTo>
                      <a:pt x="0" y="440"/>
                    </a:lnTo>
                    <a:lnTo>
                      <a:pt x="95" y="62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1" name="Google Shape;301;p24"/>
              <p:cNvSpPr/>
              <p:nvPr/>
            </p:nvSpPr>
            <p:spPr>
              <a:xfrm>
                <a:off x="7359297" y="1879222"/>
                <a:ext cx="806953" cy="1295082"/>
              </a:xfrm>
              <a:custGeom>
                <a:avLst/>
                <a:gdLst/>
                <a:ahLst/>
                <a:cxnLst/>
                <a:rect l="l" t="t" r="r" b="b"/>
                <a:pathLst>
                  <a:path w="1425" h="2287" extrusionOk="0">
                    <a:moveTo>
                      <a:pt x="1378" y="417"/>
                    </a:moveTo>
                    <a:cubicBezTo>
                      <a:pt x="1248" y="399"/>
                      <a:pt x="1205" y="313"/>
                      <a:pt x="1125" y="187"/>
                    </a:cubicBezTo>
                    <a:cubicBezTo>
                      <a:pt x="1045" y="60"/>
                      <a:pt x="844" y="45"/>
                      <a:pt x="844" y="45"/>
                    </a:cubicBezTo>
                    <a:lnTo>
                      <a:pt x="586" y="0"/>
                    </a:lnTo>
                    <a:lnTo>
                      <a:pt x="532" y="136"/>
                    </a:lnTo>
                    <a:cubicBezTo>
                      <a:pt x="532" y="136"/>
                      <a:pt x="871" y="31"/>
                      <a:pt x="1057" y="258"/>
                    </a:cubicBezTo>
                    <a:lnTo>
                      <a:pt x="994" y="504"/>
                    </a:lnTo>
                    <a:lnTo>
                      <a:pt x="485" y="593"/>
                    </a:lnTo>
                    <a:lnTo>
                      <a:pt x="478" y="687"/>
                    </a:lnTo>
                    <a:lnTo>
                      <a:pt x="604" y="695"/>
                    </a:lnTo>
                    <a:lnTo>
                      <a:pt x="660" y="771"/>
                    </a:lnTo>
                    <a:lnTo>
                      <a:pt x="653" y="850"/>
                    </a:lnTo>
                    <a:lnTo>
                      <a:pt x="383" y="1061"/>
                    </a:lnTo>
                    <a:lnTo>
                      <a:pt x="273" y="1396"/>
                    </a:lnTo>
                    <a:lnTo>
                      <a:pt x="165" y="1637"/>
                    </a:lnTo>
                    <a:lnTo>
                      <a:pt x="0" y="1744"/>
                    </a:lnTo>
                    <a:lnTo>
                      <a:pt x="57" y="2038"/>
                    </a:lnTo>
                    <a:lnTo>
                      <a:pt x="35" y="2286"/>
                    </a:lnTo>
                    <a:lnTo>
                      <a:pt x="297" y="2043"/>
                    </a:lnTo>
                    <a:lnTo>
                      <a:pt x="635" y="1197"/>
                    </a:lnTo>
                    <a:lnTo>
                      <a:pt x="1001" y="916"/>
                    </a:lnTo>
                    <a:lnTo>
                      <a:pt x="1203" y="968"/>
                    </a:lnTo>
                    <a:lnTo>
                      <a:pt x="1225" y="901"/>
                    </a:lnTo>
                    <a:lnTo>
                      <a:pt x="1239" y="764"/>
                    </a:lnTo>
                    <a:lnTo>
                      <a:pt x="1328" y="791"/>
                    </a:lnTo>
                    <a:lnTo>
                      <a:pt x="1424" y="791"/>
                    </a:lnTo>
                    <a:lnTo>
                      <a:pt x="1354" y="578"/>
                    </a:lnTo>
                    <a:lnTo>
                      <a:pt x="1337" y="521"/>
                    </a:lnTo>
                    <a:lnTo>
                      <a:pt x="1378" y="4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4"/>
              <p:cNvSpPr/>
              <p:nvPr/>
            </p:nvSpPr>
            <p:spPr>
              <a:xfrm>
                <a:off x="7892735" y="2323186"/>
                <a:ext cx="430941" cy="54646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965" extrusionOk="0">
                    <a:moveTo>
                      <a:pt x="760" y="155"/>
                    </a:moveTo>
                    <a:cubicBezTo>
                      <a:pt x="760" y="177"/>
                      <a:pt x="759" y="199"/>
                      <a:pt x="757" y="220"/>
                    </a:cubicBezTo>
                    <a:cubicBezTo>
                      <a:pt x="756" y="227"/>
                      <a:pt x="737" y="231"/>
                      <a:pt x="736" y="238"/>
                    </a:cubicBezTo>
                    <a:cubicBezTo>
                      <a:pt x="735" y="247"/>
                      <a:pt x="752" y="258"/>
                      <a:pt x="750" y="267"/>
                    </a:cubicBezTo>
                    <a:cubicBezTo>
                      <a:pt x="713" y="492"/>
                      <a:pt x="572" y="627"/>
                      <a:pt x="481" y="655"/>
                    </a:cubicBezTo>
                    <a:cubicBezTo>
                      <a:pt x="475" y="657"/>
                      <a:pt x="420" y="671"/>
                      <a:pt x="415" y="674"/>
                    </a:cubicBezTo>
                    <a:cubicBezTo>
                      <a:pt x="405" y="679"/>
                      <a:pt x="428" y="683"/>
                      <a:pt x="420" y="689"/>
                    </a:cubicBezTo>
                    <a:cubicBezTo>
                      <a:pt x="353" y="736"/>
                      <a:pt x="348" y="814"/>
                      <a:pt x="278" y="890"/>
                    </a:cubicBezTo>
                    <a:cubicBezTo>
                      <a:pt x="217" y="957"/>
                      <a:pt x="115" y="964"/>
                      <a:pt x="65" y="963"/>
                    </a:cubicBezTo>
                    <a:cubicBezTo>
                      <a:pt x="83" y="937"/>
                      <a:pt x="99" y="910"/>
                      <a:pt x="113" y="880"/>
                    </a:cubicBezTo>
                    <a:cubicBezTo>
                      <a:pt x="208" y="681"/>
                      <a:pt x="184" y="472"/>
                      <a:pt x="60" y="411"/>
                    </a:cubicBezTo>
                    <a:cubicBezTo>
                      <a:pt x="46" y="405"/>
                      <a:pt x="31" y="400"/>
                      <a:pt x="15" y="398"/>
                    </a:cubicBezTo>
                    <a:cubicBezTo>
                      <a:pt x="0" y="324"/>
                      <a:pt x="5" y="239"/>
                      <a:pt x="115" y="183"/>
                    </a:cubicBezTo>
                    <a:cubicBezTo>
                      <a:pt x="224" y="128"/>
                      <a:pt x="264" y="312"/>
                      <a:pt x="264" y="312"/>
                    </a:cubicBezTo>
                    <a:cubicBezTo>
                      <a:pt x="264" y="312"/>
                      <a:pt x="239" y="327"/>
                      <a:pt x="260" y="432"/>
                    </a:cubicBezTo>
                    <a:cubicBezTo>
                      <a:pt x="281" y="537"/>
                      <a:pt x="371" y="514"/>
                      <a:pt x="371" y="514"/>
                    </a:cubicBezTo>
                    <a:cubicBezTo>
                      <a:pt x="371" y="514"/>
                      <a:pt x="440" y="484"/>
                      <a:pt x="415" y="403"/>
                    </a:cubicBezTo>
                    <a:cubicBezTo>
                      <a:pt x="390" y="323"/>
                      <a:pt x="334" y="296"/>
                      <a:pt x="334" y="296"/>
                    </a:cubicBezTo>
                    <a:cubicBezTo>
                      <a:pt x="288" y="197"/>
                      <a:pt x="315" y="0"/>
                      <a:pt x="315" y="0"/>
                    </a:cubicBezTo>
                    <a:cubicBezTo>
                      <a:pt x="337" y="12"/>
                      <a:pt x="361" y="22"/>
                      <a:pt x="384" y="29"/>
                    </a:cubicBezTo>
                    <a:lnTo>
                      <a:pt x="384" y="29"/>
                    </a:lnTo>
                    <a:cubicBezTo>
                      <a:pt x="436" y="46"/>
                      <a:pt x="482" y="50"/>
                      <a:pt x="482" y="50"/>
                    </a:cubicBezTo>
                    <a:lnTo>
                      <a:pt x="542" y="72"/>
                    </a:lnTo>
                    <a:cubicBezTo>
                      <a:pt x="555" y="76"/>
                      <a:pt x="569" y="71"/>
                      <a:pt x="576" y="60"/>
                    </a:cubicBezTo>
                    <a:lnTo>
                      <a:pt x="594" y="28"/>
                    </a:lnTo>
                    <a:cubicBezTo>
                      <a:pt x="673" y="40"/>
                      <a:pt x="744" y="50"/>
                      <a:pt x="744" y="50"/>
                    </a:cubicBezTo>
                    <a:lnTo>
                      <a:pt x="760" y="15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4"/>
              <p:cNvSpPr/>
              <p:nvPr/>
            </p:nvSpPr>
            <p:spPr>
              <a:xfrm>
                <a:off x="7892735" y="2323186"/>
                <a:ext cx="430941" cy="54646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965" extrusionOk="0">
                    <a:moveTo>
                      <a:pt x="760" y="155"/>
                    </a:moveTo>
                    <a:cubicBezTo>
                      <a:pt x="760" y="177"/>
                      <a:pt x="759" y="199"/>
                      <a:pt x="757" y="220"/>
                    </a:cubicBezTo>
                    <a:cubicBezTo>
                      <a:pt x="756" y="227"/>
                      <a:pt x="737" y="231"/>
                      <a:pt x="736" y="238"/>
                    </a:cubicBezTo>
                    <a:cubicBezTo>
                      <a:pt x="735" y="247"/>
                      <a:pt x="753" y="258"/>
                      <a:pt x="751" y="267"/>
                    </a:cubicBezTo>
                    <a:cubicBezTo>
                      <a:pt x="713" y="493"/>
                      <a:pt x="573" y="627"/>
                      <a:pt x="481" y="655"/>
                    </a:cubicBezTo>
                    <a:cubicBezTo>
                      <a:pt x="475" y="657"/>
                      <a:pt x="421" y="671"/>
                      <a:pt x="415" y="674"/>
                    </a:cubicBezTo>
                    <a:cubicBezTo>
                      <a:pt x="405" y="678"/>
                      <a:pt x="429" y="683"/>
                      <a:pt x="420" y="689"/>
                    </a:cubicBezTo>
                    <a:cubicBezTo>
                      <a:pt x="353" y="736"/>
                      <a:pt x="348" y="814"/>
                      <a:pt x="278" y="890"/>
                    </a:cubicBezTo>
                    <a:cubicBezTo>
                      <a:pt x="218" y="957"/>
                      <a:pt x="116" y="964"/>
                      <a:pt x="65" y="963"/>
                    </a:cubicBezTo>
                    <a:cubicBezTo>
                      <a:pt x="83" y="937"/>
                      <a:pt x="99" y="910"/>
                      <a:pt x="113" y="880"/>
                    </a:cubicBezTo>
                    <a:cubicBezTo>
                      <a:pt x="209" y="681"/>
                      <a:pt x="185" y="472"/>
                      <a:pt x="60" y="411"/>
                    </a:cubicBezTo>
                    <a:cubicBezTo>
                      <a:pt x="46" y="405"/>
                      <a:pt x="31" y="400"/>
                      <a:pt x="16" y="398"/>
                    </a:cubicBezTo>
                    <a:cubicBezTo>
                      <a:pt x="0" y="324"/>
                      <a:pt x="5" y="239"/>
                      <a:pt x="115" y="183"/>
                    </a:cubicBezTo>
                    <a:cubicBezTo>
                      <a:pt x="190" y="145"/>
                      <a:pt x="233" y="220"/>
                      <a:pt x="252" y="270"/>
                    </a:cubicBezTo>
                    <a:cubicBezTo>
                      <a:pt x="226" y="288"/>
                      <a:pt x="196" y="303"/>
                      <a:pt x="159" y="315"/>
                    </a:cubicBezTo>
                    <a:cubicBezTo>
                      <a:pt x="159" y="315"/>
                      <a:pt x="77" y="330"/>
                      <a:pt x="104" y="377"/>
                    </a:cubicBezTo>
                    <a:cubicBezTo>
                      <a:pt x="130" y="424"/>
                      <a:pt x="211" y="467"/>
                      <a:pt x="202" y="570"/>
                    </a:cubicBezTo>
                    <a:cubicBezTo>
                      <a:pt x="194" y="673"/>
                      <a:pt x="120" y="878"/>
                      <a:pt x="172" y="870"/>
                    </a:cubicBezTo>
                    <a:cubicBezTo>
                      <a:pt x="224" y="861"/>
                      <a:pt x="354" y="723"/>
                      <a:pt x="358" y="699"/>
                    </a:cubicBezTo>
                    <a:cubicBezTo>
                      <a:pt x="361" y="675"/>
                      <a:pt x="267" y="669"/>
                      <a:pt x="249" y="661"/>
                    </a:cubicBezTo>
                    <a:cubicBezTo>
                      <a:pt x="231" y="654"/>
                      <a:pt x="243" y="640"/>
                      <a:pt x="271" y="640"/>
                    </a:cubicBezTo>
                    <a:cubicBezTo>
                      <a:pt x="300" y="640"/>
                      <a:pt x="403" y="646"/>
                      <a:pt x="444" y="635"/>
                    </a:cubicBezTo>
                    <a:cubicBezTo>
                      <a:pt x="485" y="624"/>
                      <a:pt x="581" y="564"/>
                      <a:pt x="628" y="492"/>
                    </a:cubicBezTo>
                    <a:cubicBezTo>
                      <a:pt x="674" y="421"/>
                      <a:pt x="736" y="273"/>
                      <a:pt x="723" y="262"/>
                    </a:cubicBezTo>
                    <a:cubicBezTo>
                      <a:pt x="711" y="251"/>
                      <a:pt x="578" y="254"/>
                      <a:pt x="530" y="275"/>
                    </a:cubicBezTo>
                    <a:cubicBezTo>
                      <a:pt x="481" y="296"/>
                      <a:pt x="452" y="277"/>
                      <a:pt x="503" y="254"/>
                    </a:cubicBezTo>
                    <a:cubicBezTo>
                      <a:pt x="555" y="231"/>
                      <a:pt x="686" y="226"/>
                      <a:pt x="697" y="217"/>
                    </a:cubicBezTo>
                    <a:cubicBezTo>
                      <a:pt x="708" y="208"/>
                      <a:pt x="698" y="194"/>
                      <a:pt x="627" y="189"/>
                    </a:cubicBezTo>
                    <a:cubicBezTo>
                      <a:pt x="557" y="185"/>
                      <a:pt x="404" y="104"/>
                      <a:pt x="385" y="103"/>
                    </a:cubicBezTo>
                    <a:cubicBezTo>
                      <a:pt x="373" y="102"/>
                      <a:pt x="361" y="157"/>
                      <a:pt x="313" y="214"/>
                    </a:cubicBezTo>
                    <a:cubicBezTo>
                      <a:pt x="300" y="116"/>
                      <a:pt x="316" y="0"/>
                      <a:pt x="316" y="0"/>
                    </a:cubicBezTo>
                    <a:cubicBezTo>
                      <a:pt x="337" y="12"/>
                      <a:pt x="362" y="22"/>
                      <a:pt x="385" y="29"/>
                    </a:cubicBezTo>
                    <a:lnTo>
                      <a:pt x="385" y="29"/>
                    </a:lnTo>
                    <a:cubicBezTo>
                      <a:pt x="436" y="46"/>
                      <a:pt x="482" y="50"/>
                      <a:pt x="482" y="50"/>
                    </a:cubicBezTo>
                    <a:lnTo>
                      <a:pt x="543" y="72"/>
                    </a:lnTo>
                    <a:cubicBezTo>
                      <a:pt x="555" y="76"/>
                      <a:pt x="570" y="71"/>
                      <a:pt x="576" y="60"/>
                    </a:cubicBezTo>
                    <a:lnTo>
                      <a:pt x="595" y="28"/>
                    </a:lnTo>
                    <a:cubicBezTo>
                      <a:pt x="674" y="40"/>
                      <a:pt x="745" y="50"/>
                      <a:pt x="745" y="50"/>
                    </a:cubicBezTo>
                    <a:lnTo>
                      <a:pt x="760" y="15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4"/>
              <p:cNvSpPr/>
              <p:nvPr/>
            </p:nvSpPr>
            <p:spPr>
              <a:xfrm>
                <a:off x="7936339" y="2380381"/>
                <a:ext cx="373180" cy="440566"/>
              </a:xfrm>
              <a:custGeom>
                <a:avLst/>
                <a:gdLst/>
                <a:ahLst/>
                <a:cxnLst/>
                <a:rect l="l" t="t" r="r" b="b"/>
                <a:pathLst>
                  <a:path w="659" h="778" extrusionOk="0">
                    <a:moveTo>
                      <a:pt x="551" y="391"/>
                    </a:moveTo>
                    <a:cubicBezTo>
                      <a:pt x="505" y="464"/>
                      <a:pt x="409" y="523"/>
                      <a:pt x="367" y="534"/>
                    </a:cubicBezTo>
                    <a:cubicBezTo>
                      <a:pt x="326" y="545"/>
                      <a:pt x="222" y="539"/>
                      <a:pt x="194" y="539"/>
                    </a:cubicBezTo>
                    <a:cubicBezTo>
                      <a:pt x="166" y="539"/>
                      <a:pt x="154" y="553"/>
                      <a:pt x="172" y="560"/>
                    </a:cubicBezTo>
                    <a:cubicBezTo>
                      <a:pt x="190" y="568"/>
                      <a:pt x="284" y="573"/>
                      <a:pt x="281" y="598"/>
                    </a:cubicBezTo>
                    <a:cubicBezTo>
                      <a:pt x="277" y="622"/>
                      <a:pt x="147" y="761"/>
                      <a:pt x="95" y="769"/>
                    </a:cubicBezTo>
                    <a:cubicBezTo>
                      <a:pt x="43" y="777"/>
                      <a:pt x="117" y="572"/>
                      <a:pt x="125" y="469"/>
                    </a:cubicBezTo>
                    <a:cubicBezTo>
                      <a:pt x="134" y="366"/>
                      <a:pt x="54" y="323"/>
                      <a:pt x="27" y="276"/>
                    </a:cubicBezTo>
                    <a:cubicBezTo>
                      <a:pt x="0" y="229"/>
                      <a:pt x="82" y="214"/>
                      <a:pt x="82" y="214"/>
                    </a:cubicBezTo>
                    <a:cubicBezTo>
                      <a:pt x="269" y="153"/>
                      <a:pt x="296" y="0"/>
                      <a:pt x="308" y="1"/>
                    </a:cubicBezTo>
                    <a:cubicBezTo>
                      <a:pt x="327" y="2"/>
                      <a:pt x="481" y="84"/>
                      <a:pt x="551" y="88"/>
                    </a:cubicBezTo>
                    <a:cubicBezTo>
                      <a:pt x="621" y="92"/>
                      <a:pt x="631" y="107"/>
                      <a:pt x="621" y="115"/>
                    </a:cubicBezTo>
                    <a:cubicBezTo>
                      <a:pt x="610" y="124"/>
                      <a:pt x="478" y="130"/>
                      <a:pt x="426" y="153"/>
                    </a:cubicBezTo>
                    <a:cubicBezTo>
                      <a:pt x="375" y="176"/>
                      <a:pt x="402" y="187"/>
                      <a:pt x="453" y="174"/>
                    </a:cubicBezTo>
                    <a:cubicBezTo>
                      <a:pt x="506" y="160"/>
                      <a:pt x="634" y="150"/>
                      <a:pt x="646" y="161"/>
                    </a:cubicBezTo>
                    <a:cubicBezTo>
                      <a:pt x="658" y="172"/>
                      <a:pt x="597" y="319"/>
                      <a:pt x="551" y="3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4"/>
              <p:cNvSpPr/>
              <p:nvPr/>
            </p:nvSpPr>
            <p:spPr>
              <a:xfrm>
                <a:off x="7526916" y="1886584"/>
                <a:ext cx="535703" cy="41961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741" extrusionOk="0">
                    <a:moveTo>
                      <a:pt x="0" y="460"/>
                    </a:moveTo>
                    <a:cubicBezTo>
                      <a:pt x="0" y="460"/>
                      <a:pt x="485" y="0"/>
                      <a:pt x="761" y="245"/>
                    </a:cubicBezTo>
                    <a:cubicBezTo>
                      <a:pt x="761" y="245"/>
                      <a:pt x="945" y="431"/>
                      <a:pt x="710" y="549"/>
                    </a:cubicBezTo>
                    <a:cubicBezTo>
                      <a:pt x="475" y="668"/>
                      <a:pt x="399" y="517"/>
                      <a:pt x="182" y="675"/>
                    </a:cubicBezTo>
                    <a:lnTo>
                      <a:pt x="108" y="740"/>
                    </a:lnTo>
                    <a:lnTo>
                      <a:pt x="38" y="719"/>
                    </a:lnTo>
                    <a:lnTo>
                      <a:pt x="0" y="605"/>
                    </a:lnTo>
                    <a:lnTo>
                      <a:pt x="0" y="46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4"/>
              <p:cNvSpPr/>
              <p:nvPr/>
            </p:nvSpPr>
            <p:spPr>
              <a:xfrm>
                <a:off x="7789105" y="2060432"/>
                <a:ext cx="112690" cy="81544"/>
              </a:xfrm>
              <a:custGeom>
                <a:avLst/>
                <a:gdLst/>
                <a:ahLst/>
                <a:cxnLst/>
                <a:rect l="l" t="t" r="r" b="b"/>
                <a:pathLst>
                  <a:path w="199" h="144" extrusionOk="0">
                    <a:moveTo>
                      <a:pt x="23" y="51"/>
                    </a:moveTo>
                    <a:cubicBezTo>
                      <a:pt x="10" y="65"/>
                      <a:pt x="0" y="83"/>
                      <a:pt x="4" y="101"/>
                    </a:cubicBezTo>
                    <a:cubicBezTo>
                      <a:pt x="7" y="118"/>
                      <a:pt x="22" y="131"/>
                      <a:pt x="38" y="137"/>
                    </a:cubicBezTo>
                    <a:cubicBezTo>
                      <a:pt x="54" y="143"/>
                      <a:pt x="72" y="142"/>
                      <a:pt x="89" y="141"/>
                    </a:cubicBezTo>
                    <a:cubicBezTo>
                      <a:pt x="112" y="139"/>
                      <a:pt x="135" y="134"/>
                      <a:pt x="155" y="122"/>
                    </a:cubicBezTo>
                    <a:cubicBezTo>
                      <a:pt x="198" y="95"/>
                      <a:pt x="197" y="33"/>
                      <a:pt x="146" y="15"/>
                    </a:cubicBezTo>
                    <a:cubicBezTo>
                      <a:pt x="107" y="0"/>
                      <a:pt x="50" y="22"/>
                      <a:pt x="23" y="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4"/>
              <p:cNvSpPr/>
              <p:nvPr/>
            </p:nvSpPr>
            <p:spPr>
              <a:xfrm>
                <a:off x="7162230" y="1148720"/>
                <a:ext cx="1786621" cy="1267901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2239" extrusionOk="0">
                    <a:moveTo>
                      <a:pt x="3144" y="1574"/>
                    </a:moveTo>
                    <a:cubicBezTo>
                      <a:pt x="3133" y="1819"/>
                      <a:pt x="2994" y="1902"/>
                      <a:pt x="2994" y="1902"/>
                    </a:cubicBezTo>
                    <a:cubicBezTo>
                      <a:pt x="2994" y="1902"/>
                      <a:pt x="3026" y="1955"/>
                      <a:pt x="2894" y="2077"/>
                    </a:cubicBezTo>
                    <a:cubicBezTo>
                      <a:pt x="2762" y="2198"/>
                      <a:pt x="2560" y="2143"/>
                      <a:pt x="2560" y="2143"/>
                    </a:cubicBezTo>
                    <a:cubicBezTo>
                      <a:pt x="2515" y="2181"/>
                      <a:pt x="2329" y="2220"/>
                      <a:pt x="2050" y="2229"/>
                    </a:cubicBezTo>
                    <a:cubicBezTo>
                      <a:pt x="1775" y="2238"/>
                      <a:pt x="1678" y="2108"/>
                      <a:pt x="1675" y="2103"/>
                    </a:cubicBezTo>
                    <a:cubicBezTo>
                      <a:pt x="1726" y="2120"/>
                      <a:pt x="1772" y="2124"/>
                      <a:pt x="1772" y="2124"/>
                    </a:cubicBezTo>
                    <a:lnTo>
                      <a:pt x="1833" y="2146"/>
                    </a:lnTo>
                    <a:cubicBezTo>
                      <a:pt x="1845" y="2150"/>
                      <a:pt x="1860" y="2145"/>
                      <a:pt x="1866" y="2134"/>
                    </a:cubicBezTo>
                    <a:lnTo>
                      <a:pt x="1867" y="2132"/>
                    </a:lnTo>
                    <a:cubicBezTo>
                      <a:pt x="1878" y="2113"/>
                      <a:pt x="1869" y="2088"/>
                      <a:pt x="1848" y="2081"/>
                    </a:cubicBezTo>
                    <a:lnTo>
                      <a:pt x="1789" y="2062"/>
                    </a:lnTo>
                    <a:cubicBezTo>
                      <a:pt x="1789" y="2062"/>
                      <a:pt x="1747" y="1994"/>
                      <a:pt x="1728" y="1917"/>
                    </a:cubicBezTo>
                    <a:lnTo>
                      <a:pt x="1728" y="1916"/>
                    </a:lnTo>
                    <a:lnTo>
                      <a:pt x="1786" y="1893"/>
                    </a:lnTo>
                    <a:cubicBezTo>
                      <a:pt x="1800" y="1887"/>
                      <a:pt x="1814" y="1881"/>
                      <a:pt x="1828" y="1874"/>
                    </a:cubicBezTo>
                    <a:cubicBezTo>
                      <a:pt x="1840" y="1868"/>
                      <a:pt x="1851" y="1862"/>
                      <a:pt x="1863" y="1855"/>
                    </a:cubicBezTo>
                    <a:cubicBezTo>
                      <a:pt x="1896" y="1835"/>
                      <a:pt x="1928" y="1811"/>
                      <a:pt x="1956" y="1784"/>
                    </a:cubicBezTo>
                    <a:cubicBezTo>
                      <a:pt x="2062" y="1681"/>
                      <a:pt x="2285" y="1568"/>
                      <a:pt x="2325" y="1524"/>
                    </a:cubicBezTo>
                    <a:cubicBezTo>
                      <a:pt x="2348" y="1498"/>
                      <a:pt x="2364" y="1479"/>
                      <a:pt x="2375" y="1445"/>
                    </a:cubicBezTo>
                    <a:cubicBezTo>
                      <a:pt x="2396" y="1379"/>
                      <a:pt x="2388" y="1273"/>
                      <a:pt x="2381" y="1204"/>
                    </a:cubicBezTo>
                    <a:cubicBezTo>
                      <a:pt x="2368" y="1077"/>
                      <a:pt x="2296" y="993"/>
                      <a:pt x="2190" y="926"/>
                    </a:cubicBezTo>
                    <a:cubicBezTo>
                      <a:pt x="2122" y="884"/>
                      <a:pt x="2104" y="882"/>
                      <a:pt x="2057" y="844"/>
                    </a:cubicBezTo>
                    <a:cubicBezTo>
                      <a:pt x="2050" y="838"/>
                      <a:pt x="2027" y="818"/>
                      <a:pt x="2034" y="812"/>
                    </a:cubicBezTo>
                    <a:lnTo>
                      <a:pt x="2035" y="811"/>
                    </a:lnTo>
                    <a:cubicBezTo>
                      <a:pt x="2034" y="811"/>
                      <a:pt x="2023" y="816"/>
                      <a:pt x="1998" y="811"/>
                    </a:cubicBezTo>
                    <a:cubicBezTo>
                      <a:pt x="1980" y="808"/>
                      <a:pt x="1956" y="800"/>
                      <a:pt x="1939" y="793"/>
                    </a:cubicBezTo>
                    <a:lnTo>
                      <a:pt x="1939" y="793"/>
                    </a:lnTo>
                    <a:cubicBezTo>
                      <a:pt x="1895" y="777"/>
                      <a:pt x="1874" y="764"/>
                      <a:pt x="1841" y="752"/>
                    </a:cubicBezTo>
                    <a:cubicBezTo>
                      <a:pt x="1749" y="719"/>
                      <a:pt x="1633" y="714"/>
                      <a:pt x="1590" y="704"/>
                    </a:cubicBezTo>
                    <a:cubicBezTo>
                      <a:pt x="1575" y="701"/>
                      <a:pt x="1550" y="692"/>
                      <a:pt x="1538" y="680"/>
                    </a:cubicBezTo>
                    <a:cubicBezTo>
                      <a:pt x="1532" y="674"/>
                      <a:pt x="1532" y="670"/>
                      <a:pt x="1532" y="669"/>
                    </a:cubicBezTo>
                    <a:lnTo>
                      <a:pt x="1532" y="669"/>
                    </a:lnTo>
                    <a:cubicBezTo>
                      <a:pt x="1531" y="669"/>
                      <a:pt x="1530" y="670"/>
                      <a:pt x="1529" y="671"/>
                    </a:cubicBezTo>
                    <a:cubicBezTo>
                      <a:pt x="1508" y="682"/>
                      <a:pt x="1459" y="673"/>
                      <a:pt x="1397" y="656"/>
                    </a:cubicBezTo>
                    <a:cubicBezTo>
                      <a:pt x="1331" y="639"/>
                      <a:pt x="1289" y="653"/>
                      <a:pt x="1219" y="658"/>
                    </a:cubicBezTo>
                    <a:cubicBezTo>
                      <a:pt x="1199" y="660"/>
                      <a:pt x="1167" y="660"/>
                      <a:pt x="1151" y="648"/>
                    </a:cubicBezTo>
                    <a:cubicBezTo>
                      <a:pt x="1146" y="644"/>
                      <a:pt x="1144" y="641"/>
                      <a:pt x="1143" y="639"/>
                    </a:cubicBezTo>
                    <a:cubicBezTo>
                      <a:pt x="1129" y="652"/>
                      <a:pt x="1090" y="665"/>
                      <a:pt x="1038" y="675"/>
                    </a:cubicBezTo>
                    <a:cubicBezTo>
                      <a:pt x="939" y="695"/>
                      <a:pt x="808" y="705"/>
                      <a:pt x="707" y="707"/>
                    </a:cubicBezTo>
                    <a:cubicBezTo>
                      <a:pt x="518" y="710"/>
                      <a:pt x="331" y="804"/>
                      <a:pt x="275" y="823"/>
                    </a:cubicBezTo>
                    <a:lnTo>
                      <a:pt x="275" y="823"/>
                    </a:lnTo>
                    <a:cubicBezTo>
                      <a:pt x="254" y="830"/>
                      <a:pt x="232" y="830"/>
                      <a:pt x="213" y="819"/>
                    </a:cubicBezTo>
                    <a:cubicBezTo>
                      <a:pt x="198" y="811"/>
                      <a:pt x="189" y="799"/>
                      <a:pt x="185" y="793"/>
                    </a:cubicBezTo>
                    <a:cubicBezTo>
                      <a:pt x="185" y="792"/>
                      <a:pt x="184" y="791"/>
                      <a:pt x="184" y="791"/>
                    </a:cubicBezTo>
                    <a:lnTo>
                      <a:pt x="184" y="791"/>
                    </a:lnTo>
                    <a:lnTo>
                      <a:pt x="184" y="791"/>
                    </a:lnTo>
                    <a:cubicBezTo>
                      <a:pt x="157" y="728"/>
                      <a:pt x="89" y="670"/>
                      <a:pt x="51" y="599"/>
                    </a:cubicBezTo>
                    <a:cubicBezTo>
                      <a:pt x="37" y="573"/>
                      <a:pt x="27" y="545"/>
                      <a:pt x="24" y="515"/>
                    </a:cubicBezTo>
                    <a:cubicBezTo>
                      <a:pt x="20" y="465"/>
                      <a:pt x="18" y="420"/>
                      <a:pt x="16" y="381"/>
                    </a:cubicBezTo>
                    <a:cubicBezTo>
                      <a:pt x="14" y="330"/>
                      <a:pt x="11" y="287"/>
                      <a:pt x="0" y="253"/>
                    </a:cubicBezTo>
                    <a:lnTo>
                      <a:pt x="0" y="252"/>
                    </a:lnTo>
                    <a:cubicBezTo>
                      <a:pt x="0" y="252"/>
                      <a:pt x="1" y="212"/>
                      <a:pt x="40" y="174"/>
                    </a:cubicBezTo>
                    <a:cubicBezTo>
                      <a:pt x="78" y="135"/>
                      <a:pt x="114" y="152"/>
                      <a:pt x="298" y="71"/>
                    </a:cubicBezTo>
                    <a:cubicBezTo>
                      <a:pt x="416" y="19"/>
                      <a:pt x="502" y="28"/>
                      <a:pt x="548" y="41"/>
                    </a:cubicBezTo>
                    <a:cubicBezTo>
                      <a:pt x="574" y="48"/>
                      <a:pt x="588" y="56"/>
                      <a:pt x="588" y="56"/>
                    </a:cubicBezTo>
                    <a:cubicBezTo>
                      <a:pt x="595" y="45"/>
                      <a:pt x="602" y="35"/>
                      <a:pt x="618" y="28"/>
                    </a:cubicBezTo>
                    <a:cubicBezTo>
                      <a:pt x="645" y="14"/>
                      <a:pt x="699" y="7"/>
                      <a:pt x="826" y="3"/>
                    </a:cubicBezTo>
                    <a:cubicBezTo>
                      <a:pt x="921" y="0"/>
                      <a:pt x="978" y="14"/>
                      <a:pt x="1013" y="29"/>
                    </a:cubicBezTo>
                    <a:cubicBezTo>
                      <a:pt x="1042" y="43"/>
                      <a:pt x="1076" y="46"/>
                      <a:pt x="1107" y="36"/>
                    </a:cubicBezTo>
                    <a:cubicBezTo>
                      <a:pt x="1142" y="25"/>
                      <a:pt x="1201" y="18"/>
                      <a:pt x="1303" y="27"/>
                    </a:cubicBezTo>
                    <a:cubicBezTo>
                      <a:pt x="1378" y="33"/>
                      <a:pt x="1428" y="44"/>
                      <a:pt x="1460" y="56"/>
                    </a:cubicBezTo>
                    <a:cubicBezTo>
                      <a:pt x="1464" y="58"/>
                      <a:pt x="1469" y="59"/>
                      <a:pt x="1473" y="61"/>
                    </a:cubicBezTo>
                    <a:cubicBezTo>
                      <a:pt x="1477" y="63"/>
                      <a:pt x="1481" y="64"/>
                      <a:pt x="1484" y="66"/>
                    </a:cubicBezTo>
                    <a:cubicBezTo>
                      <a:pt x="1504" y="76"/>
                      <a:pt x="1513" y="85"/>
                      <a:pt x="1517" y="92"/>
                    </a:cubicBezTo>
                    <a:cubicBezTo>
                      <a:pt x="1520" y="97"/>
                      <a:pt x="1520" y="101"/>
                      <a:pt x="1520" y="102"/>
                    </a:cubicBezTo>
                    <a:cubicBezTo>
                      <a:pt x="1525" y="95"/>
                      <a:pt x="1536" y="86"/>
                      <a:pt x="1556" y="77"/>
                    </a:cubicBezTo>
                    <a:lnTo>
                      <a:pt x="1556" y="77"/>
                    </a:lnTo>
                    <a:cubicBezTo>
                      <a:pt x="1605" y="56"/>
                      <a:pt x="1707" y="40"/>
                      <a:pt x="1906" y="80"/>
                    </a:cubicBezTo>
                    <a:cubicBezTo>
                      <a:pt x="2035" y="107"/>
                      <a:pt x="2112" y="138"/>
                      <a:pt x="2159" y="164"/>
                    </a:cubicBezTo>
                    <a:cubicBezTo>
                      <a:pt x="2164" y="167"/>
                      <a:pt x="2169" y="170"/>
                      <a:pt x="2173" y="173"/>
                    </a:cubicBezTo>
                    <a:cubicBezTo>
                      <a:pt x="2192" y="185"/>
                      <a:pt x="2204" y="195"/>
                      <a:pt x="2212" y="203"/>
                    </a:cubicBezTo>
                    <a:cubicBezTo>
                      <a:pt x="2223" y="215"/>
                      <a:pt x="2226" y="221"/>
                      <a:pt x="2226" y="221"/>
                    </a:cubicBezTo>
                    <a:cubicBezTo>
                      <a:pt x="2226" y="221"/>
                      <a:pt x="2238" y="218"/>
                      <a:pt x="2262" y="220"/>
                    </a:cubicBezTo>
                    <a:cubicBezTo>
                      <a:pt x="2264" y="220"/>
                      <a:pt x="2266" y="221"/>
                      <a:pt x="2268" y="221"/>
                    </a:cubicBezTo>
                    <a:cubicBezTo>
                      <a:pt x="2321" y="227"/>
                      <a:pt x="2425" y="256"/>
                      <a:pt x="2586" y="373"/>
                    </a:cubicBezTo>
                    <a:cubicBezTo>
                      <a:pt x="2740" y="484"/>
                      <a:pt x="2794" y="605"/>
                      <a:pt x="2813" y="681"/>
                    </a:cubicBezTo>
                    <a:lnTo>
                      <a:pt x="2813" y="681"/>
                    </a:lnTo>
                    <a:cubicBezTo>
                      <a:pt x="2819" y="704"/>
                      <a:pt x="2821" y="723"/>
                      <a:pt x="2822" y="736"/>
                    </a:cubicBezTo>
                    <a:cubicBezTo>
                      <a:pt x="2823" y="748"/>
                      <a:pt x="2829" y="759"/>
                      <a:pt x="2840" y="766"/>
                    </a:cubicBezTo>
                    <a:cubicBezTo>
                      <a:pt x="2847" y="770"/>
                      <a:pt x="2857" y="777"/>
                      <a:pt x="2868" y="787"/>
                    </a:cubicBezTo>
                    <a:cubicBezTo>
                      <a:pt x="2892" y="807"/>
                      <a:pt x="2924" y="839"/>
                      <a:pt x="2960" y="889"/>
                    </a:cubicBezTo>
                    <a:lnTo>
                      <a:pt x="2960" y="889"/>
                    </a:lnTo>
                    <a:cubicBezTo>
                      <a:pt x="2981" y="917"/>
                      <a:pt x="3003" y="951"/>
                      <a:pt x="3025" y="993"/>
                    </a:cubicBezTo>
                    <a:cubicBezTo>
                      <a:pt x="3134" y="1191"/>
                      <a:pt x="3065" y="1255"/>
                      <a:pt x="3065" y="1255"/>
                    </a:cubicBezTo>
                    <a:cubicBezTo>
                      <a:pt x="3065" y="1255"/>
                      <a:pt x="3154" y="1330"/>
                      <a:pt x="3144" y="157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4"/>
              <p:cNvSpPr/>
              <p:nvPr/>
            </p:nvSpPr>
            <p:spPr>
              <a:xfrm>
                <a:off x="6510438" y="1252916"/>
                <a:ext cx="766747" cy="90661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01" extrusionOk="0">
                    <a:moveTo>
                      <a:pt x="1331" y="727"/>
                    </a:moveTo>
                    <a:cubicBezTo>
                      <a:pt x="1314" y="768"/>
                      <a:pt x="1284" y="812"/>
                      <a:pt x="1252" y="868"/>
                    </a:cubicBezTo>
                    <a:cubicBezTo>
                      <a:pt x="1190" y="978"/>
                      <a:pt x="1013" y="1073"/>
                      <a:pt x="892" y="1232"/>
                    </a:cubicBezTo>
                    <a:cubicBezTo>
                      <a:pt x="773" y="1388"/>
                      <a:pt x="838" y="1593"/>
                      <a:pt x="841" y="1600"/>
                    </a:cubicBezTo>
                    <a:cubicBezTo>
                      <a:pt x="782" y="1489"/>
                      <a:pt x="615" y="1442"/>
                      <a:pt x="559" y="1425"/>
                    </a:cubicBezTo>
                    <a:cubicBezTo>
                      <a:pt x="530" y="1417"/>
                      <a:pt x="514" y="1420"/>
                      <a:pt x="506" y="1426"/>
                    </a:cubicBezTo>
                    <a:cubicBezTo>
                      <a:pt x="501" y="1429"/>
                      <a:pt x="494" y="1428"/>
                      <a:pt x="492" y="1422"/>
                    </a:cubicBezTo>
                    <a:cubicBezTo>
                      <a:pt x="460" y="1350"/>
                      <a:pt x="282" y="1336"/>
                      <a:pt x="227" y="1318"/>
                    </a:cubicBezTo>
                    <a:cubicBezTo>
                      <a:pt x="170" y="1301"/>
                      <a:pt x="92" y="1248"/>
                      <a:pt x="63" y="1226"/>
                    </a:cubicBezTo>
                    <a:cubicBezTo>
                      <a:pt x="61" y="1224"/>
                      <a:pt x="60" y="1224"/>
                      <a:pt x="59" y="1223"/>
                    </a:cubicBezTo>
                    <a:cubicBezTo>
                      <a:pt x="9" y="1188"/>
                      <a:pt x="0" y="1114"/>
                      <a:pt x="30" y="1024"/>
                    </a:cubicBezTo>
                    <a:cubicBezTo>
                      <a:pt x="60" y="934"/>
                      <a:pt x="166" y="788"/>
                      <a:pt x="209" y="727"/>
                    </a:cubicBezTo>
                    <a:cubicBezTo>
                      <a:pt x="253" y="666"/>
                      <a:pt x="299" y="568"/>
                      <a:pt x="356" y="497"/>
                    </a:cubicBezTo>
                    <a:cubicBezTo>
                      <a:pt x="412" y="426"/>
                      <a:pt x="489" y="426"/>
                      <a:pt x="489" y="426"/>
                    </a:cubicBezTo>
                    <a:cubicBezTo>
                      <a:pt x="491" y="410"/>
                      <a:pt x="559" y="287"/>
                      <a:pt x="623" y="216"/>
                    </a:cubicBezTo>
                    <a:cubicBezTo>
                      <a:pt x="626" y="213"/>
                      <a:pt x="629" y="209"/>
                      <a:pt x="634" y="205"/>
                    </a:cubicBezTo>
                    <a:cubicBezTo>
                      <a:pt x="714" y="136"/>
                      <a:pt x="976" y="48"/>
                      <a:pt x="1042" y="24"/>
                    </a:cubicBezTo>
                    <a:cubicBezTo>
                      <a:pt x="1112" y="0"/>
                      <a:pt x="1151" y="69"/>
                      <a:pt x="1151" y="69"/>
                    </a:cubicBezTo>
                    <a:cubicBezTo>
                      <a:pt x="1171" y="130"/>
                      <a:pt x="1164" y="216"/>
                      <a:pt x="1175" y="331"/>
                    </a:cubicBezTo>
                    <a:cubicBezTo>
                      <a:pt x="1186" y="445"/>
                      <a:pt x="1298" y="521"/>
                      <a:pt x="1334" y="607"/>
                    </a:cubicBezTo>
                    <a:cubicBezTo>
                      <a:pt x="1353" y="650"/>
                      <a:pt x="1348" y="687"/>
                      <a:pt x="1331" y="7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4"/>
              <p:cNvSpPr/>
              <p:nvPr/>
            </p:nvSpPr>
            <p:spPr>
              <a:xfrm>
                <a:off x="6541018" y="1252916"/>
                <a:ext cx="718612" cy="78373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384" extrusionOk="0">
                    <a:moveTo>
                      <a:pt x="1153" y="842"/>
                    </a:moveTo>
                    <a:cubicBezTo>
                      <a:pt x="1047" y="949"/>
                      <a:pt x="748" y="1094"/>
                      <a:pt x="709" y="1323"/>
                    </a:cubicBezTo>
                    <a:cubicBezTo>
                      <a:pt x="703" y="1359"/>
                      <a:pt x="661" y="1383"/>
                      <a:pt x="632" y="1363"/>
                    </a:cubicBezTo>
                    <a:cubicBezTo>
                      <a:pt x="530" y="1295"/>
                      <a:pt x="290" y="1269"/>
                      <a:pt x="186" y="1225"/>
                    </a:cubicBezTo>
                    <a:cubicBezTo>
                      <a:pt x="141" y="1207"/>
                      <a:pt x="67" y="1143"/>
                      <a:pt x="45" y="1098"/>
                    </a:cubicBezTo>
                    <a:cubicBezTo>
                      <a:pt x="0" y="1003"/>
                      <a:pt x="137" y="825"/>
                      <a:pt x="186" y="756"/>
                    </a:cubicBezTo>
                    <a:cubicBezTo>
                      <a:pt x="238" y="683"/>
                      <a:pt x="303" y="552"/>
                      <a:pt x="349" y="508"/>
                    </a:cubicBezTo>
                    <a:cubicBezTo>
                      <a:pt x="372" y="486"/>
                      <a:pt x="410" y="497"/>
                      <a:pt x="417" y="528"/>
                    </a:cubicBezTo>
                    <a:cubicBezTo>
                      <a:pt x="428" y="577"/>
                      <a:pt x="447" y="626"/>
                      <a:pt x="472" y="665"/>
                    </a:cubicBezTo>
                    <a:cubicBezTo>
                      <a:pt x="492" y="699"/>
                      <a:pt x="556" y="806"/>
                      <a:pt x="578" y="833"/>
                    </a:cubicBezTo>
                    <a:cubicBezTo>
                      <a:pt x="597" y="857"/>
                      <a:pt x="629" y="864"/>
                      <a:pt x="662" y="872"/>
                    </a:cubicBezTo>
                    <a:cubicBezTo>
                      <a:pt x="717" y="884"/>
                      <a:pt x="723" y="889"/>
                      <a:pt x="755" y="912"/>
                    </a:cubicBezTo>
                    <a:cubicBezTo>
                      <a:pt x="778" y="930"/>
                      <a:pt x="808" y="953"/>
                      <a:pt x="846" y="962"/>
                    </a:cubicBezTo>
                    <a:cubicBezTo>
                      <a:pt x="892" y="974"/>
                      <a:pt x="1034" y="893"/>
                      <a:pt x="1018" y="857"/>
                    </a:cubicBezTo>
                    <a:cubicBezTo>
                      <a:pt x="1008" y="834"/>
                      <a:pt x="913" y="885"/>
                      <a:pt x="878" y="885"/>
                    </a:cubicBezTo>
                    <a:cubicBezTo>
                      <a:pt x="851" y="885"/>
                      <a:pt x="824" y="862"/>
                      <a:pt x="803" y="846"/>
                    </a:cubicBezTo>
                    <a:cubicBezTo>
                      <a:pt x="767" y="818"/>
                      <a:pt x="750" y="806"/>
                      <a:pt x="681" y="788"/>
                    </a:cubicBezTo>
                    <a:cubicBezTo>
                      <a:pt x="668" y="785"/>
                      <a:pt x="650" y="780"/>
                      <a:pt x="645" y="776"/>
                    </a:cubicBezTo>
                    <a:cubicBezTo>
                      <a:pt x="621" y="735"/>
                      <a:pt x="578" y="659"/>
                      <a:pt x="549" y="616"/>
                    </a:cubicBezTo>
                    <a:cubicBezTo>
                      <a:pt x="504" y="544"/>
                      <a:pt x="494" y="466"/>
                      <a:pt x="490" y="453"/>
                    </a:cubicBezTo>
                    <a:cubicBezTo>
                      <a:pt x="484" y="434"/>
                      <a:pt x="486" y="414"/>
                      <a:pt x="495" y="397"/>
                    </a:cubicBezTo>
                    <a:cubicBezTo>
                      <a:pt x="515" y="362"/>
                      <a:pt x="546" y="264"/>
                      <a:pt x="579" y="205"/>
                    </a:cubicBezTo>
                    <a:cubicBezTo>
                      <a:pt x="659" y="136"/>
                      <a:pt x="921" y="48"/>
                      <a:pt x="987" y="24"/>
                    </a:cubicBezTo>
                    <a:cubicBezTo>
                      <a:pt x="1057" y="0"/>
                      <a:pt x="1096" y="69"/>
                      <a:pt x="1096" y="69"/>
                    </a:cubicBezTo>
                    <a:cubicBezTo>
                      <a:pt x="1092" y="124"/>
                      <a:pt x="1068" y="237"/>
                      <a:pt x="1078" y="335"/>
                    </a:cubicBezTo>
                    <a:cubicBezTo>
                      <a:pt x="1090" y="465"/>
                      <a:pt x="1207" y="546"/>
                      <a:pt x="1240" y="624"/>
                    </a:cubicBezTo>
                    <a:cubicBezTo>
                      <a:pt x="1268" y="688"/>
                      <a:pt x="1243" y="752"/>
                      <a:pt x="1153" y="8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4"/>
              <p:cNvSpPr/>
              <p:nvPr/>
            </p:nvSpPr>
            <p:spPr>
              <a:xfrm>
                <a:off x="6854738" y="1324267"/>
                <a:ext cx="360156" cy="38790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685" extrusionOk="0">
                    <a:moveTo>
                      <a:pt x="546" y="634"/>
                    </a:moveTo>
                    <a:cubicBezTo>
                      <a:pt x="498" y="684"/>
                      <a:pt x="386" y="656"/>
                      <a:pt x="321" y="656"/>
                    </a:cubicBezTo>
                    <a:cubicBezTo>
                      <a:pt x="283" y="656"/>
                      <a:pt x="233" y="611"/>
                      <a:pt x="181" y="583"/>
                    </a:cubicBezTo>
                    <a:cubicBezTo>
                      <a:pt x="152" y="568"/>
                      <a:pt x="127" y="545"/>
                      <a:pt x="111" y="517"/>
                    </a:cubicBezTo>
                    <a:cubicBezTo>
                      <a:pt x="93" y="487"/>
                      <a:pt x="74" y="456"/>
                      <a:pt x="60" y="433"/>
                    </a:cubicBezTo>
                    <a:cubicBezTo>
                      <a:pt x="19" y="370"/>
                      <a:pt x="0" y="301"/>
                      <a:pt x="13" y="277"/>
                    </a:cubicBezTo>
                    <a:cubicBezTo>
                      <a:pt x="88" y="131"/>
                      <a:pt x="295" y="22"/>
                      <a:pt x="417" y="2"/>
                    </a:cubicBezTo>
                    <a:cubicBezTo>
                      <a:pt x="434" y="0"/>
                      <a:pt x="450" y="11"/>
                      <a:pt x="451" y="28"/>
                    </a:cubicBezTo>
                    <a:cubicBezTo>
                      <a:pt x="456" y="73"/>
                      <a:pt x="455" y="134"/>
                      <a:pt x="462" y="206"/>
                    </a:cubicBezTo>
                    <a:cubicBezTo>
                      <a:pt x="474" y="336"/>
                      <a:pt x="584" y="414"/>
                      <a:pt x="610" y="476"/>
                    </a:cubicBezTo>
                    <a:cubicBezTo>
                      <a:pt x="635" y="533"/>
                      <a:pt x="546" y="634"/>
                      <a:pt x="546" y="6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4"/>
              <p:cNvSpPr/>
              <p:nvPr/>
            </p:nvSpPr>
            <p:spPr>
              <a:xfrm>
                <a:off x="6582923" y="1571732"/>
                <a:ext cx="412820" cy="402059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0" extrusionOk="0">
                    <a:moveTo>
                      <a:pt x="41" y="364"/>
                    </a:moveTo>
                    <a:cubicBezTo>
                      <a:pt x="71" y="309"/>
                      <a:pt x="109" y="278"/>
                      <a:pt x="137" y="241"/>
                    </a:cubicBezTo>
                    <a:cubicBezTo>
                      <a:pt x="165" y="202"/>
                      <a:pt x="175" y="167"/>
                      <a:pt x="219" y="94"/>
                    </a:cubicBezTo>
                    <a:cubicBezTo>
                      <a:pt x="235" y="68"/>
                      <a:pt x="252" y="39"/>
                      <a:pt x="267" y="16"/>
                    </a:cubicBezTo>
                    <a:cubicBezTo>
                      <a:pt x="278" y="0"/>
                      <a:pt x="302" y="2"/>
                      <a:pt x="309" y="21"/>
                    </a:cubicBezTo>
                    <a:cubicBezTo>
                      <a:pt x="339" y="108"/>
                      <a:pt x="395" y="199"/>
                      <a:pt x="447" y="262"/>
                    </a:cubicBezTo>
                    <a:cubicBezTo>
                      <a:pt x="514" y="345"/>
                      <a:pt x="624" y="374"/>
                      <a:pt x="711" y="417"/>
                    </a:cubicBezTo>
                    <a:cubicBezTo>
                      <a:pt x="725" y="424"/>
                      <a:pt x="728" y="444"/>
                      <a:pt x="716" y="455"/>
                    </a:cubicBezTo>
                    <a:cubicBezTo>
                      <a:pt x="605" y="562"/>
                      <a:pt x="609" y="634"/>
                      <a:pt x="555" y="670"/>
                    </a:cubicBezTo>
                    <a:cubicBezTo>
                      <a:pt x="498" y="709"/>
                      <a:pt x="0" y="441"/>
                      <a:pt x="41" y="3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6546114" y="1946610"/>
                <a:ext cx="441134" cy="232741"/>
              </a:xfrm>
              <a:custGeom>
                <a:avLst/>
                <a:gdLst/>
                <a:ahLst/>
                <a:cxnLst/>
                <a:rect l="l" t="t" r="r" b="b"/>
                <a:pathLst>
                  <a:path w="779" h="411" extrusionOk="0">
                    <a:moveTo>
                      <a:pt x="778" y="375"/>
                    </a:moveTo>
                    <a:lnTo>
                      <a:pt x="426" y="410"/>
                    </a:lnTo>
                    <a:cubicBezTo>
                      <a:pt x="426" y="410"/>
                      <a:pt x="62" y="49"/>
                      <a:pt x="0" y="0"/>
                    </a:cubicBezTo>
                    <a:cubicBezTo>
                      <a:pt x="30" y="22"/>
                      <a:pt x="108" y="76"/>
                      <a:pt x="164" y="93"/>
                    </a:cubicBezTo>
                    <a:cubicBezTo>
                      <a:pt x="219" y="110"/>
                      <a:pt x="397" y="125"/>
                      <a:pt x="429" y="197"/>
                    </a:cubicBezTo>
                    <a:cubicBezTo>
                      <a:pt x="432" y="202"/>
                      <a:pt x="438" y="203"/>
                      <a:pt x="443" y="200"/>
                    </a:cubicBezTo>
                    <a:cubicBezTo>
                      <a:pt x="452" y="195"/>
                      <a:pt x="468" y="191"/>
                      <a:pt x="496" y="200"/>
                    </a:cubicBezTo>
                    <a:cubicBezTo>
                      <a:pt x="551" y="218"/>
                      <a:pt x="718" y="264"/>
                      <a:pt x="778" y="375"/>
                    </a:cubicBezTo>
                    <a:close/>
                  </a:path>
                </a:pathLst>
              </a:custGeom>
              <a:solidFill>
                <a:srgbClr val="EDA5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4"/>
              <p:cNvSpPr/>
              <p:nvPr/>
            </p:nvSpPr>
            <p:spPr>
              <a:xfrm>
                <a:off x="6715999" y="2713354"/>
                <a:ext cx="163656" cy="304092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7" extrusionOk="0">
                    <a:moveTo>
                      <a:pt x="40" y="12"/>
                    </a:moveTo>
                    <a:cubicBezTo>
                      <a:pt x="40" y="12"/>
                      <a:pt x="0" y="300"/>
                      <a:pt x="131" y="536"/>
                    </a:cubicBezTo>
                    <a:lnTo>
                      <a:pt x="288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4"/>
              <p:cNvSpPr/>
              <p:nvPr/>
            </p:nvSpPr>
            <p:spPr>
              <a:xfrm>
                <a:off x="6383591" y="1934151"/>
                <a:ext cx="836966" cy="838661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481" extrusionOk="0">
                    <a:moveTo>
                      <a:pt x="1446" y="965"/>
                    </a:moveTo>
                    <a:lnTo>
                      <a:pt x="1308" y="1251"/>
                    </a:lnTo>
                    <a:lnTo>
                      <a:pt x="805" y="1414"/>
                    </a:lnTo>
                    <a:cubicBezTo>
                      <a:pt x="805" y="1414"/>
                      <a:pt x="744" y="1480"/>
                      <a:pt x="639" y="1458"/>
                    </a:cubicBezTo>
                    <a:cubicBezTo>
                      <a:pt x="534" y="1437"/>
                      <a:pt x="492" y="1479"/>
                      <a:pt x="385" y="1398"/>
                    </a:cubicBezTo>
                    <a:cubicBezTo>
                      <a:pt x="286" y="1324"/>
                      <a:pt x="175" y="1162"/>
                      <a:pt x="176" y="1063"/>
                    </a:cubicBezTo>
                    <a:cubicBezTo>
                      <a:pt x="176" y="1053"/>
                      <a:pt x="170" y="1045"/>
                      <a:pt x="160" y="1044"/>
                    </a:cubicBezTo>
                    <a:cubicBezTo>
                      <a:pt x="139" y="1039"/>
                      <a:pt x="102" y="1012"/>
                      <a:pt x="69" y="894"/>
                    </a:cubicBezTo>
                    <a:cubicBezTo>
                      <a:pt x="18" y="713"/>
                      <a:pt x="0" y="604"/>
                      <a:pt x="36" y="560"/>
                    </a:cubicBezTo>
                    <a:cubicBezTo>
                      <a:pt x="72" y="515"/>
                      <a:pt x="38" y="417"/>
                      <a:pt x="56" y="330"/>
                    </a:cubicBezTo>
                    <a:cubicBezTo>
                      <a:pt x="74" y="244"/>
                      <a:pt x="134" y="78"/>
                      <a:pt x="178" y="51"/>
                    </a:cubicBezTo>
                    <a:cubicBezTo>
                      <a:pt x="223" y="24"/>
                      <a:pt x="256" y="0"/>
                      <a:pt x="283" y="20"/>
                    </a:cubicBezTo>
                    <a:cubicBezTo>
                      <a:pt x="284" y="21"/>
                      <a:pt x="286" y="21"/>
                      <a:pt x="287" y="23"/>
                    </a:cubicBezTo>
                    <a:cubicBezTo>
                      <a:pt x="317" y="45"/>
                      <a:pt x="395" y="98"/>
                      <a:pt x="451" y="115"/>
                    </a:cubicBezTo>
                    <a:cubicBezTo>
                      <a:pt x="506" y="133"/>
                      <a:pt x="684" y="148"/>
                      <a:pt x="716" y="219"/>
                    </a:cubicBezTo>
                    <a:cubicBezTo>
                      <a:pt x="719" y="225"/>
                      <a:pt x="725" y="226"/>
                      <a:pt x="730" y="223"/>
                    </a:cubicBezTo>
                    <a:cubicBezTo>
                      <a:pt x="739" y="217"/>
                      <a:pt x="755" y="214"/>
                      <a:pt x="783" y="222"/>
                    </a:cubicBezTo>
                    <a:cubicBezTo>
                      <a:pt x="839" y="239"/>
                      <a:pt x="1006" y="286"/>
                      <a:pt x="1065" y="397"/>
                    </a:cubicBezTo>
                    <a:lnTo>
                      <a:pt x="1065" y="397"/>
                    </a:lnTo>
                    <a:cubicBezTo>
                      <a:pt x="1124" y="507"/>
                      <a:pt x="1183" y="537"/>
                      <a:pt x="1233" y="576"/>
                    </a:cubicBezTo>
                    <a:cubicBezTo>
                      <a:pt x="1282" y="615"/>
                      <a:pt x="1477" y="877"/>
                      <a:pt x="1446" y="9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4"/>
              <p:cNvSpPr/>
              <p:nvPr/>
            </p:nvSpPr>
            <p:spPr>
              <a:xfrm>
                <a:off x="6400013" y="1961899"/>
                <a:ext cx="771277" cy="757683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1338" extrusionOk="0">
                    <a:moveTo>
                      <a:pt x="1231" y="933"/>
                    </a:moveTo>
                    <a:cubicBezTo>
                      <a:pt x="1111" y="992"/>
                      <a:pt x="972" y="1036"/>
                      <a:pt x="874" y="1117"/>
                    </a:cubicBezTo>
                    <a:cubicBezTo>
                      <a:pt x="846" y="1140"/>
                      <a:pt x="825" y="1163"/>
                      <a:pt x="806" y="1185"/>
                    </a:cubicBezTo>
                    <a:cubicBezTo>
                      <a:pt x="697" y="1310"/>
                      <a:pt x="511" y="1337"/>
                      <a:pt x="374" y="1243"/>
                    </a:cubicBezTo>
                    <a:cubicBezTo>
                      <a:pt x="371" y="1241"/>
                      <a:pt x="367" y="1238"/>
                      <a:pt x="363" y="1235"/>
                    </a:cubicBezTo>
                    <a:cubicBezTo>
                      <a:pt x="264" y="1161"/>
                      <a:pt x="208" y="1075"/>
                      <a:pt x="209" y="995"/>
                    </a:cubicBezTo>
                    <a:cubicBezTo>
                      <a:pt x="209" y="982"/>
                      <a:pt x="205" y="970"/>
                      <a:pt x="198" y="960"/>
                    </a:cubicBezTo>
                    <a:cubicBezTo>
                      <a:pt x="209" y="936"/>
                      <a:pt x="229" y="916"/>
                      <a:pt x="253" y="908"/>
                    </a:cubicBezTo>
                    <a:cubicBezTo>
                      <a:pt x="270" y="901"/>
                      <a:pt x="284" y="901"/>
                      <a:pt x="303" y="901"/>
                    </a:cubicBezTo>
                    <a:cubicBezTo>
                      <a:pt x="341" y="901"/>
                      <a:pt x="377" y="899"/>
                      <a:pt x="494" y="895"/>
                    </a:cubicBezTo>
                    <a:cubicBezTo>
                      <a:pt x="758" y="886"/>
                      <a:pt x="730" y="885"/>
                      <a:pt x="784" y="886"/>
                    </a:cubicBezTo>
                    <a:cubicBezTo>
                      <a:pt x="807" y="887"/>
                      <a:pt x="845" y="888"/>
                      <a:pt x="868" y="888"/>
                    </a:cubicBezTo>
                    <a:cubicBezTo>
                      <a:pt x="955" y="888"/>
                      <a:pt x="1038" y="880"/>
                      <a:pt x="1098" y="817"/>
                    </a:cubicBezTo>
                    <a:cubicBezTo>
                      <a:pt x="1108" y="807"/>
                      <a:pt x="1108" y="790"/>
                      <a:pt x="1098" y="779"/>
                    </a:cubicBezTo>
                    <a:cubicBezTo>
                      <a:pt x="1088" y="768"/>
                      <a:pt x="1070" y="767"/>
                      <a:pt x="1058" y="778"/>
                    </a:cubicBezTo>
                    <a:cubicBezTo>
                      <a:pt x="985" y="845"/>
                      <a:pt x="861" y="816"/>
                      <a:pt x="726" y="819"/>
                    </a:cubicBezTo>
                    <a:cubicBezTo>
                      <a:pt x="637" y="821"/>
                      <a:pt x="524" y="829"/>
                      <a:pt x="424" y="835"/>
                    </a:cubicBezTo>
                    <a:cubicBezTo>
                      <a:pt x="415" y="836"/>
                      <a:pt x="406" y="828"/>
                      <a:pt x="407" y="819"/>
                    </a:cubicBezTo>
                    <a:cubicBezTo>
                      <a:pt x="408" y="766"/>
                      <a:pt x="393" y="697"/>
                      <a:pt x="382" y="613"/>
                    </a:cubicBezTo>
                    <a:cubicBezTo>
                      <a:pt x="379" y="572"/>
                      <a:pt x="377" y="537"/>
                      <a:pt x="381" y="463"/>
                    </a:cubicBezTo>
                    <a:cubicBezTo>
                      <a:pt x="383" y="444"/>
                      <a:pt x="388" y="378"/>
                      <a:pt x="399" y="330"/>
                    </a:cubicBezTo>
                    <a:cubicBezTo>
                      <a:pt x="403" y="313"/>
                      <a:pt x="389" y="298"/>
                      <a:pt x="373" y="299"/>
                    </a:cubicBezTo>
                    <a:cubicBezTo>
                      <a:pt x="361" y="299"/>
                      <a:pt x="351" y="308"/>
                      <a:pt x="349" y="320"/>
                    </a:cubicBezTo>
                    <a:cubicBezTo>
                      <a:pt x="332" y="387"/>
                      <a:pt x="318" y="512"/>
                      <a:pt x="323" y="600"/>
                    </a:cubicBezTo>
                    <a:cubicBezTo>
                      <a:pt x="327" y="663"/>
                      <a:pt x="344" y="749"/>
                      <a:pt x="344" y="805"/>
                    </a:cubicBezTo>
                    <a:cubicBezTo>
                      <a:pt x="344" y="824"/>
                      <a:pt x="328" y="840"/>
                      <a:pt x="309" y="841"/>
                    </a:cubicBezTo>
                    <a:cubicBezTo>
                      <a:pt x="277" y="842"/>
                      <a:pt x="258" y="843"/>
                      <a:pt x="232" y="853"/>
                    </a:cubicBezTo>
                    <a:cubicBezTo>
                      <a:pt x="195" y="868"/>
                      <a:pt x="164" y="898"/>
                      <a:pt x="147" y="935"/>
                    </a:cubicBezTo>
                    <a:cubicBezTo>
                      <a:pt x="126" y="927"/>
                      <a:pt x="93" y="904"/>
                      <a:pt x="74" y="835"/>
                    </a:cubicBezTo>
                    <a:cubicBezTo>
                      <a:pt x="53" y="764"/>
                      <a:pt x="0" y="576"/>
                      <a:pt x="34" y="534"/>
                    </a:cubicBezTo>
                    <a:cubicBezTo>
                      <a:pt x="81" y="474"/>
                      <a:pt x="43" y="374"/>
                      <a:pt x="61" y="289"/>
                    </a:cubicBezTo>
                    <a:cubicBezTo>
                      <a:pt x="81" y="193"/>
                      <a:pt x="140" y="49"/>
                      <a:pt x="167" y="34"/>
                    </a:cubicBezTo>
                    <a:cubicBezTo>
                      <a:pt x="185" y="22"/>
                      <a:pt x="220" y="0"/>
                      <a:pt x="231" y="0"/>
                    </a:cubicBezTo>
                    <a:cubicBezTo>
                      <a:pt x="243" y="9"/>
                      <a:pt x="339" y="79"/>
                      <a:pt x="410" y="102"/>
                    </a:cubicBezTo>
                    <a:cubicBezTo>
                      <a:pt x="460" y="117"/>
                      <a:pt x="632" y="136"/>
                      <a:pt x="654" y="186"/>
                    </a:cubicBezTo>
                    <a:cubicBezTo>
                      <a:pt x="656" y="222"/>
                      <a:pt x="659" y="323"/>
                      <a:pt x="657" y="355"/>
                    </a:cubicBezTo>
                    <a:cubicBezTo>
                      <a:pt x="649" y="452"/>
                      <a:pt x="637" y="490"/>
                      <a:pt x="632" y="585"/>
                    </a:cubicBezTo>
                    <a:cubicBezTo>
                      <a:pt x="630" y="613"/>
                      <a:pt x="629" y="665"/>
                      <a:pt x="636" y="705"/>
                    </a:cubicBezTo>
                    <a:cubicBezTo>
                      <a:pt x="638" y="718"/>
                      <a:pt x="648" y="727"/>
                      <a:pt x="661" y="727"/>
                    </a:cubicBezTo>
                    <a:cubicBezTo>
                      <a:pt x="678" y="726"/>
                      <a:pt x="689" y="712"/>
                      <a:pt x="686" y="697"/>
                    </a:cubicBezTo>
                    <a:cubicBezTo>
                      <a:pt x="681" y="667"/>
                      <a:pt x="681" y="633"/>
                      <a:pt x="683" y="588"/>
                    </a:cubicBezTo>
                    <a:cubicBezTo>
                      <a:pt x="686" y="540"/>
                      <a:pt x="692" y="505"/>
                      <a:pt x="699" y="466"/>
                    </a:cubicBezTo>
                    <a:cubicBezTo>
                      <a:pt x="709" y="402"/>
                      <a:pt x="724" y="271"/>
                      <a:pt x="723" y="205"/>
                    </a:cubicBezTo>
                    <a:cubicBezTo>
                      <a:pt x="732" y="205"/>
                      <a:pt x="744" y="209"/>
                      <a:pt x="750" y="211"/>
                    </a:cubicBezTo>
                    <a:cubicBezTo>
                      <a:pt x="805" y="228"/>
                      <a:pt x="954" y="272"/>
                      <a:pt x="1004" y="366"/>
                    </a:cubicBezTo>
                    <a:cubicBezTo>
                      <a:pt x="1066" y="483"/>
                      <a:pt x="1132" y="517"/>
                      <a:pt x="1181" y="556"/>
                    </a:cubicBezTo>
                    <a:cubicBezTo>
                      <a:pt x="1201" y="572"/>
                      <a:pt x="1259" y="643"/>
                      <a:pt x="1309" y="723"/>
                    </a:cubicBezTo>
                    <a:cubicBezTo>
                      <a:pt x="1310" y="724"/>
                      <a:pt x="1311" y="725"/>
                      <a:pt x="1311" y="726"/>
                    </a:cubicBezTo>
                    <a:cubicBezTo>
                      <a:pt x="1361" y="803"/>
                      <a:pt x="1313" y="891"/>
                      <a:pt x="1231" y="9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4"/>
              <p:cNvSpPr/>
              <p:nvPr/>
            </p:nvSpPr>
            <p:spPr>
              <a:xfrm>
                <a:off x="6432858" y="1979454"/>
                <a:ext cx="715215" cy="710681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1255" extrusionOk="0">
                    <a:moveTo>
                      <a:pt x="328" y="1161"/>
                    </a:moveTo>
                    <a:cubicBezTo>
                      <a:pt x="238" y="1094"/>
                      <a:pt x="190" y="1017"/>
                      <a:pt x="188" y="950"/>
                    </a:cubicBezTo>
                    <a:cubicBezTo>
                      <a:pt x="187" y="897"/>
                      <a:pt x="409" y="893"/>
                      <a:pt x="704" y="899"/>
                    </a:cubicBezTo>
                    <a:cubicBezTo>
                      <a:pt x="831" y="901"/>
                      <a:pt x="978" y="888"/>
                      <a:pt x="1067" y="797"/>
                    </a:cubicBezTo>
                    <a:cubicBezTo>
                      <a:pt x="1090" y="773"/>
                      <a:pt x="1091" y="735"/>
                      <a:pt x="1068" y="710"/>
                    </a:cubicBezTo>
                    <a:cubicBezTo>
                      <a:pt x="1044" y="684"/>
                      <a:pt x="1004" y="682"/>
                      <a:pt x="978" y="706"/>
                    </a:cubicBezTo>
                    <a:cubicBezTo>
                      <a:pt x="921" y="758"/>
                      <a:pt x="813" y="738"/>
                      <a:pt x="691" y="738"/>
                    </a:cubicBezTo>
                    <a:cubicBezTo>
                      <a:pt x="633" y="738"/>
                      <a:pt x="522" y="745"/>
                      <a:pt x="441" y="750"/>
                    </a:cubicBezTo>
                    <a:cubicBezTo>
                      <a:pt x="411" y="752"/>
                      <a:pt x="384" y="730"/>
                      <a:pt x="381" y="700"/>
                    </a:cubicBezTo>
                    <a:cubicBezTo>
                      <a:pt x="378" y="681"/>
                      <a:pt x="375" y="659"/>
                      <a:pt x="372" y="637"/>
                    </a:cubicBezTo>
                    <a:cubicBezTo>
                      <a:pt x="357" y="540"/>
                      <a:pt x="350" y="417"/>
                      <a:pt x="377" y="292"/>
                    </a:cubicBezTo>
                    <a:cubicBezTo>
                      <a:pt x="386" y="253"/>
                      <a:pt x="355" y="216"/>
                      <a:pt x="315" y="218"/>
                    </a:cubicBezTo>
                    <a:cubicBezTo>
                      <a:pt x="288" y="219"/>
                      <a:pt x="264" y="239"/>
                      <a:pt x="257" y="266"/>
                    </a:cubicBezTo>
                    <a:cubicBezTo>
                      <a:pt x="250" y="296"/>
                      <a:pt x="232" y="395"/>
                      <a:pt x="234" y="496"/>
                    </a:cubicBezTo>
                    <a:cubicBezTo>
                      <a:pt x="234" y="592"/>
                      <a:pt x="254" y="690"/>
                      <a:pt x="253" y="736"/>
                    </a:cubicBezTo>
                    <a:cubicBezTo>
                      <a:pt x="252" y="750"/>
                      <a:pt x="242" y="760"/>
                      <a:pt x="229" y="761"/>
                    </a:cubicBezTo>
                    <a:cubicBezTo>
                      <a:pt x="189" y="764"/>
                      <a:pt x="153" y="775"/>
                      <a:pt x="121" y="797"/>
                    </a:cubicBezTo>
                    <a:cubicBezTo>
                      <a:pt x="94" y="816"/>
                      <a:pt x="57" y="806"/>
                      <a:pt x="44" y="775"/>
                    </a:cubicBezTo>
                    <a:cubicBezTo>
                      <a:pt x="23" y="721"/>
                      <a:pt x="0" y="631"/>
                      <a:pt x="0" y="538"/>
                    </a:cubicBezTo>
                    <a:cubicBezTo>
                      <a:pt x="0" y="509"/>
                      <a:pt x="25" y="486"/>
                      <a:pt x="27" y="459"/>
                    </a:cubicBezTo>
                    <a:cubicBezTo>
                      <a:pt x="31" y="371"/>
                      <a:pt x="32" y="285"/>
                      <a:pt x="39" y="251"/>
                    </a:cubicBezTo>
                    <a:cubicBezTo>
                      <a:pt x="57" y="167"/>
                      <a:pt x="99" y="65"/>
                      <a:pt x="121" y="28"/>
                    </a:cubicBezTo>
                    <a:cubicBezTo>
                      <a:pt x="126" y="22"/>
                      <a:pt x="132" y="16"/>
                      <a:pt x="139" y="12"/>
                    </a:cubicBezTo>
                    <a:lnTo>
                      <a:pt x="139" y="11"/>
                    </a:lnTo>
                    <a:cubicBezTo>
                      <a:pt x="157" y="0"/>
                      <a:pt x="179" y="1"/>
                      <a:pt x="196" y="13"/>
                    </a:cubicBezTo>
                    <a:cubicBezTo>
                      <a:pt x="237" y="39"/>
                      <a:pt x="295" y="73"/>
                      <a:pt x="343" y="89"/>
                    </a:cubicBezTo>
                    <a:cubicBezTo>
                      <a:pt x="387" y="103"/>
                      <a:pt x="474" y="111"/>
                      <a:pt x="528" y="132"/>
                    </a:cubicBezTo>
                    <a:cubicBezTo>
                      <a:pt x="549" y="140"/>
                      <a:pt x="563" y="161"/>
                      <a:pt x="564" y="183"/>
                    </a:cubicBezTo>
                    <a:cubicBezTo>
                      <a:pt x="568" y="349"/>
                      <a:pt x="518" y="501"/>
                      <a:pt x="544" y="665"/>
                    </a:cubicBezTo>
                    <a:cubicBezTo>
                      <a:pt x="549" y="695"/>
                      <a:pt x="574" y="716"/>
                      <a:pt x="605" y="716"/>
                    </a:cubicBezTo>
                    <a:cubicBezTo>
                      <a:pt x="643" y="716"/>
                      <a:pt x="671" y="682"/>
                      <a:pt x="665" y="645"/>
                    </a:cubicBezTo>
                    <a:cubicBezTo>
                      <a:pt x="655" y="582"/>
                      <a:pt x="666" y="492"/>
                      <a:pt x="677" y="425"/>
                    </a:cubicBezTo>
                    <a:cubicBezTo>
                      <a:pt x="685" y="382"/>
                      <a:pt x="694" y="304"/>
                      <a:pt x="699" y="237"/>
                    </a:cubicBezTo>
                    <a:cubicBezTo>
                      <a:pt x="700" y="220"/>
                      <a:pt x="717" y="209"/>
                      <a:pt x="734" y="215"/>
                    </a:cubicBezTo>
                    <a:cubicBezTo>
                      <a:pt x="796" y="237"/>
                      <a:pt x="883" y="275"/>
                      <a:pt x="916" y="336"/>
                    </a:cubicBezTo>
                    <a:cubicBezTo>
                      <a:pt x="983" y="461"/>
                      <a:pt x="1052" y="498"/>
                      <a:pt x="1103" y="538"/>
                    </a:cubicBezTo>
                    <a:cubicBezTo>
                      <a:pt x="1117" y="549"/>
                      <a:pt x="1172" y="614"/>
                      <a:pt x="1223" y="695"/>
                    </a:cubicBezTo>
                    <a:cubicBezTo>
                      <a:pt x="1223" y="696"/>
                      <a:pt x="1224" y="697"/>
                      <a:pt x="1224" y="698"/>
                    </a:cubicBezTo>
                    <a:cubicBezTo>
                      <a:pt x="1262" y="759"/>
                      <a:pt x="1220" y="824"/>
                      <a:pt x="1158" y="855"/>
                    </a:cubicBezTo>
                    <a:cubicBezTo>
                      <a:pt x="1039" y="915"/>
                      <a:pt x="897" y="959"/>
                      <a:pt x="795" y="1044"/>
                    </a:cubicBezTo>
                    <a:cubicBezTo>
                      <a:pt x="763" y="1070"/>
                      <a:pt x="739" y="1096"/>
                      <a:pt x="722" y="1116"/>
                    </a:cubicBezTo>
                    <a:cubicBezTo>
                      <a:pt x="623" y="1230"/>
                      <a:pt x="451" y="1254"/>
                      <a:pt x="328" y="11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4"/>
              <p:cNvSpPr/>
              <p:nvPr/>
            </p:nvSpPr>
            <p:spPr>
              <a:xfrm>
                <a:off x="6756771" y="2066661"/>
                <a:ext cx="54363" cy="306924"/>
              </a:xfrm>
              <a:custGeom>
                <a:avLst/>
                <a:gdLst/>
                <a:ahLst/>
                <a:cxnLst/>
                <a:rect l="l" t="t" r="r" b="b"/>
                <a:pathLst>
                  <a:path w="96" h="542" extrusionOk="0">
                    <a:moveTo>
                      <a:pt x="7" y="519"/>
                    </a:moveTo>
                    <a:cubicBezTo>
                      <a:pt x="0" y="480"/>
                      <a:pt x="1" y="427"/>
                      <a:pt x="2" y="399"/>
                    </a:cubicBezTo>
                    <a:cubicBezTo>
                      <a:pt x="7" y="304"/>
                      <a:pt x="20" y="266"/>
                      <a:pt x="28" y="169"/>
                    </a:cubicBezTo>
                    <a:cubicBezTo>
                      <a:pt x="30" y="137"/>
                      <a:pt x="27" y="37"/>
                      <a:pt x="24" y="0"/>
                    </a:cubicBezTo>
                    <a:cubicBezTo>
                      <a:pt x="36" y="25"/>
                      <a:pt x="66" y="34"/>
                      <a:pt x="90" y="20"/>
                    </a:cubicBezTo>
                    <a:cubicBezTo>
                      <a:pt x="91" y="19"/>
                      <a:pt x="93" y="19"/>
                      <a:pt x="94" y="19"/>
                    </a:cubicBezTo>
                    <a:cubicBezTo>
                      <a:pt x="95" y="85"/>
                      <a:pt x="80" y="217"/>
                      <a:pt x="69" y="280"/>
                    </a:cubicBezTo>
                    <a:cubicBezTo>
                      <a:pt x="63" y="320"/>
                      <a:pt x="57" y="354"/>
                      <a:pt x="54" y="402"/>
                    </a:cubicBezTo>
                    <a:cubicBezTo>
                      <a:pt x="51" y="447"/>
                      <a:pt x="52" y="481"/>
                      <a:pt x="57" y="511"/>
                    </a:cubicBezTo>
                    <a:cubicBezTo>
                      <a:pt x="60" y="527"/>
                      <a:pt x="49" y="541"/>
                      <a:pt x="32" y="541"/>
                    </a:cubicBezTo>
                    <a:cubicBezTo>
                      <a:pt x="19" y="541"/>
                      <a:pt x="8" y="532"/>
                      <a:pt x="7" y="519"/>
                    </a:cubicBezTo>
                    <a:close/>
                  </a:path>
                </a:pathLst>
              </a:custGeom>
              <a:solidFill>
                <a:srgbClr val="EDA5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4"/>
              <p:cNvSpPr/>
              <p:nvPr/>
            </p:nvSpPr>
            <p:spPr>
              <a:xfrm>
                <a:off x="6483823" y="2130651"/>
                <a:ext cx="544197" cy="375444"/>
              </a:xfrm>
              <a:custGeom>
                <a:avLst/>
                <a:gdLst/>
                <a:ahLst/>
                <a:cxnLst/>
                <a:rect l="l" t="t" r="r" b="b"/>
                <a:pathLst>
                  <a:path w="961" h="663" extrusionOk="0">
                    <a:moveTo>
                      <a:pt x="950" y="519"/>
                    </a:moveTo>
                    <a:cubicBezTo>
                      <a:pt x="890" y="581"/>
                      <a:pt x="807" y="589"/>
                      <a:pt x="720" y="589"/>
                    </a:cubicBezTo>
                    <a:cubicBezTo>
                      <a:pt x="697" y="589"/>
                      <a:pt x="659" y="588"/>
                      <a:pt x="636" y="588"/>
                    </a:cubicBezTo>
                    <a:cubicBezTo>
                      <a:pt x="583" y="587"/>
                      <a:pt x="610" y="588"/>
                      <a:pt x="346" y="597"/>
                    </a:cubicBezTo>
                    <a:cubicBezTo>
                      <a:pt x="229" y="601"/>
                      <a:pt x="194" y="602"/>
                      <a:pt x="155" y="603"/>
                    </a:cubicBezTo>
                    <a:cubicBezTo>
                      <a:pt x="136" y="603"/>
                      <a:pt x="122" y="603"/>
                      <a:pt x="105" y="609"/>
                    </a:cubicBezTo>
                    <a:cubicBezTo>
                      <a:pt x="81" y="618"/>
                      <a:pt x="61" y="638"/>
                      <a:pt x="50" y="662"/>
                    </a:cubicBezTo>
                    <a:cubicBezTo>
                      <a:pt x="42" y="652"/>
                      <a:pt x="31" y="644"/>
                      <a:pt x="18" y="641"/>
                    </a:cubicBezTo>
                    <a:cubicBezTo>
                      <a:pt x="15" y="641"/>
                      <a:pt x="9" y="640"/>
                      <a:pt x="0" y="636"/>
                    </a:cubicBezTo>
                    <a:cubicBezTo>
                      <a:pt x="16" y="599"/>
                      <a:pt x="47" y="569"/>
                      <a:pt x="85" y="554"/>
                    </a:cubicBezTo>
                    <a:cubicBezTo>
                      <a:pt x="110" y="544"/>
                      <a:pt x="129" y="543"/>
                      <a:pt x="161" y="542"/>
                    </a:cubicBezTo>
                    <a:cubicBezTo>
                      <a:pt x="181" y="542"/>
                      <a:pt x="196" y="526"/>
                      <a:pt x="196" y="506"/>
                    </a:cubicBezTo>
                    <a:cubicBezTo>
                      <a:pt x="196" y="451"/>
                      <a:pt x="179" y="364"/>
                      <a:pt x="176" y="301"/>
                    </a:cubicBezTo>
                    <a:cubicBezTo>
                      <a:pt x="171" y="214"/>
                      <a:pt x="185" y="88"/>
                      <a:pt x="201" y="21"/>
                    </a:cubicBezTo>
                    <a:cubicBezTo>
                      <a:pt x="204" y="9"/>
                      <a:pt x="213" y="0"/>
                      <a:pt x="225" y="0"/>
                    </a:cubicBezTo>
                    <a:cubicBezTo>
                      <a:pt x="242" y="0"/>
                      <a:pt x="255" y="15"/>
                      <a:pt x="251" y="31"/>
                    </a:cubicBezTo>
                    <a:cubicBezTo>
                      <a:pt x="241" y="79"/>
                      <a:pt x="235" y="145"/>
                      <a:pt x="234" y="164"/>
                    </a:cubicBezTo>
                    <a:cubicBezTo>
                      <a:pt x="229" y="238"/>
                      <a:pt x="231" y="273"/>
                      <a:pt x="235" y="314"/>
                    </a:cubicBezTo>
                    <a:cubicBezTo>
                      <a:pt x="245" y="399"/>
                      <a:pt x="260" y="467"/>
                      <a:pt x="259" y="520"/>
                    </a:cubicBezTo>
                    <a:cubicBezTo>
                      <a:pt x="259" y="529"/>
                      <a:pt x="267" y="537"/>
                      <a:pt x="277" y="537"/>
                    </a:cubicBezTo>
                    <a:cubicBezTo>
                      <a:pt x="376" y="531"/>
                      <a:pt x="489" y="522"/>
                      <a:pt x="579" y="520"/>
                    </a:cubicBezTo>
                    <a:cubicBezTo>
                      <a:pt x="714" y="517"/>
                      <a:pt x="838" y="546"/>
                      <a:pt x="911" y="479"/>
                    </a:cubicBezTo>
                    <a:cubicBezTo>
                      <a:pt x="922" y="468"/>
                      <a:pt x="940" y="469"/>
                      <a:pt x="951" y="480"/>
                    </a:cubicBezTo>
                    <a:cubicBezTo>
                      <a:pt x="960" y="492"/>
                      <a:pt x="960" y="509"/>
                      <a:pt x="950" y="519"/>
                    </a:cubicBezTo>
                    <a:close/>
                  </a:path>
                </a:pathLst>
              </a:custGeom>
              <a:solidFill>
                <a:srgbClr val="EDA5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4"/>
              <p:cNvSpPr/>
              <p:nvPr/>
            </p:nvSpPr>
            <p:spPr>
              <a:xfrm>
                <a:off x="7123723" y="1684988"/>
                <a:ext cx="1236195" cy="1857398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3280" extrusionOk="0">
                    <a:moveTo>
                      <a:pt x="1297" y="0"/>
                    </a:moveTo>
                    <a:cubicBezTo>
                      <a:pt x="996" y="0"/>
                      <a:pt x="761" y="70"/>
                      <a:pt x="586" y="173"/>
                    </a:cubicBezTo>
                    <a:cubicBezTo>
                      <a:pt x="302" y="341"/>
                      <a:pt x="175" y="593"/>
                      <a:pt x="175" y="772"/>
                    </a:cubicBezTo>
                    <a:cubicBezTo>
                      <a:pt x="175" y="1060"/>
                      <a:pt x="266" y="1230"/>
                      <a:pt x="440" y="1230"/>
                    </a:cubicBezTo>
                    <a:cubicBezTo>
                      <a:pt x="605" y="1230"/>
                      <a:pt x="665" y="1092"/>
                      <a:pt x="662" y="1019"/>
                    </a:cubicBezTo>
                    <a:cubicBezTo>
                      <a:pt x="666" y="1038"/>
                      <a:pt x="674" y="1056"/>
                      <a:pt x="686" y="1075"/>
                    </a:cubicBezTo>
                    <a:cubicBezTo>
                      <a:pt x="686" y="1075"/>
                      <a:pt x="740" y="1144"/>
                      <a:pt x="825" y="1120"/>
                    </a:cubicBezTo>
                    <a:cubicBezTo>
                      <a:pt x="909" y="1096"/>
                      <a:pt x="967" y="1024"/>
                      <a:pt x="1018" y="1087"/>
                    </a:cubicBezTo>
                    <a:cubicBezTo>
                      <a:pt x="1070" y="1150"/>
                      <a:pt x="996" y="1207"/>
                      <a:pt x="962" y="1230"/>
                    </a:cubicBezTo>
                    <a:cubicBezTo>
                      <a:pt x="928" y="1252"/>
                      <a:pt x="650" y="1332"/>
                      <a:pt x="660" y="1643"/>
                    </a:cubicBezTo>
                    <a:cubicBezTo>
                      <a:pt x="660" y="1643"/>
                      <a:pt x="566" y="1895"/>
                      <a:pt x="554" y="1902"/>
                    </a:cubicBezTo>
                    <a:cubicBezTo>
                      <a:pt x="542" y="1910"/>
                      <a:pt x="382" y="2093"/>
                      <a:pt x="382" y="2093"/>
                    </a:cubicBezTo>
                    <a:lnTo>
                      <a:pt x="431" y="2222"/>
                    </a:lnTo>
                    <a:lnTo>
                      <a:pt x="432" y="2439"/>
                    </a:lnTo>
                    <a:lnTo>
                      <a:pt x="357" y="2515"/>
                    </a:lnTo>
                    <a:lnTo>
                      <a:pt x="142" y="2734"/>
                    </a:lnTo>
                    <a:cubicBezTo>
                      <a:pt x="142" y="2734"/>
                      <a:pt x="36" y="2978"/>
                      <a:pt x="0" y="3161"/>
                    </a:cubicBezTo>
                    <a:cubicBezTo>
                      <a:pt x="0" y="3161"/>
                      <a:pt x="78" y="3248"/>
                      <a:pt x="224" y="3271"/>
                    </a:cubicBezTo>
                    <a:cubicBezTo>
                      <a:pt x="273" y="3279"/>
                      <a:pt x="330" y="3279"/>
                      <a:pt x="393" y="3266"/>
                    </a:cubicBezTo>
                    <a:cubicBezTo>
                      <a:pt x="472" y="3250"/>
                      <a:pt x="561" y="3215"/>
                      <a:pt x="660" y="3149"/>
                    </a:cubicBezTo>
                    <a:cubicBezTo>
                      <a:pt x="660" y="3149"/>
                      <a:pt x="685" y="2972"/>
                      <a:pt x="857" y="2711"/>
                    </a:cubicBezTo>
                    <a:cubicBezTo>
                      <a:pt x="1029" y="2450"/>
                      <a:pt x="1062" y="2403"/>
                      <a:pt x="1073" y="2258"/>
                    </a:cubicBezTo>
                    <a:cubicBezTo>
                      <a:pt x="948" y="2198"/>
                      <a:pt x="924" y="1988"/>
                      <a:pt x="1019" y="1789"/>
                    </a:cubicBezTo>
                    <a:cubicBezTo>
                      <a:pt x="1092" y="1639"/>
                      <a:pt x="1211" y="1538"/>
                      <a:pt x="1320" y="1524"/>
                    </a:cubicBezTo>
                    <a:cubicBezTo>
                      <a:pt x="1338" y="1522"/>
                      <a:pt x="1357" y="1522"/>
                      <a:pt x="1374" y="1525"/>
                    </a:cubicBezTo>
                    <a:cubicBezTo>
                      <a:pt x="1359" y="1450"/>
                      <a:pt x="1364" y="1366"/>
                      <a:pt x="1473" y="1310"/>
                    </a:cubicBezTo>
                    <a:cubicBezTo>
                      <a:pt x="1583" y="1255"/>
                      <a:pt x="1623" y="1439"/>
                      <a:pt x="1623" y="1439"/>
                    </a:cubicBezTo>
                    <a:cubicBezTo>
                      <a:pt x="1623" y="1439"/>
                      <a:pt x="1598" y="1454"/>
                      <a:pt x="1619" y="1559"/>
                    </a:cubicBezTo>
                    <a:cubicBezTo>
                      <a:pt x="1626" y="1595"/>
                      <a:pt x="1642" y="1616"/>
                      <a:pt x="1659" y="1629"/>
                    </a:cubicBezTo>
                    <a:cubicBezTo>
                      <a:pt x="1703" y="1659"/>
                      <a:pt x="1767" y="1634"/>
                      <a:pt x="1778" y="1582"/>
                    </a:cubicBezTo>
                    <a:cubicBezTo>
                      <a:pt x="1780" y="1567"/>
                      <a:pt x="1780" y="1550"/>
                      <a:pt x="1774" y="1530"/>
                    </a:cubicBezTo>
                    <a:cubicBezTo>
                      <a:pt x="1749" y="1450"/>
                      <a:pt x="1693" y="1423"/>
                      <a:pt x="1693" y="1423"/>
                    </a:cubicBezTo>
                    <a:cubicBezTo>
                      <a:pt x="1647" y="1324"/>
                      <a:pt x="1674" y="1127"/>
                      <a:pt x="1674" y="1127"/>
                    </a:cubicBezTo>
                    <a:cubicBezTo>
                      <a:pt x="1696" y="1139"/>
                      <a:pt x="1720" y="1149"/>
                      <a:pt x="1743" y="1156"/>
                    </a:cubicBezTo>
                    <a:lnTo>
                      <a:pt x="1743" y="1156"/>
                    </a:lnTo>
                    <a:cubicBezTo>
                      <a:pt x="1795" y="1173"/>
                      <a:pt x="1841" y="1177"/>
                      <a:pt x="1841" y="1177"/>
                    </a:cubicBezTo>
                    <a:lnTo>
                      <a:pt x="1901" y="1199"/>
                    </a:lnTo>
                    <a:cubicBezTo>
                      <a:pt x="1913" y="1203"/>
                      <a:pt x="1927" y="1198"/>
                      <a:pt x="1934" y="1187"/>
                    </a:cubicBezTo>
                    <a:lnTo>
                      <a:pt x="1935" y="1186"/>
                    </a:lnTo>
                    <a:cubicBezTo>
                      <a:pt x="1947" y="1167"/>
                      <a:pt x="1938" y="1142"/>
                      <a:pt x="1916" y="1134"/>
                    </a:cubicBezTo>
                    <a:lnTo>
                      <a:pt x="1858" y="1115"/>
                    </a:lnTo>
                    <a:cubicBezTo>
                      <a:pt x="1858" y="1115"/>
                      <a:pt x="1724" y="898"/>
                      <a:pt x="1825" y="795"/>
                    </a:cubicBezTo>
                    <a:cubicBezTo>
                      <a:pt x="1926" y="692"/>
                      <a:pt x="1940" y="687"/>
                      <a:pt x="1995" y="669"/>
                    </a:cubicBezTo>
                    <a:cubicBezTo>
                      <a:pt x="2051" y="651"/>
                      <a:pt x="2182" y="620"/>
                      <a:pt x="2179" y="498"/>
                    </a:cubicBezTo>
                    <a:cubicBezTo>
                      <a:pt x="2176" y="374"/>
                      <a:pt x="2088" y="0"/>
                      <a:pt x="1297" y="0"/>
                    </a:cubicBezTo>
                    <a:moveTo>
                      <a:pt x="1865" y="674"/>
                    </a:moveTo>
                    <a:cubicBezTo>
                      <a:pt x="1847" y="704"/>
                      <a:pt x="1789" y="763"/>
                      <a:pt x="1772" y="792"/>
                    </a:cubicBezTo>
                    <a:cubicBezTo>
                      <a:pt x="1772" y="792"/>
                      <a:pt x="1657" y="853"/>
                      <a:pt x="1732" y="931"/>
                    </a:cubicBezTo>
                    <a:lnTo>
                      <a:pt x="1757" y="952"/>
                    </a:lnTo>
                    <a:cubicBezTo>
                      <a:pt x="1757" y="952"/>
                      <a:pt x="1771" y="1050"/>
                      <a:pt x="1806" y="1113"/>
                    </a:cubicBezTo>
                    <a:cubicBezTo>
                      <a:pt x="1806" y="1113"/>
                      <a:pt x="1733" y="1119"/>
                      <a:pt x="1628" y="1046"/>
                    </a:cubicBezTo>
                    <a:cubicBezTo>
                      <a:pt x="1628" y="1046"/>
                      <a:pt x="1615" y="1184"/>
                      <a:pt x="1619" y="1311"/>
                    </a:cubicBezTo>
                    <a:cubicBezTo>
                      <a:pt x="1619" y="1311"/>
                      <a:pt x="1529" y="1166"/>
                      <a:pt x="1298" y="1216"/>
                    </a:cubicBezTo>
                    <a:cubicBezTo>
                      <a:pt x="1125" y="1254"/>
                      <a:pt x="1002" y="1373"/>
                      <a:pt x="933" y="1490"/>
                    </a:cubicBezTo>
                    <a:cubicBezTo>
                      <a:pt x="933" y="1491"/>
                      <a:pt x="932" y="1491"/>
                      <a:pt x="932" y="1492"/>
                    </a:cubicBezTo>
                    <a:cubicBezTo>
                      <a:pt x="908" y="1531"/>
                      <a:pt x="892" y="1571"/>
                      <a:pt x="882" y="1607"/>
                    </a:cubicBezTo>
                    <a:cubicBezTo>
                      <a:pt x="842" y="1747"/>
                      <a:pt x="739" y="2224"/>
                      <a:pt x="487" y="2516"/>
                    </a:cubicBezTo>
                    <a:cubicBezTo>
                      <a:pt x="487" y="2516"/>
                      <a:pt x="577" y="2330"/>
                      <a:pt x="473" y="2107"/>
                    </a:cubicBezTo>
                    <a:cubicBezTo>
                      <a:pt x="473" y="2107"/>
                      <a:pt x="673" y="2047"/>
                      <a:pt x="712" y="1880"/>
                    </a:cubicBezTo>
                    <a:cubicBezTo>
                      <a:pt x="745" y="1739"/>
                      <a:pt x="795" y="1565"/>
                      <a:pt x="882" y="1445"/>
                    </a:cubicBezTo>
                    <a:cubicBezTo>
                      <a:pt x="970" y="1326"/>
                      <a:pt x="999" y="1304"/>
                      <a:pt x="1053" y="1257"/>
                    </a:cubicBezTo>
                    <a:cubicBezTo>
                      <a:pt x="1107" y="1211"/>
                      <a:pt x="1146" y="1111"/>
                      <a:pt x="1083" y="1038"/>
                    </a:cubicBezTo>
                    <a:cubicBezTo>
                      <a:pt x="1020" y="965"/>
                      <a:pt x="912" y="1010"/>
                      <a:pt x="894" y="1031"/>
                    </a:cubicBezTo>
                    <a:cubicBezTo>
                      <a:pt x="876" y="1052"/>
                      <a:pt x="798" y="1105"/>
                      <a:pt x="761" y="1045"/>
                    </a:cubicBezTo>
                    <a:cubicBezTo>
                      <a:pt x="724" y="984"/>
                      <a:pt x="818" y="921"/>
                      <a:pt x="799" y="858"/>
                    </a:cubicBezTo>
                    <a:cubicBezTo>
                      <a:pt x="780" y="795"/>
                      <a:pt x="725" y="806"/>
                      <a:pt x="712" y="817"/>
                    </a:cubicBezTo>
                    <a:cubicBezTo>
                      <a:pt x="703" y="824"/>
                      <a:pt x="651" y="897"/>
                      <a:pt x="656" y="983"/>
                    </a:cubicBezTo>
                    <a:cubicBezTo>
                      <a:pt x="637" y="887"/>
                      <a:pt x="594" y="631"/>
                      <a:pt x="948" y="480"/>
                    </a:cubicBezTo>
                    <a:cubicBezTo>
                      <a:pt x="1337" y="314"/>
                      <a:pt x="1755" y="361"/>
                      <a:pt x="1848" y="453"/>
                    </a:cubicBezTo>
                    <a:cubicBezTo>
                      <a:pt x="1941" y="544"/>
                      <a:pt x="1888" y="636"/>
                      <a:pt x="1865" y="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4"/>
              <p:cNvSpPr/>
              <p:nvPr/>
            </p:nvSpPr>
            <p:spPr>
              <a:xfrm>
                <a:off x="8049029" y="2502697"/>
                <a:ext cx="75316" cy="9853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74" extrusionOk="0">
                    <a:moveTo>
                      <a:pt x="67" y="173"/>
                    </a:moveTo>
                    <a:lnTo>
                      <a:pt x="67" y="173"/>
                    </a:lnTo>
                    <a:cubicBezTo>
                      <a:pt x="37" y="172"/>
                      <a:pt x="17" y="151"/>
                      <a:pt x="9" y="110"/>
                    </a:cubicBezTo>
                    <a:cubicBezTo>
                      <a:pt x="3" y="79"/>
                      <a:pt x="0" y="54"/>
                      <a:pt x="1" y="35"/>
                    </a:cubicBezTo>
                    <a:cubicBezTo>
                      <a:pt x="2" y="22"/>
                      <a:pt x="9" y="11"/>
                      <a:pt x="20" y="6"/>
                    </a:cubicBezTo>
                    <a:cubicBezTo>
                      <a:pt x="32" y="0"/>
                      <a:pt x="47" y="1"/>
                      <a:pt x="58" y="10"/>
                    </a:cubicBezTo>
                    <a:cubicBezTo>
                      <a:pt x="70" y="20"/>
                      <a:pt x="132" y="73"/>
                      <a:pt x="118" y="133"/>
                    </a:cubicBezTo>
                    <a:cubicBezTo>
                      <a:pt x="113" y="159"/>
                      <a:pt x="88" y="173"/>
                      <a:pt x="67" y="173"/>
                    </a:cubicBezTo>
                    <a:moveTo>
                      <a:pt x="36" y="8"/>
                    </a:moveTo>
                    <a:cubicBezTo>
                      <a:pt x="31" y="8"/>
                      <a:pt x="27" y="10"/>
                      <a:pt x="23" y="12"/>
                    </a:cubicBezTo>
                    <a:cubicBezTo>
                      <a:pt x="14" y="16"/>
                      <a:pt x="9" y="25"/>
                      <a:pt x="8" y="35"/>
                    </a:cubicBezTo>
                    <a:cubicBezTo>
                      <a:pt x="7" y="48"/>
                      <a:pt x="9" y="71"/>
                      <a:pt x="16" y="109"/>
                    </a:cubicBezTo>
                    <a:cubicBezTo>
                      <a:pt x="24" y="147"/>
                      <a:pt x="41" y="166"/>
                      <a:pt x="67" y="166"/>
                    </a:cubicBezTo>
                    <a:cubicBezTo>
                      <a:pt x="86" y="166"/>
                      <a:pt x="107" y="154"/>
                      <a:pt x="112" y="131"/>
                    </a:cubicBezTo>
                    <a:cubicBezTo>
                      <a:pt x="125" y="75"/>
                      <a:pt x="66" y="25"/>
                      <a:pt x="54" y="15"/>
                    </a:cubicBezTo>
                    <a:cubicBezTo>
                      <a:pt x="48" y="11"/>
                      <a:pt x="42" y="8"/>
                      <a:pt x="36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4"/>
              <p:cNvSpPr/>
              <p:nvPr/>
            </p:nvSpPr>
            <p:spPr>
              <a:xfrm>
                <a:off x="7236979" y="1699145"/>
                <a:ext cx="1107082" cy="668210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180" extrusionOk="0">
                    <a:moveTo>
                      <a:pt x="240" y="1179"/>
                    </a:moveTo>
                    <a:cubicBezTo>
                      <a:pt x="31" y="1179"/>
                      <a:pt x="0" y="908"/>
                      <a:pt x="0" y="747"/>
                    </a:cubicBezTo>
                    <a:cubicBezTo>
                      <a:pt x="0" y="576"/>
                      <a:pt x="123" y="332"/>
                      <a:pt x="399" y="170"/>
                    </a:cubicBezTo>
                    <a:cubicBezTo>
                      <a:pt x="590" y="57"/>
                      <a:pt x="825" y="0"/>
                      <a:pt x="1096" y="0"/>
                    </a:cubicBezTo>
                    <a:cubicBezTo>
                      <a:pt x="1429" y="0"/>
                      <a:pt x="1671" y="66"/>
                      <a:pt x="1816" y="196"/>
                    </a:cubicBezTo>
                    <a:lnTo>
                      <a:pt x="1816" y="196"/>
                    </a:lnTo>
                    <a:cubicBezTo>
                      <a:pt x="1937" y="305"/>
                      <a:pt x="1952" y="426"/>
                      <a:pt x="1952" y="473"/>
                    </a:cubicBezTo>
                    <a:cubicBezTo>
                      <a:pt x="1954" y="561"/>
                      <a:pt x="1878" y="592"/>
                      <a:pt x="1799" y="615"/>
                    </a:cubicBezTo>
                    <a:cubicBezTo>
                      <a:pt x="1778" y="622"/>
                      <a:pt x="1755" y="632"/>
                      <a:pt x="1729" y="645"/>
                    </a:cubicBezTo>
                    <a:cubicBezTo>
                      <a:pt x="1721" y="649"/>
                      <a:pt x="1711" y="649"/>
                      <a:pt x="1704" y="643"/>
                    </a:cubicBezTo>
                    <a:cubicBezTo>
                      <a:pt x="1697" y="638"/>
                      <a:pt x="1694" y="629"/>
                      <a:pt x="1695" y="620"/>
                    </a:cubicBezTo>
                    <a:cubicBezTo>
                      <a:pt x="1697" y="610"/>
                      <a:pt x="1699" y="600"/>
                      <a:pt x="1702" y="590"/>
                    </a:cubicBezTo>
                    <a:cubicBezTo>
                      <a:pt x="1716" y="536"/>
                      <a:pt x="1731" y="478"/>
                      <a:pt x="1665" y="410"/>
                    </a:cubicBezTo>
                    <a:cubicBezTo>
                      <a:pt x="1611" y="354"/>
                      <a:pt x="1467" y="319"/>
                      <a:pt x="1289" y="319"/>
                    </a:cubicBezTo>
                    <a:cubicBezTo>
                      <a:pt x="1103" y="319"/>
                      <a:pt x="907" y="359"/>
                      <a:pt x="738" y="432"/>
                    </a:cubicBezTo>
                    <a:cubicBezTo>
                      <a:pt x="579" y="500"/>
                      <a:pt x="478" y="596"/>
                      <a:pt x="438" y="719"/>
                    </a:cubicBezTo>
                    <a:cubicBezTo>
                      <a:pt x="417" y="782"/>
                      <a:pt x="413" y="854"/>
                      <a:pt x="425" y="930"/>
                    </a:cubicBezTo>
                    <a:cubicBezTo>
                      <a:pt x="432" y="976"/>
                      <a:pt x="430" y="1019"/>
                      <a:pt x="417" y="1060"/>
                    </a:cubicBezTo>
                    <a:cubicBezTo>
                      <a:pt x="408" y="1087"/>
                      <a:pt x="397" y="1109"/>
                      <a:pt x="383" y="1124"/>
                    </a:cubicBezTo>
                    <a:cubicBezTo>
                      <a:pt x="347" y="1161"/>
                      <a:pt x="299" y="1179"/>
                      <a:pt x="240" y="1179"/>
                    </a:cubicBezTo>
                    <a:moveTo>
                      <a:pt x="1097" y="6"/>
                    </a:moveTo>
                    <a:cubicBezTo>
                      <a:pt x="826" y="6"/>
                      <a:pt x="593" y="63"/>
                      <a:pt x="403" y="175"/>
                    </a:cubicBezTo>
                    <a:cubicBezTo>
                      <a:pt x="129" y="336"/>
                      <a:pt x="7" y="578"/>
                      <a:pt x="7" y="746"/>
                    </a:cubicBezTo>
                    <a:cubicBezTo>
                      <a:pt x="7" y="905"/>
                      <a:pt x="37" y="1172"/>
                      <a:pt x="240" y="1172"/>
                    </a:cubicBezTo>
                    <a:cubicBezTo>
                      <a:pt x="297" y="1172"/>
                      <a:pt x="344" y="1154"/>
                      <a:pt x="379" y="1118"/>
                    </a:cubicBezTo>
                    <a:cubicBezTo>
                      <a:pt x="392" y="1104"/>
                      <a:pt x="403" y="1083"/>
                      <a:pt x="411" y="1057"/>
                    </a:cubicBezTo>
                    <a:cubicBezTo>
                      <a:pt x="423" y="1017"/>
                      <a:pt x="426" y="975"/>
                      <a:pt x="419" y="930"/>
                    </a:cubicBezTo>
                    <a:cubicBezTo>
                      <a:pt x="407" y="852"/>
                      <a:pt x="411" y="780"/>
                      <a:pt x="432" y="716"/>
                    </a:cubicBezTo>
                    <a:cubicBezTo>
                      <a:pt x="473" y="591"/>
                      <a:pt x="575" y="493"/>
                      <a:pt x="736" y="425"/>
                    </a:cubicBezTo>
                    <a:cubicBezTo>
                      <a:pt x="906" y="352"/>
                      <a:pt x="1103" y="312"/>
                      <a:pt x="1289" y="312"/>
                    </a:cubicBezTo>
                    <a:cubicBezTo>
                      <a:pt x="1469" y="312"/>
                      <a:pt x="1615" y="347"/>
                      <a:pt x="1670" y="404"/>
                    </a:cubicBezTo>
                    <a:cubicBezTo>
                      <a:pt x="1738" y="475"/>
                      <a:pt x="1722" y="539"/>
                      <a:pt x="1709" y="590"/>
                    </a:cubicBezTo>
                    <a:cubicBezTo>
                      <a:pt x="1706" y="601"/>
                      <a:pt x="1704" y="611"/>
                      <a:pt x="1702" y="621"/>
                    </a:cubicBezTo>
                    <a:cubicBezTo>
                      <a:pt x="1701" y="627"/>
                      <a:pt x="1704" y="633"/>
                      <a:pt x="1709" y="637"/>
                    </a:cubicBezTo>
                    <a:cubicBezTo>
                      <a:pt x="1715" y="641"/>
                      <a:pt x="1721" y="642"/>
                      <a:pt x="1726" y="638"/>
                    </a:cubicBezTo>
                    <a:cubicBezTo>
                      <a:pt x="1753" y="625"/>
                      <a:pt x="1777" y="614"/>
                      <a:pt x="1798" y="608"/>
                    </a:cubicBezTo>
                    <a:cubicBezTo>
                      <a:pt x="1874" y="585"/>
                      <a:pt x="1948" y="555"/>
                      <a:pt x="1947" y="472"/>
                    </a:cubicBezTo>
                    <a:cubicBezTo>
                      <a:pt x="1946" y="426"/>
                      <a:pt x="1931" y="307"/>
                      <a:pt x="1812" y="200"/>
                    </a:cubicBezTo>
                    <a:lnTo>
                      <a:pt x="1812" y="200"/>
                    </a:lnTo>
                    <a:cubicBezTo>
                      <a:pt x="1668" y="72"/>
                      <a:pt x="1428" y="6"/>
                      <a:pt x="1097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4"/>
              <p:cNvSpPr/>
              <p:nvPr/>
            </p:nvSpPr>
            <p:spPr>
              <a:xfrm>
                <a:off x="7624317" y="2283547"/>
                <a:ext cx="87208" cy="87773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5" extrusionOk="0">
                    <a:moveTo>
                      <a:pt x="153" y="77"/>
                    </a:moveTo>
                    <a:cubicBezTo>
                      <a:pt x="153" y="119"/>
                      <a:pt x="119" y="154"/>
                      <a:pt x="76" y="154"/>
                    </a:cubicBezTo>
                    <a:cubicBezTo>
                      <a:pt x="34" y="154"/>
                      <a:pt x="0" y="119"/>
                      <a:pt x="0" y="77"/>
                    </a:cubicBezTo>
                    <a:cubicBezTo>
                      <a:pt x="0" y="35"/>
                      <a:pt x="34" y="0"/>
                      <a:pt x="76" y="0"/>
                    </a:cubicBezTo>
                    <a:cubicBezTo>
                      <a:pt x="119" y="1"/>
                      <a:pt x="153" y="35"/>
                      <a:pt x="153" y="7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4"/>
              <p:cNvSpPr/>
              <p:nvPr/>
            </p:nvSpPr>
            <p:spPr>
              <a:xfrm>
                <a:off x="8468079" y="2096108"/>
                <a:ext cx="378277" cy="22141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1" extrusionOk="0">
                    <a:moveTo>
                      <a:pt x="102" y="388"/>
                    </a:moveTo>
                    <a:cubicBezTo>
                      <a:pt x="82" y="390"/>
                      <a:pt x="5" y="383"/>
                      <a:pt x="2" y="362"/>
                    </a:cubicBezTo>
                    <a:cubicBezTo>
                      <a:pt x="0" y="343"/>
                      <a:pt x="73" y="319"/>
                      <a:pt x="92" y="316"/>
                    </a:cubicBezTo>
                    <a:cubicBezTo>
                      <a:pt x="141" y="308"/>
                      <a:pt x="169" y="302"/>
                      <a:pt x="219" y="285"/>
                    </a:cubicBezTo>
                    <a:cubicBezTo>
                      <a:pt x="325" y="246"/>
                      <a:pt x="423" y="186"/>
                      <a:pt x="509" y="105"/>
                    </a:cubicBezTo>
                    <a:cubicBezTo>
                      <a:pt x="517" y="97"/>
                      <a:pt x="536" y="78"/>
                      <a:pt x="544" y="69"/>
                    </a:cubicBezTo>
                    <a:cubicBezTo>
                      <a:pt x="559" y="53"/>
                      <a:pt x="637" y="0"/>
                      <a:pt x="652" y="15"/>
                    </a:cubicBezTo>
                    <a:cubicBezTo>
                      <a:pt x="667" y="30"/>
                      <a:pt x="616" y="107"/>
                      <a:pt x="601" y="123"/>
                    </a:cubicBezTo>
                    <a:cubicBezTo>
                      <a:pt x="473" y="267"/>
                      <a:pt x="297" y="366"/>
                      <a:pt x="102" y="38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4"/>
              <p:cNvSpPr/>
              <p:nvPr/>
            </p:nvSpPr>
            <p:spPr>
              <a:xfrm>
                <a:off x="8502622" y="2125554"/>
                <a:ext cx="313721" cy="174414"/>
              </a:xfrm>
              <a:custGeom>
                <a:avLst/>
                <a:gdLst/>
                <a:ahLst/>
                <a:cxnLst/>
                <a:rect l="l" t="t" r="r" b="b"/>
                <a:pathLst>
                  <a:path w="554" h="308" extrusionOk="0">
                    <a:moveTo>
                      <a:pt x="169" y="264"/>
                    </a:moveTo>
                    <a:cubicBezTo>
                      <a:pt x="276" y="225"/>
                      <a:pt x="378" y="164"/>
                      <a:pt x="471" y="77"/>
                    </a:cubicBezTo>
                    <a:cubicBezTo>
                      <a:pt x="481" y="69"/>
                      <a:pt x="500" y="48"/>
                      <a:pt x="507" y="41"/>
                    </a:cubicBezTo>
                    <a:cubicBezTo>
                      <a:pt x="510" y="38"/>
                      <a:pt x="548" y="0"/>
                      <a:pt x="550" y="2"/>
                    </a:cubicBezTo>
                    <a:cubicBezTo>
                      <a:pt x="553" y="5"/>
                      <a:pt x="518" y="47"/>
                      <a:pt x="516" y="49"/>
                    </a:cubicBezTo>
                    <a:cubicBezTo>
                      <a:pt x="384" y="198"/>
                      <a:pt x="214" y="285"/>
                      <a:pt x="38" y="304"/>
                    </a:cubicBezTo>
                    <a:cubicBezTo>
                      <a:pt x="35" y="305"/>
                      <a:pt x="1" y="307"/>
                      <a:pt x="0" y="305"/>
                    </a:cubicBezTo>
                    <a:cubicBezTo>
                      <a:pt x="0" y="303"/>
                      <a:pt x="34" y="297"/>
                      <a:pt x="36" y="297"/>
                    </a:cubicBezTo>
                    <a:cubicBezTo>
                      <a:pt x="84" y="288"/>
                      <a:pt x="115" y="282"/>
                      <a:pt x="169" y="26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4"/>
              <p:cNvSpPr/>
              <p:nvPr/>
            </p:nvSpPr>
            <p:spPr>
              <a:xfrm>
                <a:off x="8301591" y="1438656"/>
                <a:ext cx="460388" cy="808648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428" extrusionOk="0">
                    <a:moveTo>
                      <a:pt x="6" y="1395"/>
                    </a:moveTo>
                    <a:cubicBezTo>
                      <a:pt x="0" y="1368"/>
                      <a:pt x="85" y="1330"/>
                      <a:pt x="112" y="1323"/>
                    </a:cubicBezTo>
                    <a:cubicBezTo>
                      <a:pt x="221" y="1298"/>
                      <a:pt x="582" y="1195"/>
                      <a:pt x="647" y="941"/>
                    </a:cubicBezTo>
                    <a:cubicBezTo>
                      <a:pt x="701" y="731"/>
                      <a:pt x="678" y="593"/>
                      <a:pt x="575" y="495"/>
                    </a:cubicBezTo>
                    <a:cubicBezTo>
                      <a:pt x="361" y="292"/>
                      <a:pt x="330" y="185"/>
                      <a:pt x="327" y="114"/>
                    </a:cubicBezTo>
                    <a:cubicBezTo>
                      <a:pt x="326" y="86"/>
                      <a:pt x="349" y="1"/>
                      <a:pt x="377" y="1"/>
                    </a:cubicBezTo>
                    <a:cubicBezTo>
                      <a:pt x="406" y="0"/>
                      <a:pt x="425" y="84"/>
                      <a:pt x="427" y="109"/>
                    </a:cubicBezTo>
                    <a:cubicBezTo>
                      <a:pt x="432" y="220"/>
                      <a:pt x="588" y="365"/>
                      <a:pt x="646" y="419"/>
                    </a:cubicBezTo>
                    <a:cubicBezTo>
                      <a:pt x="777" y="541"/>
                      <a:pt x="812" y="726"/>
                      <a:pt x="750" y="968"/>
                    </a:cubicBezTo>
                    <a:cubicBezTo>
                      <a:pt x="683" y="1227"/>
                      <a:pt x="395" y="1366"/>
                      <a:pt x="133" y="1422"/>
                    </a:cubicBezTo>
                    <a:cubicBezTo>
                      <a:pt x="106" y="1427"/>
                      <a:pt x="12" y="1422"/>
                      <a:pt x="6" y="13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4"/>
              <p:cNvSpPr/>
              <p:nvPr/>
            </p:nvSpPr>
            <p:spPr>
              <a:xfrm>
                <a:off x="8346894" y="1477729"/>
                <a:ext cx="386205" cy="745224"/>
              </a:xfrm>
              <a:custGeom>
                <a:avLst/>
                <a:gdLst/>
                <a:ahLst/>
                <a:cxnLst/>
                <a:rect l="l" t="t" r="r" b="b"/>
                <a:pathLst>
                  <a:path w="682" h="1316" extrusionOk="0">
                    <a:moveTo>
                      <a:pt x="42" y="1296"/>
                    </a:moveTo>
                    <a:cubicBezTo>
                      <a:pt x="258" y="1245"/>
                      <a:pt x="548" y="1120"/>
                      <a:pt x="608" y="882"/>
                    </a:cubicBezTo>
                    <a:cubicBezTo>
                      <a:pt x="656" y="696"/>
                      <a:pt x="657" y="521"/>
                      <a:pt x="524" y="395"/>
                    </a:cubicBezTo>
                    <a:cubicBezTo>
                      <a:pt x="433" y="310"/>
                      <a:pt x="294" y="170"/>
                      <a:pt x="290" y="43"/>
                    </a:cubicBezTo>
                    <a:cubicBezTo>
                      <a:pt x="290" y="39"/>
                      <a:pt x="293" y="0"/>
                      <a:pt x="297" y="0"/>
                    </a:cubicBezTo>
                    <a:cubicBezTo>
                      <a:pt x="300" y="0"/>
                      <a:pt x="304" y="38"/>
                      <a:pt x="304" y="43"/>
                    </a:cubicBezTo>
                    <a:cubicBezTo>
                      <a:pt x="310" y="162"/>
                      <a:pt x="449" y="300"/>
                      <a:pt x="537" y="382"/>
                    </a:cubicBezTo>
                    <a:cubicBezTo>
                      <a:pt x="681" y="515"/>
                      <a:pt x="674" y="710"/>
                      <a:pt x="629" y="888"/>
                    </a:cubicBezTo>
                    <a:cubicBezTo>
                      <a:pt x="565" y="1136"/>
                      <a:pt x="275" y="1262"/>
                      <a:pt x="44" y="1311"/>
                    </a:cubicBezTo>
                    <a:cubicBezTo>
                      <a:pt x="40" y="1312"/>
                      <a:pt x="1" y="1315"/>
                      <a:pt x="0" y="1311"/>
                    </a:cubicBezTo>
                    <a:cubicBezTo>
                      <a:pt x="0" y="1308"/>
                      <a:pt x="36" y="1297"/>
                      <a:pt x="42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4"/>
              <p:cNvSpPr/>
              <p:nvPr/>
            </p:nvSpPr>
            <p:spPr>
              <a:xfrm>
                <a:off x="7461227" y="1164576"/>
                <a:ext cx="185174" cy="28993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512" extrusionOk="0">
                    <a:moveTo>
                      <a:pt x="307" y="492"/>
                    </a:moveTo>
                    <a:cubicBezTo>
                      <a:pt x="289" y="511"/>
                      <a:pt x="221" y="475"/>
                      <a:pt x="203" y="458"/>
                    </a:cubicBezTo>
                    <a:cubicBezTo>
                      <a:pt x="152" y="408"/>
                      <a:pt x="161" y="363"/>
                      <a:pt x="152" y="340"/>
                    </a:cubicBezTo>
                    <a:cubicBezTo>
                      <a:pt x="144" y="320"/>
                      <a:pt x="126" y="292"/>
                      <a:pt x="101" y="260"/>
                    </a:cubicBezTo>
                    <a:cubicBezTo>
                      <a:pt x="73" y="227"/>
                      <a:pt x="58" y="215"/>
                      <a:pt x="44" y="195"/>
                    </a:cubicBezTo>
                    <a:cubicBezTo>
                      <a:pt x="11" y="147"/>
                      <a:pt x="0" y="79"/>
                      <a:pt x="17" y="20"/>
                    </a:cubicBezTo>
                    <a:cubicBezTo>
                      <a:pt x="18" y="18"/>
                      <a:pt x="19" y="15"/>
                      <a:pt x="20" y="13"/>
                    </a:cubicBezTo>
                    <a:cubicBezTo>
                      <a:pt x="46" y="20"/>
                      <a:pt x="60" y="28"/>
                      <a:pt x="60" y="28"/>
                    </a:cubicBezTo>
                    <a:cubicBezTo>
                      <a:pt x="67" y="17"/>
                      <a:pt x="74" y="7"/>
                      <a:pt x="90" y="0"/>
                    </a:cubicBezTo>
                    <a:cubicBezTo>
                      <a:pt x="98" y="7"/>
                      <a:pt x="103" y="18"/>
                      <a:pt x="104" y="30"/>
                    </a:cubicBezTo>
                    <a:cubicBezTo>
                      <a:pt x="106" y="74"/>
                      <a:pt x="116" y="108"/>
                      <a:pt x="133" y="133"/>
                    </a:cubicBezTo>
                    <a:cubicBezTo>
                      <a:pt x="142" y="145"/>
                      <a:pt x="219" y="233"/>
                      <a:pt x="243" y="307"/>
                    </a:cubicBezTo>
                    <a:cubicBezTo>
                      <a:pt x="251" y="330"/>
                      <a:pt x="251" y="349"/>
                      <a:pt x="254" y="365"/>
                    </a:cubicBezTo>
                    <a:cubicBezTo>
                      <a:pt x="256" y="372"/>
                      <a:pt x="258" y="378"/>
                      <a:pt x="270" y="390"/>
                    </a:cubicBezTo>
                    <a:cubicBezTo>
                      <a:pt x="288" y="409"/>
                      <a:pt x="326" y="474"/>
                      <a:pt x="307" y="4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4"/>
              <p:cNvSpPr/>
              <p:nvPr/>
            </p:nvSpPr>
            <p:spPr>
              <a:xfrm>
                <a:off x="7487276" y="1180998"/>
                <a:ext cx="129112" cy="242934"/>
              </a:xfrm>
              <a:custGeom>
                <a:avLst/>
                <a:gdLst/>
                <a:ahLst/>
                <a:cxnLst/>
                <a:rect l="l" t="t" r="r" b="b"/>
                <a:pathLst>
                  <a:path w="228" h="429" extrusionOk="0">
                    <a:moveTo>
                      <a:pt x="15" y="1"/>
                    </a:moveTo>
                    <a:cubicBezTo>
                      <a:pt x="17" y="46"/>
                      <a:pt x="26" y="90"/>
                      <a:pt x="52" y="127"/>
                    </a:cubicBezTo>
                    <a:cubicBezTo>
                      <a:pt x="61" y="140"/>
                      <a:pt x="135" y="225"/>
                      <a:pt x="156" y="290"/>
                    </a:cubicBezTo>
                    <a:cubicBezTo>
                      <a:pt x="163" y="307"/>
                      <a:pt x="162" y="326"/>
                      <a:pt x="167" y="345"/>
                    </a:cubicBezTo>
                    <a:cubicBezTo>
                      <a:pt x="170" y="360"/>
                      <a:pt x="177" y="373"/>
                      <a:pt x="194" y="390"/>
                    </a:cubicBezTo>
                    <a:cubicBezTo>
                      <a:pt x="195" y="391"/>
                      <a:pt x="227" y="424"/>
                      <a:pt x="226" y="427"/>
                    </a:cubicBezTo>
                    <a:cubicBezTo>
                      <a:pt x="224" y="428"/>
                      <a:pt x="189" y="398"/>
                      <a:pt x="188" y="396"/>
                    </a:cubicBezTo>
                    <a:cubicBezTo>
                      <a:pt x="148" y="357"/>
                      <a:pt x="159" y="326"/>
                      <a:pt x="146" y="294"/>
                    </a:cubicBezTo>
                    <a:cubicBezTo>
                      <a:pt x="134" y="263"/>
                      <a:pt x="109" y="228"/>
                      <a:pt x="88" y="203"/>
                    </a:cubicBezTo>
                    <a:cubicBezTo>
                      <a:pt x="60" y="168"/>
                      <a:pt x="45" y="156"/>
                      <a:pt x="33" y="140"/>
                    </a:cubicBezTo>
                    <a:cubicBezTo>
                      <a:pt x="6" y="100"/>
                      <a:pt x="0" y="43"/>
                      <a:pt x="13" y="1"/>
                    </a:cubicBezTo>
                    <a:cubicBezTo>
                      <a:pt x="13" y="0"/>
                      <a:pt x="14" y="0"/>
                      <a:pt x="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4"/>
              <p:cNvSpPr/>
              <p:nvPr/>
            </p:nvSpPr>
            <p:spPr>
              <a:xfrm>
                <a:off x="7995799" y="1183263"/>
                <a:ext cx="75316" cy="186872"/>
              </a:xfrm>
              <a:custGeom>
                <a:avLst/>
                <a:gdLst/>
                <a:ahLst/>
                <a:cxnLst/>
                <a:rect l="l" t="t" r="r" b="b"/>
                <a:pathLst>
                  <a:path w="133" h="330" extrusionOk="0">
                    <a:moveTo>
                      <a:pt x="124" y="226"/>
                    </a:moveTo>
                    <a:cubicBezTo>
                      <a:pt x="122" y="237"/>
                      <a:pt x="118" y="247"/>
                      <a:pt x="115" y="258"/>
                    </a:cubicBezTo>
                    <a:cubicBezTo>
                      <a:pt x="110" y="275"/>
                      <a:pt x="78" y="329"/>
                      <a:pt x="60" y="329"/>
                    </a:cubicBezTo>
                    <a:cubicBezTo>
                      <a:pt x="35" y="329"/>
                      <a:pt x="32" y="265"/>
                      <a:pt x="34" y="241"/>
                    </a:cubicBezTo>
                    <a:cubicBezTo>
                      <a:pt x="35" y="235"/>
                      <a:pt x="38" y="216"/>
                      <a:pt x="38" y="216"/>
                    </a:cubicBezTo>
                    <a:cubicBezTo>
                      <a:pt x="38" y="206"/>
                      <a:pt x="40" y="199"/>
                      <a:pt x="39" y="189"/>
                    </a:cubicBezTo>
                    <a:cubicBezTo>
                      <a:pt x="48" y="111"/>
                      <a:pt x="15" y="44"/>
                      <a:pt x="0" y="0"/>
                    </a:cubicBezTo>
                    <a:cubicBezTo>
                      <a:pt x="4" y="2"/>
                      <a:pt x="8" y="4"/>
                      <a:pt x="11" y="5"/>
                    </a:cubicBezTo>
                    <a:cubicBezTo>
                      <a:pt x="31" y="15"/>
                      <a:pt x="40" y="25"/>
                      <a:pt x="44" y="32"/>
                    </a:cubicBezTo>
                    <a:cubicBezTo>
                      <a:pt x="47" y="37"/>
                      <a:pt x="48" y="41"/>
                      <a:pt x="48" y="41"/>
                    </a:cubicBezTo>
                    <a:cubicBezTo>
                      <a:pt x="52" y="35"/>
                      <a:pt x="63" y="25"/>
                      <a:pt x="83" y="17"/>
                    </a:cubicBezTo>
                    <a:cubicBezTo>
                      <a:pt x="109" y="47"/>
                      <a:pt x="122" y="89"/>
                      <a:pt x="126" y="129"/>
                    </a:cubicBezTo>
                    <a:cubicBezTo>
                      <a:pt x="130" y="167"/>
                      <a:pt x="132" y="185"/>
                      <a:pt x="124" y="2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4"/>
              <p:cNvSpPr/>
              <p:nvPr/>
            </p:nvSpPr>
            <p:spPr>
              <a:xfrm>
                <a:off x="8021848" y="1208180"/>
                <a:ext cx="31146" cy="125714"/>
              </a:xfrm>
              <a:custGeom>
                <a:avLst/>
                <a:gdLst/>
                <a:ahLst/>
                <a:cxnLst/>
                <a:rect l="l" t="t" r="r" b="b"/>
                <a:pathLst>
                  <a:path w="55" h="222" extrusionOk="0">
                    <a:moveTo>
                      <a:pt x="2" y="1"/>
                    </a:moveTo>
                    <a:cubicBezTo>
                      <a:pt x="17" y="14"/>
                      <a:pt x="27" y="31"/>
                      <a:pt x="34" y="49"/>
                    </a:cubicBezTo>
                    <a:cubicBezTo>
                      <a:pt x="53" y="93"/>
                      <a:pt x="54" y="144"/>
                      <a:pt x="44" y="190"/>
                    </a:cubicBezTo>
                    <a:cubicBezTo>
                      <a:pt x="43" y="199"/>
                      <a:pt x="39" y="209"/>
                      <a:pt x="37" y="218"/>
                    </a:cubicBezTo>
                    <a:cubicBezTo>
                      <a:pt x="36" y="220"/>
                      <a:pt x="33" y="221"/>
                      <a:pt x="31" y="221"/>
                    </a:cubicBezTo>
                    <a:cubicBezTo>
                      <a:pt x="29" y="220"/>
                      <a:pt x="27" y="218"/>
                      <a:pt x="27" y="216"/>
                    </a:cubicBezTo>
                    <a:cubicBezTo>
                      <a:pt x="35" y="130"/>
                      <a:pt x="22" y="67"/>
                      <a:pt x="0" y="2"/>
                    </a:cubicBezTo>
                    <a:cubicBezTo>
                      <a:pt x="0" y="1"/>
                      <a:pt x="1" y="0"/>
                      <a:pt x="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4"/>
              <p:cNvSpPr/>
              <p:nvPr/>
            </p:nvSpPr>
            <p:spPr>
              <a:xfrm>
                <a:off x="8388233" y="1246687"/>
                <a:ext cx="77581" cy="220849"/>
              </a:xfrm>
              <a:custGeom>
                <a:avLst/>
                <a:gdLst/>
                <a:ahLst/>
                <a:cxnLst/>
                <a:rect l="l" t="t" r="r" b="b"/>
                <a:pathLst>
                  <a:path w="137" h="390" extrusionOk="0">
                    <a:moveTo>
                      <a:pt x="87" y="345"/>
                    </a:moveTo>
                    <a:cubicBezTo>
                      <a:pt x="80" y="361"/>
                      <a:pt x="63" y="389"/>
                      <a:pt x="45" y="389"/>
                    </a:cubicBezTo>
                    <a:cubicBezTo>
                      <a:pt x="40" y="389"/>
                      <a:pt x="37" y="389"/>
                      <a:pt x="31" y="387"/>
                    </a:cubicBezTo>
                    <a:cubicBezTo>
                      <a:pt x="11" y="380"/>
                      <a:pt x="0" y="360"/>
                      <a:pt x="5" y="339"/>
                    </a:cubicBezTo>
                    <a:lnTo>
                      <a:pt x="6" y="322"/>
                    </a:lnTo>
                    <a:cubicBezTo>
                      <a:pt x="9" y="311"/>
                      <a:pt x="26" y="226"/>
                      <a:pt x="27" y="194"/>
                    </a:cubicBezTo>
                    <a:cubicBezTo>
                      <a:pt x="28" y="151"/>
                      <a:pt x="26" y="109"/>
                      <a:pt x="22" y="65"/>
                    </a:cubicBezTo>
                    <a:cubicBezTo>
                      <a:pt x="22" y="65"/>
                      <a:pt x="20" y="29"/>
                      <a:pt x="7" y="0"/>
                    </a:cubicBezTo>
                    <a:cubicBezTo>
                      <a:pt x="26" y="11"/>
                      <a:pt x="38" y="22"/>
                      <a:pt x="46" y="30"/>
                    </a:cubicBezTo>
                    <a:cubicBezTo>
                      <a:pt x="57" y="41"/>
                      <a:pt x="60" y="48"/>
                      <a:pt x="60" y="48"/>
                    </a:cubicBezTo>
                    <a:cubicBezTo>
                      <a:pt x="60" y="48"/>
                      <a:pt x="72" y="45"/>
                      <a:pt x="96" y="47"/>
                    </a:cubicBezTo>
                    <a:cubicBezTo>
                      <a:pt x="98" y="47"/>
                      <a:pt x="99" y="47"/>
                      <a:pt x="102" y="47"/>
                    </a:cubicBezTo>
                    <a:cubicBezTo>
                      <a:pt x="136" y="134"/>
                      <a:pt x="130" y="234"/>
                      <a:pt x="87" y="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4"/>
              <p:cNvSpPr/>
              <p:nvPr/>
            </p:nvSpPr>
            <p:spPr>
              <a:xfrm>
                <a:off x="8411450" y="1286326"/>
                <a:ext cx="33411" cy="166486"/>
              </a:xfrm>
              <a:custGeom>
                <a:avLst/>
                <a:gdLst/>
                <a:ahLst/>
                <a:cxnLst/>
                <a:rect l="l" t="t" r="r" b="b"/>
                <a:pathLst>
                  <a:path w="59" h="294" extrusionOk="0">
                    <a:moveTo>
                      <a:pt x="20" y="1"/>
                    </a:moveTo>
                    <a:cubicBezTo>
                      <a:pt x="58" y="95"/>
                      <a:pt x="41" y="198"/>
                      <a:pt x="5" y="290"/>
                    </a:cubicBezTo>
                    <a:cubicBezTo>
                      <a:pt x="4" y="292"/>
                      <a:pt x="2" y="293"/>
                      <a:pt x="0" y="292"/>
                    </a:cubicBezTo>
                    <a:cubicBezTo>
                      <a:pt x="3" y="282"/>
                      <a:pt x="23" y="186"/>
                      <a:pt x="24" y="146"/>
                    </a:cubicBezTo>
                    <a:cubicBezTo>
                      <a:pt x="26" y="71"/>
                      <a:pt x="18" y="1"/>
                      <a:pt x="18" y="2"/>
                    </a:cubicBezTo>
                    <a:cubicBezTo>
                      <a:pt x="18" y="1"/>
                      <a:pt x="19" y="0"/>
                      <a:pt x="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4"/>
              <p:cNvSpPr/>
              <p:nvPr/>
            </p:nvSpPr>
            <p:spPr>
              <a:xfrm>
                <a:off x="7162230" y="1219505"/>
                <a:ext cx="1410610" cy="1035726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1829" extrusionOk="0">
                    <a:moveTo>
                      <a:pt x="2477" y="1024"/>
                    </a:moveTo>
                    <a:cubicBezTo>
                      <a:pt x="2434" y="790"/>
                      <a:pt x="2171" y="699"/>
                      <a:pt x="2111" y="651"/>
                    </a:cubicBezTo>
                    <a:cubicBezTo>
                      <a:pt x="2141" y="621"/>
                      <a:pt x="2170" y="579"/>
                      <a:pt x="2174" y="537"/>
                    </a:cubicBezTo>
                    <a:cubicBezTo>
                      <a:pt x="2175" y="524"/>
                      <a:pt x="2170" y="486"/>
                      <a:pt x="2162" y="478"/>
                    </a:cubicBezTo>
                    <a:cubicBezTo>
                      <a:pt x="2139" y="453"/>
                      <a:pt x="2100" y="487"/>
                      <a:pt x="2089" y="518"/>
                    </a:cubicBezTo>
                    <a:cubicBezTo>
                      <a:pt x="2079" y="543"/>
                      <a:pt x="2044" y="569"/>
                      <a:pt x="2015" y="593"/>
                    </a:cubicBezTo>
                    <a:cubicBezTo>
                      <a:pt x="1987" y="591"/>
                      <a:pt x="1932" y="566"/>
                      <a:pt x="1906" y="555"/>
                    </a:cubicBezTo>
                    <a:cubicBezTo>
                      <a:pt x="1853" y="531"/>
                      <a:pt x="1815" y="514"/>
                      <a:pt x="1653" y="493"/>
                    </a:cubicBezTo>
                    <a:cubicBezTo>
                      <a:pt x="1636" y="491"/>
                      <a:pt x="1620" y="489"/>
                      <a:pt x="1605" y="486"/>
                    </a:cubicBezTo>
                    <a:cubicBezTo>
                      <a:pt x="1610" y="477"/>
                      <a:pt x="1618" y="464"/>
                      <a:pt x="1628" y="437"/>
                    </a:cubicBezTo>
                    <a:cubicBezTo>
                      <a:pt x="1640" y="404"/>
                      <a:pt x="1647" y="325"/>
                      <a:pt x="1599" y="325"/>
                    </a:cubicBezTo>
                    <a:cubicBezTo>
                      <a:pt x="1561" y="325"/>
                      <a:pt x="1556" y="376"/>
                      <a:pt x="1543" y="403"/>
                    </a:cubicBezTo>
                    <a:cubicBezTo>
                      <a:pt x="1532" y="428"/>
                      <a:pt x="1528" y="429"/>
                      <a:pt x="1505" y="456"/>
                    </a:cubicBezTo>
                    <a:cubicBezTo>
                      <a:pt x="1488" y="458"/>
                      <a:pt x="1452" y="450"/>
                      <a:pt x="1436" y="446"/>
                    </a:cubicBezTo>
                    <a:cubicBezTo>
                      <a:pt x="1414" y="440"/>
                      <a:pt x="1397" y="435"/>
                      <a:pt x="1375" y="432"/>
                    </a:cubicBezTo>
                    <a:cubicBezTo>
                      <a:pt x="1314" y="423"/>
                      <a:pt x="1251" y="439"/>
                      <a:pt x="1206" y="440"/>
                    </a:cubicBezTo>
                    <a:cubicBezTo>
                      <a:pt x="1220" y="398"/>
                      <a:pt x="1228" y="378"/>
                      <a:pt x="1230" y="304"/>
                    </a:cubicBezTo>
                    <a:cubicBezTo>
                      <a:pt x="1232" y="276"/>
                      <a:pt x="1229" y="226"/>
                      <a:pt x="1223" y="199"/>
                    </a:cubicBezTo>
                    <a:cubicBezTo>
                      <a:pt x="1218" y="164"/>
                      <a:pt x="1208" y="132"/>
                      <a:pt x="1197" y="102"/>
                    </a:cubicBezTo>
                    <a:cubicBezTo>
                      <a:pt x="1190" y="83"/>
                      <a:pt x="1129" y="0"/>
                      <a:pt x="1109" y="0"/>
                    </a:cubicBezTo>
                    <a:cubicBezTo>
                      <a:pt x="1078" y="1"/>
                      <a:pt x="1100" y="100"/>
                      <a:pt x="1109" y="129"/>
                    </a:cubicBezTo>
                    <a:cubicBezTo>
                      <a:pt x="1126" y="183"/>
                      <a:pt x="1126" y="201"/>
                      <a:pt x="1128" y="214"/>
                    </a:cubicBezTo>
                    <a:cubicBezTo>
                      <a:pt x="1130" y="229"/>
                      <a:pt x="1131" y="268"/>
                      <a:pt x="1128" y="297"/>
                    </a:cubicBezTo>
                    <a:cubicBezTo>
                      <a:pt x="1125" y="325"/>
                      <a:pt x="1118" y="354"/>
                      <a:pt x="1112" y="383"/>
                    </a:cubicBezTo>
                    <a:cubicBezTo>
                      <a:pt x="1108" y="400"/>
                      <a:pt x="1104" y="418"/>
                      <a:pt x="1099" y="439"/>
                    </a:cubicBezTo>
                    <a:cubicBezTo>
                      <a:pt x="1074" y="450"/>
                      <a:pt x="1009" y="467"/>
                      <a:pt x="896" y="479"/>
                    </a:cubicBezTo>
                    <a:cubicBezTo>
                      <a:pt x="765" y="494"/>
                      <a:pt x="698" y="490"/>
                      <a:pt x="646" y="496"/>
                    </a:cubicBezTo>
                    <a:cubicBezTo>
                      <a:pt x="496" y="513"/>
                      <a:pt x="357" y="575"/>
                      <a:pt x="288" y="604"/>
                    </a:cubicBezTo>
                    <a:cubicBezTo>
                      <a:pt x="266" y="613"/>
                      <a:pt x="240" y="610"/>
                      <a:pt x="221" y="597"/>
                    </a:cubicBezTo>
                    <a:cubicBezTo>
                      <a:pt x="190" y="577"/>
                      <a:pt x="131" y="534"/>
                      <a:pt x="112" y="503"/>
                    </a:cubicBezTo>
                    <a:cubicBezTo>
                      <a:pt x="84" y="458"/>
                      <a:pt x="64" y="408"/>
                      <a:pt x="55" y="355"/>
                    </a:cubicBezTo>
                    <a:cubicBezTo>
                      <a:pt x="48" y="319"/>
                      <a:pt x="42" y="279"/>
                      <a:pt x="39" y="248"/>
                    </a:cubicBezTo>
                    <a:cubicBezTo>
                      <a:pt x="32" y="197"/>
                      <a:pt x="2" y="132"/>
                      <a:pt x="0" y="128"/>
                    </a:cubicBezTo>
                    <a:cubicBezTo>
                      <a:pt x="20" y="189"/>
                      <a:pt x="13" y="277"/>
                      <a:pt x="24" y="390"/>
                    </a:cubicBezTo>
                    <a:cubicBezTo>
                      <a:pt x="27" y="420"/>
                      <a:pt x="37" y="448"/>
                      <a:pt x="51" y="474"/>
                    </a:cubicBezTo>
                    <a:lnTo>
                      <a:pt x="51" y="474"/>
                    </a:lnTo>
                    <a:cubicBezTo>
                      <a:pt x="89" y="546"/>
                      <a:pt x="157" y="603"/>
                      <a:pt x="184" y="666"/>
                    </a:cubicBezTo>
                    <a:cubicBezTo>
                      <a:pt x="185" y="668"/>
                      <a:pt x="194" y="684"/>
                      <a:pt x="213" y="695"/>
                    </a:cubicBezTo>
                    <a:cubicBezTo>
                      <a:pt x="232" y="705"/>
                      <a:pt x="254" y="706"/>
                      <a:pt x="275" y="698"/>
                    </a:cubicBezTo>
                    <a:lnTo>
                      <a:pt x="275" y="698"/>
                    </a:lnTo>
                    <a:cubicBezTo>
                      <a:pt x="331" y="680"/>
                      <a:pt x="518" y="586"/>
                      <a:pt x="707" y="582"/>
                    </a:cubicBezTo>
                    <a:cubicBezTo>
                      <a:pt x="808" y="580"/>
                      <a:pt x="939" y="571"/>
                      <a:pt x="1038" y="551"/>
                    </a:cubicBezTo>
                    <a:cubicBezTo>
                      <a:pt x="1090" y="541"/>
                      <a:pt x="1129" y="528"/>
                      <a:pt x="1143" y="514"/>
                    </a:cubicBezTo>
                    <a:cubicBezTo>
                      <a:pt x="1144" y="516"/>
                      <a:pt x="1146" y="520"/>
                      <a:pt x="1151" y="523"/>
                    </a:cubicBezTo>
                    <a:cubicBezTo>
                      <a:pt x="1167" y="535"/>
                      <a:pt x="1199" y="535"/>
                      <a:pt x="1219" y="533"/>
                    </a:cubicBezTo>
                    <a:cubicBezTo>
                      <a:pt x="1289" y="528"/>
                      <a:pt x="1332" y="514"/>
                      <a:pt x="1397" y="532"/>
                    </a:cubicBezTo>
                    <a:cubicBezTo>
                      <a:pt x="1459" y="548"/>
                      <a:pt x="1508" y="558"/>
                      <a:pt x="1529" y="546"/>
                    </a:cubicBezTo>
                    <a:cubicBezTo>
                      <a:pt x="1530" y="546"/>
                      <a:pt x="1531" y="545"/>
                      <a:pt x="1532" y="544"/>
                    </a:cubicBezTo>
                    <a:lnTo>
                      <a:pt x="1532" y="544"/>
                    </a:lnTo>
                    <a:cubicBezTo>
                      <a:pt x="1532" y="545"/>
                      <a:pt x="1532" y="550"/>
                      <a:pt x="1538" y="556"/>
                    </a:cubicBezTo>
                    <a:cubicBezTo>
                      <a:pt x="1550" y="567"/>
                      <a:pt x="1574" y="576"/>
                      <a:pt x="1590" y="579"/>
                    </a:cubicBezTo>
                    <a:cubicBezTo>
                      <a:pt x="1633" y="589"/>
                      <a:pt x="1749" y="595"/>
                      <a:pt x="1841" y="627"/>
                    </a:cubicBezTo>
                    <a:cubicBezTo>
                      <a:pt x="1874" y="640"/>
                      <a:pt x="1895" y="652"/>
                      <a:pt x="1939" y="669"/>
                    </a:cubicBezTo>
                    <a:lnTo>
                      <a:pt x="1939" y="669"/>
                    </a:lnTo>
                    <a:cubicBezTo>
                      <a:pt x="1956" y="676"/>
                      <a:pt x="1980" y="683"/>
                      <a:pt x="1998" y="687"/>
                    </a:cubicBezTo>
                    <a:cubicBezTo>
                      <a:pt x="2023" y="691"/>
                      <a:pt x="2033" y="687"/>
                      <a:pt x="2035" y="687"/>
                    </a:cubicBezTo>
                    <a:lnTo>
                      <a:pt x="2034" y="688"/>
                    </a:lnTo>
                    <a:cubicBezTo>
                      <a:pt x="2027" y="694"/>
                      <a:pt x="2050" y="714"/>
                      <a:pt x="2057" y="720"/>
                    </a:cubicBezTo>
                    <a:cubicBezTo>
                      <a:pt x="2104" y="757"/>
                      <a:pt x="2122" y="760"/>
                      <a:pt x="2190" y="801"/>
                    </a:cubicBezTo>
                    <a:cubicBezTo>
                      <a:pt x="2296" y="868"/>
                      <a:pt x="2368" y="952"/>
                      <a:pt x="2381" y="1079"/>
                    </a:cubicBezTo>
                    <a:cubicBezTo>
                      <a:pt x="2389" y="1149"/>
                      <a:pt x="2396" y="1254"/>
                      <a:pt x="2375" y="1321"/>
                    </a:cubicBezTo>
                    <a:cubicBezTo>
                      <a:pt x="2364" y="1354"/>
                      <a:pt x="2348" y="1374"/>
                      <a:pt x="2325" y="1400"/>
                    </a:cubicBezTo>
                    <a:cubicBezTo>
                      <a:pt x="2285" y="1443"/>
                      <a:pt x="2062" y="1557"/>
                      <a:pt x="1956" y="1659"/>
                    </a:cubicBezTo>
                    <a:cubicBezTo>
                      <a:pt x="1918" y="1696"/>
                      <a:pt x="1873" y="1727"/>
                      <a:pt x="1828" y="1749"/>
                    </a:cubicBezTo>
                    <a:lnTo>
                      <a:pt x="1907" y="1828"/>
                    </a:lnTo>
                    <a:cubicBezTo>
                      <a:pt x="1937" y="1769"/>
                      <a:pt x="2164" y="1640"/>
                      <a:pt x="2254" y="1595"/>
                    </a:cubicBezTo>
                    <a:cubicBezTo>
                      <a:pt x="2382" y="1530"/>
                      <a:pt x="2393" y="1521"/>
                      <a:pt x="2422" y="1477"/>
                    </a:cubicBezTo>
                    <a:cubicBezTo>
                      <a:pt x="2432" y="1462"/>
                      <a:pt x="2441" y="1444"/>
                      <a:pt x="2447" y="1427"/>
                    </a:cubicBezTo>
                    <a:cubicBezTo>
                      <a:pt x="2476" y="1354"/>
                      <a:pt x="2483" y="1270"/>
                      <a:pt x="2486" y="1227"/>
                    </a:cubicBezTo>
                    <a:cubicBezTo>
                      <a:pt x="2490" y="1168"/>
                      <a:pt x="2484" y="1059"/>
                      <a:pt x="2477" y="10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4"/>
              <p:cNvSpPr/>
              <p:nvPr/>
            </p:nvSpPr>
            <p:spPr>
              <a:xfrm>
                <a:off x="7281149" y="1256880"/>
                <a:ext cx="1267340" cy="945688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1670" extrusionOk="0">
                    <a:moveTo>
                      <a:pt x="2225" y="954"/>
                    </a:moveTo>
                    <a:cubicBezTo>
                      <a:pt x="2187" y="745"/>
                      <a:pt x="1943" y="659"/>
                      <a:pt x="1879" y="610"/>
                    </a:cubicBezTo>
                    <a:cubicBezTo>
                      <a:pt x="1868" y="601"/>
                      <a:pt x="1846" y="583"/>
                      <a:pt x="1837" y="570"/>
                    </a:cubicBezTo>
                    <a:cubicBezTo>
                      <a:pt x="1845" y="565"/>
                      <a:pt x="1852" y="560"/>
                      <a:pt x="1858" y="555"/>
                    </a:cubicBezTo>
                    <a:cubicBezTo>
                      <a:pt x="1874" y="541"/>
                      <a:pt x="1898" y="514"/>
                      <a:pt x="1909" y="493"/>
                    </a:cubicBezTo>
                    <a:cubicBezTo>
                      <a:pt x="1915" y="481"/>
                      <a:pt x="1920" y="469"/>
                      <a:pt x="1921" y="455"/>
                    </a:cubicBezTo>
                    <a:cubicBezTo>
                      <a:pt x="1921" y="454"/>
                      <a:pt x="1919" y="454"/>
                      <a:pt x="1919" y="455"/>
                    </a:cubicBezTo>
                    <a:cubicBezTo>
                      <a:pt x="1904" y="497"/>
                      <a:pt x="1857" y="527"/>
                      <a:pt x="1822" y="557"/>
                    </a:cubicBezTo>
                    <a:lnTo>
                      <a:pt x="1822" y="556"/>
                    </a:lnTo>
                    <a:cubicBezTo>
                      <a:pt x="1794" y="564"/>
                      <a:pt x="1744" y="543"/>
                      <a:pt x="1717" y="533"/>
                    </a:cubicBezTo>
                    <a:cubicBezTo>
                      <a:pt x="1636" y="499"/>
                      <a:pt x="1629" y="482"/>
                      <a:pt x="1437" y="457"/>
                    </a:cubicBezTo>
                    <a:cubicBezTo>
                      <a:pt x="1406" y="453"/>
                      <a:pt x="1361" y="449"/>
                      <a:pt x="1338" y="431"/>
                    </a:cubicBezTo>
                    <a:cubicBezTo>
                      <a:pt x="1336" y="429"/>
                      <a:pt x="1351" y="398"/>
                      <a:pt x="1362" y="379"/>
                    </a:cubicBezTo>
                    <a:cubicBezTo>
                      <a:pt x="1369" y="368"/>
                      <a:pt x="1374" y="357"/>
                      <a:pt x="1378" y="345"/>
                    </a:cubicBezTo>
                    <a:cubicBezTo>
                      <a:pt x="1382" y="333"/>
                      <a:pt x="1384" y="321"/>
                      <a:pt x="1386" y="308"/>
                    </a:cubicBezTo>
                    <a:cubicBezTo>
                      <a:pt x="1386" y="307"/>
                      <a:pt x="1384" y="307"/>
                      <a:pt x="1384" y="308"/>
                    </a:cubicBezTo>
                    <a:cubicBezTo>
                      <a:pt x="1384" y="307"/>
                      <a:pt x="1379" y="327"/>
                      <a:pt x="1372" y="342"/>
                    </a:cubicBezTo>
                    <a:cubicBezTo>
                      <a:pt x="1355" y="378"/>
                      <a:pt x="1347" y="380"/>
                      <a:pt x="1316" y="419"/>
                    </a:cubicBezTo>
                    <a:cubicBezTo>
                      <a:pt x="1300" y="417"/>
                      <a:pt x="1298" y="428"/>
                      <a:pt x="1216" y="409"/>
                    </a:cubicBezTo>
                    <a:cubicBezTo>
                      <a:pt x="1193" y="403"/>
                      <a:pt x="1177" y="398"/>
                      <a:pt x="1158" y="396"/>
                    </a:cubicBezTo>
                    <a:cubicBezTo>
                      <a:pt x="1088" y="385"/>
                      <a:pt x="1006" y="415"/>
                      <a:pt x="958" y="401"/>
                    </a:cubicBezTo>
                    <a:cubicBezTo>
                      <a:pt x="953" y="400"/>
                      <a:pt x="945" y="397"/>
                      <a:pt x="942" y="392"/>
                    </a:cubicBezTo>
                    <a:cubicBezTo>
                      <a:pt x="941" y="392"/>
                      <a:pt x="957" y="343"/>
                      <a:pt x="964" y="320"/>
                    </a:cubicBezTo>
                    <a:cubicBezTo>
                      <a:pt x="974" y="289"/>
                      <a:pt x="976" y="256"/>
                      <a:pt x="977" y="224"/>
                    </a:cubicBezTo>
                    <a:cubicBezTo>
                      <a:pt x="979" y="198"/>
                      <a:pt x="975" y="150"/>
                      <a:pt x="970" y="128"/>
                    </a:cubicBezTo>
                    <a:cubicBezTo>
                      <a:pt x="966" y="96"/>
                      <a:pt x="956" y="66"/>
                      <a:pt x="946" y="36"/>
                    </a:cubicBezTo>
                    <a:cubicBezTo>
                      <a:pt x="945" y="34"/>
                      <a:pt x="928" y="0"/>
                      <a:pt x="927" y="0"/>
                    </a:cubicBezTo>
                    <a:cubicBezTo>
                      <a:pt x="925" y="0"/>
                      <a:pt x="939" y="36"/>
                      <a:pt x="939" y="38"/>
                    </a:cubicBezTo>
                    <a:cubicBezTo>
                      <a:pt x="939" y="37"/>
                      <a:pt x="956" y="86"/>
                      <a:pt x="960" y="130"/>
                    </a:cubicBezTo>
                    <a:cubicBezTo>
                      <a:pt x="963" y="151"/>
                      <a:pt x="963" y="199"/>
                      <a:pt x="960" y="223"/>
                    </a:cubicBezTo>
                    <a:cubicBezTo>
                      <a:pt x="957" y="254"/>
                      <a:pt x="949" y="284"/>
                      <a:pt x="943" y="314"/>
                    </a:cubicBezTo>
                    <a:cubicBezTo>
                      <a:pt x="938" y="339"/>
                      <a:pt x="931" y="364"/>
                      <a:pt x="925" y="388"/>
                    </a:cubicBezTo>
                    <a:cubicBezTo>
                      <a:pt x="887" y="419"/>
                      <a:pt x="736" y="438"/>
                      <a:pt x="690" y="443"/>
                    </a:cubicBezTo>
                    <a:cubicBezTo>
                      <a:pt x="556" y="458"/>
                      <a:pt x="491" y="454"/>
                      <a:pt x="441" y="460"/>
                    </a:cubicBezTo>
                    <a:cubicBezTo>
                      <a:pt x="262" y="480"/>
                      <a:pt x="100" y="568"/>
                      <a:pt x="52" y="580"/>
                    </a:cubicBezTo>
                    <a:cubicBezTo>
                      <a:pt x="42" y="582"/>
                      <a:pt x="32" y="583"/>
                      <a:pt x="22" y="581"/>
                    </a:cubicBezTo>
                    <a:cubicBezTo>
                      <a:pt x="1" y="577"/>
                      <a:pt x="0" y="578"/>
                      <a:pt x="21" y="583"/>
                    </a:cubicBezTo>
                    <a:cubicBezTo>
                      <a:pt x="58" y="591"/>
                      <a:pt x="83" y="569"/>
                      <a:pt x="199" y="529"/>
                    </a:cubicBezTo>
                    <a:cubicBezTo>
                      <a:pt x="278" y="501"/>
                      <a:pt x="359" y="479"/>
                      <a:pt x="441" y="472"/>
                    </a:cubicBezTo>
                    <a:cubicBezTo>
                      <a:pt x="462" y="469"/>
                      <a:pt x="483" y="469"/>
                      <a:pt x="503" y="468"/>
                    </a:cubicBezTo>
                    <a:cubicBezTo>
                      <a:pt x="609" y="467"/>
                      <a:pt x="776" y="455"/>
                      <a:pt x="878" y="428"/>
                    </a:cubicBezTo>
                    <a:cubicBezTo>
                      <a:pt x="894" y="423"/>
                      <a:pt x="915" y="416"/>
                      <a:pt x="930" y="406"/>
                    </a:cubicBezTo>
                    <a:cubicBezTo>
                      <a:pt x="953" y="430"/>
                      <a:pt x="1011" y="422"/>
                      <a:pt x="1042" y="419"/>
                    </a:cubicBezTo>
                    <a:cubicBezTo>
                      <a:pt x="1101" y="412"/>
                      <a:pt x="1129" y="407"/>
                      <a:pt x="1182" y="420"/>
                    </a:cubicBezTo>
                    <a:cubicBezTo>
                      <a:pt x="1209" y="428"/>
                      <a:pt x="1239" y="435"/>
                      <a:pt x="1268" y="439"/>
                    </a:cubicBezTo>
                    <a:cubicBezTo>
                      <a:pt x="1312" y="444"/>
                      <a:pt x="1305" y="430"/>
                      <a:pt x="1325" y="446"/>
                    </a:cubicBezTo>
                    <a:cubicBezTo>
                      <a:pt x="1352" y="468"/>
                      <a:pt x="1399" y="472"/>
                      <a:pt x="1433" y="477"/>
                    </a:cubicBezTo>
                    <a:cubicBezTo>
                      <a:pt x="1621" y="502"/>
                      <a:pt x="1626" y="519"/>
                      <a:pt x="1708" y="552"/>
                    </a:cubicBezTo>
                    <a:cubicBezTo>
                      <a:pt x="1740" y="565"/>
                      <a:pt x="1786" y="582"/>
                      <a:pt x="1818" y="578"/>
                    </a:cubicBezTo>
                    <a:cubicBezTo>
                      <a:pt x="1830" y="600"/>
                      <a:pt x="1869" y="630"/>
                      <a:pt x="1886" y="639"/>
                    </a:cubicBezTo>
                    <a:cubicBezTo>
                      <a:pt x="1945" y="674"/>
                      <a:pt x="2045" y="720"/>
                      <a:pt x="2119" y="797"/>
                    </a:cubicBezTo>
                    <a:cubicBezTo>
                      <a:pt x="2168" y="847"/>
                      <a:pt x="2195" y="900"/>
                      <a:pt x="2206" y="957"/>
                    </a:cubicBezTo>
                    <a:cubicBezTo>
                      <a:pt x="2212" y="985"/>
                      <a:pt x="2220" y="1089"/>
                      <a:pt x="2217" y="1145"/>
                    </a:cubicBezTo>
                    <a:cubicBezTo>
                      <a:pt x="2214" y="1217"/>
                      <a:pt x="2202" y="1307"/>
                      <a:pt x="2165" y="1370"/>
                    </a:cubicBezTo>
                    <a:cubicBezTo>
                      <a:pt x="2148" y="1396"/>
                      <a:pt x="2143" y="1404"/>
                      <a:pt x="2054" y="1452"/>
                    </a:cubicBezTo>
                    <a:cubicBezTo>
                      <a:pt x="1978" y="1492"/>
                      <a:pt x="1874" y="1545"/>
                      <a:pt x="1809" y="1598"/>
                    </a:cubicBezTo>
                    <a:cubicBezTo>
                      <a:pt x="1786" y="1617"/>
                      <a:pt x="1760" y="1643"/>
                      <a:pt x="1747" y="1669"/>
                    </a:cubicBezTo>
                    <a:cubicBezTo>
                      <a:pt x="1807" y="1554"/>
                      <a:pt x="2121" y="1449"/>
                      <a:pt x="2160" y="1396"/>
                    </a:cubicBezTo>
                    <a:cubicBezTo>
                      <a:pt x="2168" y="1385"/>
                      <a:pt x="2163" y="1394"/>
                      <a:pt x="2175" y="1376"/>
                    </a:cubicBezTo>
                    <a:cubicBezTo>
                      <a:pt x="2183" y="1362"/>
                      <a:pt x="2190" y="1347"/>
                      <a:pt x="2196" y="1332"/>
                    </a:cubicBezTo>
                    <a:cubicBezTo>
                      <a:pt x="2218" y="1277"/>
                      <a:pt x="2229" y="1206"/>
                      <a:pt x="2231" y="1145"/>
                    </a:cubicBezTo>
                    <a:cubicBezTo>
                      <a:pt x="2237" y="1089"/>
                      <a:pt x="2231" y="984"/>
                      <a:pt x="2225" y="95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4"/>
              <p:cNvSpPr/>
              <p:nvPr/>
            </p:nvSpPr>
            <p:spPr>
              <a:xfrm>
                <a:off x="8726870" y="1534357"/>
                <a:ext cx="61159" cy="19706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48" extrusionOk="0">
                    <a:moveTo>
                      <a:pt x="67" y="308"/>
                    </a:moveTo>
                    <a:cubicBezTo>
                      <a:pt x="58" y="321"/>
                      <a:pt x="26" y="347"/>
                      <a:pt x="11" y="341"/>
                    </a:cubicBezTo>
                    <a:cubicBezTo>
                      <a:pt x="0" y="335"/>
                      <a:pt x="5" y="294"/>
                      <a:pt x="8" y="282"/>
                    </a:cubicBezTo>
                    <a:cubicBezTo>
                      <a:pt x="32" y="172"/>
                      <a:pt x="33" y="77"/>
                      <a:pt x="49" y="0"/>
                    </a:cubicBezTo>
                    <a:cubicBezTo>
                      <a:pt x="55" y="23"/>
                      <a:pt x="57" y="42"/>
                      <a:pt x="58" y="55"/>
                    </a:cubicBezTo>
                    <a:cubicBezTo>
                      <a:pt x="59" y="67"/>
                      <a:pt x="65" y="78"/>
                      <a:pt x="76" y="85"/>
                    </a:cubicBezTo>
                    <a:cubicBezTo>
                      <a:pt x="83" y="89"/>
                      <a:pt x="93" y="96"/>
                      <a:pt x="104" y="106"/>
                    </a:cubicBezTo>
                    <a:cubicBezTo>
                      <a:pt x="107" y="146"/>
                      <a:pt x="86" y="282"/>
                      <a:pt x="67" y="3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4"/>
              <p:cNvSpPr/>
              <p:nvPr/>
            </p:nvSpPr>
            <p:spPr>
              <a:xfrm>
                <a:off x="8743292" y="1579093"/>
                <a:ext cx="25483" cy="113256"/>
              </a:xfrm>
              <a:custGeom>
                <a:avLst/>
                <a:gdLst/>
                <a:ahLst/>
                <a:cxnLst/>
                <a:rect l="l" t="t" r="r" b="b"/>
                <a:pathLst>
                  <a:path w="45" h="200" extrusionOk="0">
                    <a:moveTo>
                      <a:pt x="38" y="0"/>
                    </a:moveTo>
                    <a:cubicBezTo>
                      <a:pt x="44" y="32"/>
                      <a:pt x="43" y="70"/>
                      <a:pt x="38" y="103"/>
                    </a:cubicBezTo>
                    <a:cubicBezTo>
                      <a:pt x="32" y="136"/>
                      <a:pt x="21" y="172"/>
                      <a:pt x="0" y="199"/>
                    </a:cubicBezTo>
                    <a:cubicBezTo>
                      <a:pt x="10" y="161"/>
                      <a:pt x="14" y="144"/>
                      <a:pt x="22" y="100"/>
                    </a:cubicBezTo>
                    <a:cubicBezTo>
                      <a:pt x="33" y="28"/>
                      <a:pt x="34" y="20"/>
                      <a:pt x="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4"/>
              <p:cNvSpPr/>
              <p:nvPr/>
            </p:nvSpPr>
            <p:spPr>
              <a:xfrm>
                <a:off x="6475895" y="2130651"/>
                <a:ext cx="552125" cy="395830"/>
              </a:xfrm>
              <a:custGeom>
                <a:avLst/>
                <a:gdLst/>
                <a:ahLst/>
                <a:cxnLst/>
                <a:rect l="l" t="t" r="r" b="b"/>
                <a:pathLst>
                  <a:path w="975" h="699" extrusionOk="0">
                    <a:moveTo>
                      <a:pt x="964" y="519"/>
                    </a:moveTo>
                    <a:cubicBezTo>
                      <a:pt x="904" y="581"/>
                      <a:pt x="821" y="589"/>
                      <a:pt x="734" y="589"/>
                    </a:cubicBezTo>
                    <a:cubicBezTo>
                      <a:pt x="711" y="589"/>
                      <a:pt x="673" y="588"/>
                      <a:pt x="650" y="588"/>
                    </a:cubicBezTo>
                    <a:cubicBezTo>
                      <a:pt x="597" y="587"/>
                      <a:pt x="624" y="588"/>
                      <a:pt x="360" y="597"/>
                    </a:cubicBezTo>
                    <a:cubicBezTo>
                      <a:pt x="243" y="601"/>
                      <a:pt x="208" y="602"/>
                      <a:pt x="169" y="603"/>
                    </a:cubicBezTo>
                    <a:cubicBezTo>
                      <a:pt x="150" y="603"/>
                      <a:pt x="136" y="603"/>
                      <a:pt x="119" y="609"/>
                    </a:cubicBezTo>
                    <a:cubicBezTo>
                      <a:pt x="95" y="618"/>
                      <a:pt x="75" y="638"/>
                      <a:pt x="64" y="662"/>
                    </a:cubicBezTo>
                    <a:cubicBezTo>
                      <a:pt x="62" y="667"/>
                      <a:pt x="60" y="672"/>
                      <a:pt x="59" y="677"/>
                    </a:cubicBezTo>
                    <a:cubicBezTo>
                      <a:pt x="55" y="689"/>
                      <a:pt x="45" y="698"/>
                      <a:pt x="32" y="698"/>
                    </a:cubicBezTo>
                    <a:cubicBezTo>
                      <a:pt x="14" y="698"/>
                      <a:pt x="0" y="681"/>
                      <a:pt x="4" y="663"/>
                    </a:cubicBezTo>
                    <a:cubicBezTo>
                      <a:pt x="6" y="654"/>
                      <a:pt x="10" y="645"/>
                      <a:pt x="13" y="636"/>
                    </a:cubicBezTo>
                    <a:cubicBezTo>
                      <a:pt x="30" y="599"/>
                      <a:pt x="61" y="569"/>
                      <a:pt x="98" y="554"/>
                    </a:cubicBezTo>
                    <a:cubicBezTo>
                      <a:pt x="124" y="544"/>
                      <a:pt x="143" y="543"/>
                      <a:pt x="175" y="542"/>
                    </a:cubicBezTo>
                    <a:cubicBezTo>
                      <a:pt x="194" y="542"/>
                      <a:pt x="210" y="526"/>
                      <a:pt x="210" y="506"/>
                    </a:cubicBezTo>
                    <a:cubicBezTo>
                      <a:pt x="210" y="451"/>
                      <a:pt x="193" y="364"/>
                      <a:pt x="189" y="301"/>
                    </a:cubicBezTo>
                    <a:cubicBezTo>
                      <a:pt x="184" y="214"/>
                      <a:pt x="198" y="88"/>
                      <a:pt x="215" y="21"/>
                    </a:cubicBezTo>
                    <a:cubicBezTo>
                      <a:pt x="217" y="9"/>
                      <a:pt x="227" y="0"/>
                      <a:pt x="239" y="0"/>
                    </a:cubicBezTo>
                    <a:cubicBezTo>
                      <a:pt x="255" y="0"/>
                      <a:pt x="268" y="15"/>
                      <a:pt x="265" y="31"/>
                    </a:cubicBezTo>
                    <a:cubicBezTo>
                      <a:pt x="254" y="79"/>
                      <a:pt x="249" y="145"/>
                      <a:pt x="247" y="164"/>
                    </a:cubicBezTo>
                    <a:cubicBezTo>
                      <a:pt x="242" y="238"/>
                      <a:pt x="244" y="273"/>
                      <a:pt x="248" y="314"/>
                    </a:cubicBezTo>
                    <a:cubicBezTo>
                      <a:pt x="259" y="399"/>
                      <a:pt x="274" y="467"/>
                      <a:pt x="273" y="520"/>
                    </a:cubicBezTo>
                    <a:cubicBezTo>
                      <a:pt x="272" y="529"/>
                      <a:pt x="281" y="537"/>
                      <a:pt x="290" y="537"/>
                    </a:cubicBezTo>
                    <a:cubicBezTo>
                      <a:pt x="390" y="531"/>
                      <a:pt x="503" y="522"/>
                      <a:pt x="592" y="520"/>
                    </a:cubicBezTo>
                    <a:cubicBezTo>
                      <a:pt x="727" y="517"/>
                      <a:pt x="851" y="546"/>
                      <a:pt x="924" y="479"/>
                    </a:cubicBezTo>
                    <a:cubicBezTo>
                      <a:pt x="936" y="468"/>
                      <a:pt x="954" y="469"/>
                      <a:pt x="964" y="480"/>
                    </a:cubicBezTo>
                    <a:cubicBezTo>
                      <a:pt x="974" y="492"/>
                      <a:pt x="974" y="509"/>
                      <a:pt x="964" y="5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4"/>
              <p:cNvSpPr/>
              <p:nvPr/>
            </p:nvSpPr>
            <p:spPr>
              <a:xfrm>
                <a:off x="6488920" y="2143109"/>
                <a:ext cx="526076" cy="373179"/>
              </a:xfrm>
              <a:custGeom>
                <a:avLst/>
                <a:gdLst/>
                <a:ahLst/>
                <a:cxnLst/>
                <a:rect l="l" t="t" r="r" b="b"/>
                <a:pathLst>
                  <a:path w="929" h="659" extrusionOk="0">
                    <a:moveTo>
                      <a:pt x="926" y="473"/>
                    </a:moveTo>
                    <a:cubicBezTo>
                      <a:pt x="923" y="471"/>
                      <a:pt x="919" y="470"/>
                      <a:pt x="916" y="473"/>
                    </a:cubicBezTo>
                    <a:cubicBezTo>
                      <a:pt x="835" y="547"/>
                      <a:pt x="707" y="517"/>
                      <a:pt x="570" y="520"/>
                    </a:cubicBezTo>
                    <a:cubicBezTo>
                      <a:pt x="467" y="522"/>
                      <a:pt x="337" y="533"/>
                      <a:pt x="221" y="539"/>
                    </a:cubicBezTo>
                    <a:cubicBezTo>
                      <a:pt x="239" y="489"/>
                      <a:pt x="218" y="405"/>
                      <a:pt x="204" y="294"/>
                    </a:cubicBezTo>
                    <a:cubicBezTo>
                      <a:pt x="200" y="249"/>
                      <a:pt x="199" y="213"/>
                      <a:pt x="203" y="141"/>
                    </a:cubicBezTo>
                    <a:cubicBezTo>
                      <a:pt x="206" y="101"/>
                      <a:pt x="212" y="45"/>
                      <a:pt x="221" y="5"/>
                    </a:cubicBezTo>
                    <a:cubicBezTo>
                      <a:pt x="221" y="3"/>
                      <a:pt x="221" y="1"/>
                      <a:pt x="218" y="0"/>
                    </a:cubicBezTo>
                    <a:cubicBezTo>
                      <a:pt x="216" y="0"/>
                      <a:pt x="213" y="1"/>
                      <a:pt x="212" y="3"/>
                    </a:cubicBezTo>
                    <a:cubicBezTo>
                      <a:pt x="197" y="68"/>
                      <a:pt x="182" y="192"/>
                      <a:pt x="187" y="279"/>
                    </a:cubicBezTo>
                    <a:cubicBezTo>
                      <a:pt x="191" y="340"/>
                      <a:pt x="208" y="425"/>
                      <a:pt x="209" y="483"/>
                    </a:cubicBezTo>
                    <a:cubicBezTo>
                      <a:pt x="209" y="504"/>
                      <a:pt x="207" y="525"/>
                      <a:pt x="198" y="540"/>
                    </a:cubicBezTo>
                    <a:cubicBezTo>
                      <a:pt x="180" y="541"/>
                      <a:pt x="162" y="542"/>
                      <a:pt x="145" y="542"/>
                    </a:cubicBezTo>
                    <a:cubicBezTo>
                      <a:pt x="122" y="543"/>
                      <a:pt x="105" y="544"/>
                      <a:pt x="83" y="553"/>
                    </a:cubicBezTo>
                    <a:cubicBezTo>
                      <a:pt x="41" y="569"/>
                      <a:pt x="12" y="607"/>
                      <a:pt x="2" y="646"/>
                    </a:cubicBezTo>
                    <a:cubicBezTo>
                      <a:pt x="0" y="655"/>
                      <a:pt x="12" y="658"/>
                      <a:pt x="15" y="649"/>
                    </a:cubicBezTo>
                    <a:cubicBezTo>
                      <a:pt x="25" y="614"/>
                      <a:pt x="51" y="581"/>
                      <a:pt x="88" y="568"/>
                    </a:cubicBezTo>
                    <a:cubicBezTo>
                      <a:pt x="109" y="560"/>
                      <a:pt x="124" y="560"/>
                      <a:pt x="145" y="560"/>
                    </a:cubicBezTo>
                    <a:cubicBezTo>
                      <a:pt x="194" y="559"/>
                      <a:pt x="236" y="558"/>
                      <a:pt x="449" y="550"/>
                    </a:cubicBezTo>
                    <a:cubicBezTo>
                      <a:pt x="643" y="542"/>
                      <a:pt x="566" y="545"/>
                      <a:pt x="691" y="546"/>
                    </a:cubicBezTo>
                    <a:cubicBezTo>
                      <a:pt x="751" y="547"/>
                      <a:pt x="819" y="546"/>
                      <a:pt x="874" y="520"/>
                    </a:cubicBezTo>
                    <a:cubicBezTo>
                      <a:pt x="894" y="510"/>
                      <a:pt x="910" y="498"/>
                      <a:pt x="925" y="483"/>
                    </a:cubicBezTo>
                    <a:cubicBezTo>
                      <a:pt x="928" y="480"/>
                      <a:pt x="928" y="476"/>
                      <a:pt x="926" y="4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4"/>
              <p:cNvSpPr/>
              <p:nvPr/>
            </p:nvSpPr>
            <p:spPr>
              <a:xfrm>
                <a:off x="6756771" y="2055902"/>
                <a:ext cx="54363" cy="3176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61" extrusionOk="0">
                    <a:moveTo>
                      <a:pt x="94" y="38"/>
                    </a:moveTo>
                    <a:lnTo>
                      <a:pt x="94" y="38"/>
                    </a:lnTo>
                    <a:cubicBezTo>
                      <a:pt x="95" y="103"/>
                      <a:pt x="80" y="235"/>
                      <a:pt x="69" y="299"/>
                    </a:cubicBezTo>
                    <a:cubicBezTo>
                      <a:pt x="62" y="338"/>
                      <a:pt x="56" y="372"/>
                      <a:pt x="54" y="420"/>
                    </a:cubicBezTo>
                    <a:cubicBezTo>
                      <a:pt x="51" y="466"/>
                      <a:pt x="52" y="499"/>
                      <a:pt x="57" y="530"/>
                    </a:cubicBezTo>
                    <a:cubicBezTo>
                      <a:pt x="59" y="545"/>
                      <a:pt x="49" y="560"/>
                      <a:pt x="32" y="560"/>
                    </a:cubicBezTo>
                    <a:cubicBezTo>
                      <a:pt x="19" y="560"/>
                      <a:pt x="8" y="551"/>
                      <a:pt x="6" y="538"/>
                    </a:cubicBezTo>
                    <a:cubicBezTo>
                      <a:pt x="0" y="498"/>
                      <a:pt x="1" y="445"/>
                      <a:pt x="2" y="418"/>
                    </a:cubicBezTo>
                    <a:cubicBezTo>
                      <a:pt x="7" y="322"/>
                      <a:pt x="20" y="285"/>
                      <a:pt x="27" y="188"/>
                    </a:cubicBezTo>
                    <a:cubicBezTo>
                      <a:pt x="30" y="155"/>
                      <a:pt x="27" y="55"/>
                      <a:pt x="24" y="19"/>
                    </a:cubicBezTo>
                    <a:cubicBezTo>
                      <a:pt x="23" y="0"/>
                      <a:pt x="39" y="28"/>
                      <a:pt x="57" y="27"/>
                    </a:cubicBezTo>
                    <a:cubicBezTo>
                      <a:pt x="76" y="25"/>
                      <a:pt x="94" y="19"/>
                      <a:pt x="94" y="3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4"/>
              <p:cNvSpPr/>
              <p:nvPr/>
            </p:nvSpPr>
            <p:spPr>
              <a:xfrm>
                <a:off x="6769230" y="2092144"/>
                <a:ext cx="29447" cy="269549"/>
              </a:xfrm>
              <a:custGeom>
                <a:avLst/>
                <a:gdLst/>
                <a:ahLst/>
                <a:cxnLst/>
                <a:rect l="l" t="t" r="r" b="b"/>
                <a:pathLst>
                  <a:path w="52" h="476" extrusionOk="0">
                    <a:moveTo>
                      <a:pt x="51" y="10"/>
                    </a:moveTo>
                    <a:cubicBezTo>
                      <a:pt x="51" y="44"/>
                      <a:pt x="47" y="91"/>
                      <a:pt x="42" y="127"/>
                    </a:cubicBezTo>
                    <a:cubicBezTo>
                      <a:pt x="29" y="230"/>
                      <a:pt x="15" y="270"/>
                      <a:pt x="10" y="356"/>
                    </a:cubicBezTo>
                    <a:cubicBezTo>
                      <a:pt x="8" y="394"/>
                      <a:pt x="8" y="433"/>
                      <a:pt x="14" y="469"/>
                    </a:cubicBezTo>
                    <a:cubicBezTo>
                      <a:pt x="14" y="472"/>
                      <a:pt x="13" y="474"/>
                      <a:pt x="11" y="474"/>
                    </a:cubicBezTo>
                    <a:cubicBezTo>
                      <a:pt x="8" y="475"/>
                      <a:pt x="6" y="473"/>
                      <a:pt x="6" y="471"/>
                    </a:cubicBezTo>
                    <a:cubicBezTo>
                      <a:pt x="0" y="437"/>
                      <a:pt x="0" y="390"/>
                      <a:pt x="2" y="355"/>
                    </a:cubicBezTo>
                    <a:cubicBezTo>
                      <a:pt x="7" y="260"/>
                      <a:pt x="19" y="224"/>
                      <a:pt x="27" y="125"/>
                    </a:cubicBezTo>
                    <a:cubicBezTo>
                      <a:pt x="30" y="89"/>
                      <a:pt x="32" y="48"/>
                      <a:pt x="29" y="12"/>
                    </a:cubicBezTo>
                    <a:cubicBezTo>
                      <a:pt x="29" y="5"/>
                      <a:pt x="34" y="0"/>
                      <a:pt x="39" y="0"/>
                    </a:cubicBezTo>
                    <a:cubicBezTo>
                      <a:pt x="45" y="0"/>
                      <a:pt x="50" y="4"/>
                      <a:pt x="51" y="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4"/>
              <p:cNvSpPr/>
              <p:nvPr/>
            </p:nvSpPr>
            <p:spPr>
              <a:xfrm>
                <a:off x="6792447" y="1512839"/>
                <a:ext cx="300696" cy="271248"/>
              </a:xfrm>
              <a:custGeom>
                <a:avLst/>
                <a:gdLst/>
                <a:ahLst/>
                <a:cxnLst/>
                <a:rect l="l" t="t" r="r" b="b"/>
                <a:pathLst>
                  <a:path w="531" h="479" extrusionOk="0">
                    <a:moveTo>
                      <a:pt x="76" y="176"/>
                    </a:moveTo>
                    <a:cubicBezTo>
                      <a:pt x="107" y="223"/>
                      <a:pt x="158" y="314"/>
                      <a:pt x="172" y="336"/>
                    </a:cubicBezTo>
                    <a:cubicBezTo>
                      <a:pt x="186" y="362"/>
                      <a:pt x="244" y="360"/>
                      <a:pt x="296" y="387"/>
                    </a:cubicBezTo>
                    <a:cubicBezTo>
                      <a:pt x="331" y="404"/>
                      <a:pt x="366" y="447"/>
                      <a:pt x="414" y="459"/>
                    </a:cubicBezTo>
                    <a:cubicBezTo>
                      <a:pt x="445" y="466"/>
                      <a:pt x="471" y="456"/>
                      <a:pt x="497" y="438"/>
                    </a:cubicBezTo>
                    <a:cubicBezTo>
                      <a:pt x="500" y="436"/>
                      <a:pt x="527" y="420"/>
                      <a:pt x="529" y="423"/>
                    </a:cubicBezTo>
                    <a:cubicBezTo>
                      <a:pt x="530" y="426"/>
                      <a:pt x="507" y="446"/>
                      <a:pt x="504" y="448"/>
                    </a:cubicBezTo>
                    <a:lnTo>
                      <a:pt x="504" y="448"/>
                    </a:lnTo>
                    <a:cubicBezTo>
                      <a:pt x="476" y="467"/>
                      <a:pt x="445" y="478"/>
                      <a:pt x="412" y="469"/>
                    </a:cubicBezTo>
                    <a:cubicBezTo>
                      <a:pt x="360" y="456"/>
                      <a:pt x="327" y="414"/>
                      <a:pt x="291" y="397"/>
                    </a:cubicBezTo>
                    <a:cubicBezTo>
                      <a:pt x="243" y="375"/>
                      <a:pt x="183" y="377"/>
                      <a:pt x="162" y="351"/>
                    </a:cubicBezTo>
                    <a:cubicBezTo>
                      <a:pt x="143" y="328"/>
                      <a:pt x="78" y="219"/>
                      <a:pt x="58" y="187"/>
                    </a:cubicBezTo>
                    <a:cubicBezTo>
                      <a:pt x="25" y="135"/>
                      <a:pt x="5" y="67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2"/>
                      <a:pt x="13" y="5"/>
                    </a:cubicBezTo>
                    <a:cubicBezTo>
                      <a:pt x="24" y="65"/>
                      <a:pt x="43" y="124"/>
                      <a:pt x="76" y="1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4"/>
              <p:cNvSpPr/>
              <p:nvPr/>
            </p:nvSpPr>
            <p:spPr>
              <a:xfrm>
                <a:off x="7069360" y="1796545"/>
                <a:ext cx="130811" cy="318249"/>
              </a:xfrm>
              <a:custGeom>
                <a:avLst/>
                <a:gdLst/>
                <a:ahLst/>
                <a:cxnLst/>
                <a:rect l="l" t="t" r="r" b="b"/>
                <a:pathLst>
                  <a:path w="231" h="562" extrusionOk="0">
                    <a:moveTo>
                      <a:pt x="106" y="561"/>
                    </a:moveTo>
                    <a:cubicBezTo>
                      <a:pt x="96" y="561"/>
                      <a:pt x="75" y="545"/>
                      <a:pt x="65" y="521"/>
                    </a:cubicBezTo>
                    <a:cubicBezTo>
                      <a:pt x="0" y="372"/>
                      <a:pt x="65" y="177"/>
                      <a:pt x="140" y="55"/>
                    </a:cubicBezTo>
                    <a:cubicBezTo>
                      <a:pt x="147" y="44"/>
                      <a:pt x="156" y="30"/>
                      <a:pt x="161" y="25"/>
                    </a:cubicBezTo>
                    <a:cubicBezTo>
                      <a:pt x="166" y="20"/>
                      <a:pt x="172" y="18"/>
                      <a:pt x="178" y="18"/>
                    </a:cubicBezTo>
                    <a:cubicBezTo>
                      <a:pt x="187" y="18"/>
                      <a:pt x="226" y="0"/>
                      <a:pt x="230" y="8"/>
                    </a:cubicBezTo>
                    <a:cubicBezTo>
                      <a:pt x="230" y="8"/>
                      <a:pt x="202" y="47"/>
                      <a:pt x="198" y="54"/>
                    </a:cubicBezTo>
                    <a:cubicBezTo>
                      <a:pt x="185" y="75"/>
                      <a:pt x="159" y="133"/>
                      <a:pt x="147" y="162"/>
                    </a:cubicBezTo>
                    <a:cubicBezTo>
                      <a:pt x="107" y="263"/>
                      <a:pt x="74" y="389"/>
                      <a:pt x="109" y="502"/>
                    </a:cubicBezTo>
                    <a:cubicBezTo>
                      <a:pt x="120" y="534"/>
                      <a:pt x="115" y="554"/>
                      <a:pt x="106" y="56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4"/>
              <p:cNvSpPr/>
              <p:nvPr/>
            </p:nvSpPr>
            <p:spPr>
              <a:xfrm>
                <a:off x="7084083" y="1818064"/>
                <a:ext cx="88906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57" h="496" extrusionOk="0">
                    <a:moveTo>
                      <a:pt x="102" y="116"/>
                    </a:moveTo>
                    <a:cubicBezTo>
                      <a:pt x="57" y="229"/>
                      <a:pt x="20" y="359"/>
                      <a:pt x="64" y="472"/>
                    </a:cubicBezTo>
                    <a:cubicBezTo>
                      <a:pt x="65" y="474"/>
                      <a:pt x="71" y="494"/>
                      <a:pt x="69" y="495"/>
                    </a:cubicBezTo>
                    <a:cubicBezTo>
                      <a:pt x="67" y="495"/>
                      <a:pt x="59" y="476"/>
                      <a:pt x="58" y="474"/>
                    </a:cubicBezTo>
                    <a:cubicBezTo>
                      <a:pt x="0" y="339"/>
                      <a:pt x="55" y="154"/>
                      <a:pt x="132" y="28"/>
                    </a:cubicBezTo>
                    <a:cubicBezTo>
                      <a:pt x="136" y="22"/>
                      <a:pt x="146" y="6"/>
                      <a:pt x="151" y="2"/>
                    </a:cubicBezTo>
                    <a:cubicBezTo>
                      <a:pt x="153" y="0"/>
                      <a:pt x="156" y="2"/>
                      <a:pt x="154" y="5"/>
                    </a:cubicBezTo>
                    <a:cubicBezTo>
                      <a:pt x="140" y="27"/>
                      <a:pt x="113" y="89"/>
                      <a:pt x="102" y="1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4"/>
              <p:cNvSpPr/>
              <p:nvPr/>
            </p:nvSpPr>
            <p:spPr>
              <a:xfrm>
                <a:off x="7529181" y="1627794"/>
                <a:ext cx="255960" cy="6342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2" extrusionOk="0">
                    <a:moveTo>
                      <a:pt x="369" y="107"/>
                    </a:moveTo>
                    <a:cubicBezTo>
                      <a:pt x="318" y="63"/>
                      <a:pt x="257" y="55"/>
                      <a:pt x="180" y="55"/>
                    </a:cubicBezTo>
                    <a:cubicBezTo>
                      <a:pt x="126" y="55"/>
                      <a:pt x="76" y="61"/>
                      <a:pt x="65" y="64"/>
                    </a:cubicBezTo>
                    <a:cubicBezTo>
                      <a:pt x="52" y="67"/>
                      <a:pt x="6" y="68"/>
                      <a:pt x="3" y="55"/>
                    </a:cubicBezTo>
                    <a:cubicBezTo>
                      <a:pt x="0" y="44"/>
                      <a:pt x="40" y="25"/>
                      <a:pt x="50" y="21"/>
                    </a:cubicBezTo>
                    <a:cubicBezTo>
                      <a:pt x="83" y="5"/>
                      <a:pt x="193" y="0"/>
                      <a:pt x="231" y="4"/>
                    </a:cubicBezTo>
                    <a:cubicBezTo>
                      <a:pt x="325" y="14"/>
                      <a:pt x="373" y="40"/>
                      <a:pt x="444" y="70"/>
                    </a:cubicBezTo>
                    <a:cubicBezTo>
                      <a:pt x="451" y="77"/>
                      <a:pt x="441" y="87"/>
                      <a:pt x="437" y="96"/>
                    </a:cubicBezTo>
                    <a:cubicBezTo>
                      <a:pt x="433" y="105"/>
                      <a:pt x="373" y="111"/>
                      <a:pt x="369" y="1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4"/>
              <p:cNvSpPr/>
              <p:nvPr/>
            </p:nvSpPr>
            <p:spPr>
              <a:xfrm>
                <a:off x="7561460" y="1634023"/>
                <a:ext cx="198199" cy="49266"/>
              </a:xfrm>
              <a:custGeom>
                <a:avLst/>
                <a:gdLst/>
                <a:ahLst/>
                <a:cxnLst/>
                <a:rect l="l" t="t" r="r" b="b"/>
                <a:pathLst>
                  <a:path w="350" h="87" extrusionOk="0">
                    <a:moveTo>
                      <a:pt x="25" y="28"/>
                    </a:moveTo>
                    <a:cubicBezTo>
                      <a:pt x="81" y="21"/>
                      <a:pt x="164" y="19"/>
                      <a:pt x="224" y="31"/>
                    </a:cubicBezTo>
                    <a:cubicBezTo>
                      <a:pt x="268" y="39"/>
                      <a:pt x="310" y="55"/>
                      <a:pt x="343" y="84"/>
                    </a:cubicBezTo>
                    <a:cubicBezTo>
                      <a:pt x="346" y="86"/>
                      <a:pt x="349" y="83"/>
                      <a:pt x="346" y="81"/>
                    </a:cubicBezTo>
                    <a:cubicBezTo>
                      <a:pt x="268" y="8"/>
                      <a:pt x="129" y="0"/>
                      <a:pt x="24" y="23"/>
                    </a:cubicBezTo>
                    <a:cubicBezTo>
                      <a:pt x="20" y="23"/>
                      <a:pt x="6" y="27"/>
                      <a:pt x="2" y="29"/>
                    </a:cubicBezTo>
                    <a:cubicBezTo>
                      <a:pt x="0" y="30"/>
                      <a:pt x="1" y="32"/>
                      <a:pt x="3" y="32"/>
                    </a:cubicBezTo>
                    <a:cubicBezTo>
                      <a:pt x="10" y="30"/>
                      <a:pt x="20" y="29"/>
                      <a:pt x="25" y="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4"/>
              <p:cNvSpPr/>
              <p:nvPr/>
            </p:nvSpPr>
            <p:spPr>
              <a:xfrm>
                <a:off x="8263650" y="1688386"/>
                <a:ext cx="195367" cy="70219"/>
              </a:xfrm>
              <a:custGeom>
                <a:avLst/>
                <a:gdLst/>
                <a:ahLst/>
                <a:cxnLst/>
                <a:rect l="l" t="t" r="r" b="b"/>
                <a:pathLst>
                  <a:path w="345" h="124" extrusionOk="0">
                    <a:moveTo>
                      <a:pt x="40" y="72"/>
                    </a:moveTo>
                    <a:cubicBezTo>
                      <a:pt x="31" y="66"/>
                      <a:pt x="0" y="25"/>
                      <a:pt x="3" y="15"/>
                    </a:cubicBezTo>
                    <a:cubicBezTo>
                      <a:pt x="8" y="0"/>
                      <a:pt x="53" y="25"/>
                      <a:pt x="66" y="33"/>
                    </a:cubicBezTo>
                    <a:cubicBezTo>
                      <a:pt x="96" y="53"/>
                      <a:pt x="132" y="59"/>
                      <a:pt x="168" y="59"/>
                    </a:cubicBezTo>
                    <a:cubicBezTo>
                      <a:pt x="213" y="59"/>
                      <a:pt x="265" y="50"/>
                      <a:pt x="297" y="41"/>
                    </a:cubicBezTo>
                    <a:cubicBezTo>
                      <a:pt x="318" y="36"/>
                      <a:pt x="311" y="36"/>
                      <a:pt x="319" y="36"/>
                    </a:cubicBezTo>
                    <a:cubicBezTo>
                      <a:pt x="329" y="36"/>
                      <a:pt x="339" y="42"/>
                      <a:pt x="341" y="52"/>
                    </a:cubicBezTo>
                    <a:cubicBezTo>
                      <a:pt x="344" y="62"/>
                      <a:pt x="340" y="72"/>
                      <a:pt x="332" y="77"/>
                    </a:cubicBezTo>
                    <a:cubicBezTo>
                      <a:pt x="330" y="78"/>
                      <a:pt x="326" y="81"/>
                      <a:pt x="311" y="86"/>
                    </a:cubicBezTo>
                    <a:cubicBezTo>
                      <a:pt x="226" y="116"/>
                      <a:pt x="113" y="123"/>
                      <a:pt x="40" y="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>
                <a:off x="8292531" y="1716700"/>
                <a:ext cx="153463" cy="30013"/>
              </a:xfrm>
              <a:custGeom>
                <a:avLst/>
                <a:gdLst/>
                <a:ahLst/>
                <a:cxnLst/>
                <a:rect l="l" t="t" r="r" b="b"/>
                <a:pathLst>
                  <a:path w="271" h="53" extrusionOk="0">
                    <a:moveTo>
                      <a:pt x="251" y="12"/>
                    </a:moveTo>
                    <a:cubicBezTo>
                      <a:pt x="209" y="23"/>
                      <a:pt x="146" y="33"/>
                      <a:pt x="100" y="30"/>
                    </a:cubicBezTo>
                    <a:cubicBezTo>
                      <a:pt x="65" y="28"/>
                      <a:pt x="32" y="20"/>
                      <a:pt x="3" y="1"/>
                    </a:cubicBezTo>
                    <a:cubicBezTo>
                      <a:pt x="1" y="0"/>
                      <a:pt x="0" y="3"/>
                      <a:pt x="1" y="4"/>
                    </a:cubicBezTo>
                    <a:cubicBezTo>
                      <a:pt x="68" y="52"/>
                      <a:pt x="175" y="44"/>
                      <a:pt x="253" y="16"/>
                    </a:cubicBezTo>
                    <a:cubicBezTo>
                      <a:pt x="256" y="15"/>
                      <a:pt x="266" y="11"/>
                      <a:pt x="269" y="9"/>
                    </a:cubicBezTo>
                    <a:cubicBezTo>
                      <a:pt x="270" y="9"/>
                      <a:pt x="269" y="7"/>
                      <a:pt x="268" y="7"/>
                    </a:cubicBezTo>
                    <a:cubicBezTo>
                      <a:pt x="263" y="9"/>
                      <a:pt x="256" y="11"/>
                      <a:pt x="251" y="1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4"/>
              <p:cNvSpPr/>
              <p:nvPr/>
            </p:nvSpPr>
            <p:spPr>
              <a:xfrm>
                <a:off x="7646402" y="2546867"/>
                <a:ext cx="365252" cy="446229"/>
              </a:xfrm>
              <a:custGeom>
                <a:avLst/>
                <a:gdLst/>
                <a:ahLst/>
                <a:cxnLst/>
                <a:rect l="l" t="t" r="r" b="b"/>
                <a:pathLst>
                  <a:path w="645" h="788" extrusionOk="0">
                    <a:moveTo>
                      <a:pt x="495" y="16"/>
                    </a:moveTo>
                    <a:cubicBezTo>
                      <a:pt x="481" y="10"/>
                      <a:pt x="466" y="5"/>
                      <a:pt x="451" y="3"/>
                    </a:cubicBezTo>
                    <a:cubicBezTo>
                      <a:pt x="433" y="0"/>
                      <a:pt x="415" y="0"/>
                      <a:pt x="396" y="2"/>
                    </a:cubicBezTo>
                    <a:cubicBezTo>
                      <a:pt x="288" y="16"/>
                      <a:pt x="168" y="117"/>
                      <a:pt x="96" y="267"/>
                    </a:cubicBezTo>
                    <a:cubicBezTo>
                      <a:pt x="0" y="466"/>
                      <a:pt x="25" y="675"/>
                      <a:pt x="149" y="736"/>
                    </a:cubicBezTo>
                    <a:cubicBezTo>
                      <a:pt x="255" y="787"/>
                      <a:pt x="400" y="713"/>
                      <a:pt x="500" y="569"/>
                    </a:cubicBezTo>
                    <a:cubicBezTo>
                      <a:pt x="518" y="543"/>
                      <a:pt x="534" y="515"/>
                      <a:pt x="548" y="485"/>
                    </a:cubicBezTo>
                    <a:cubicBezTo>
                      <a:pt x="644" y="286"/>
                      <a:pt x="620" y="77"/>
                      <a:pt x="495" y="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4"/>
              <p:cNvSpPr/>
              <p:nvPr/>
            </p:nvSpPr>
            <p:spPr>
              <a:xfrm>
                <a:off x="7665656" y="2546301"/>
                <a:ext cx="236706" cy="417348"/>
              </a:xfrm>
              <a:custGeom>
                <a:avLst/>
                <a:gdLst/>
                <a:ahLst/>
                <a:cxnLst/>
                <a:rect l="l" t="t" r="r" b="b"/>
                <a:pathLst>
                  <a:path w="418" h="737" extrusionOk="0">
                    <a:moveTo>
                      <a:pt x="417" y="4"/>
                    </a:moveTo>
                    <a:cubicBezTo>
                      <a:pt x="397" y="1"/>
                      <a:pt x="376" y="1"/>
                      <a:pt x="356" y="5"/>
                    </a:cubicBezTo>
                    <a:cubicBezTo>
                      <a:pt x="336" y="9"/>
                      <a:pt x="316" y="16"/>
                      <a:pt x="297" y="24"/>
                    </a:cubicBezTo>
                    <a:cubicBezTo>
                      <a:pt x="260" y="40"/>
                      <a:pt x="226" y="64"/>
                      <a:pt x="196" y="91"/>
                    </a:cubicBezTo>
                    <a:cubicBezTo>
                      <a:pt x="136" y="147"/>
                      <a:pt x="89" y="216"/>
                      <a:pt x="56" y="291"/>
                    </a:cubicBezTo>
                    <a:cubicBezTo>
                      <a:pt x="23" y="366"/>
                      <a:pt x="4" y="447"/>
                      <a:pt x="8" y="529"/>
                    </a:cubicBezTo>
                    <a:cubicBezTo>
                      <a:pt x="9" y="570"/>
                      <a:pt x="17" y="611"/>
                      <a:pt x="34" y="648"/>
                    </a:cubicBezTo>
                    <a:cubicBezTo>
                      <a:pt x="43" y="667"/>
                      <a:pt x="54" y="684"/>
                      <a:pt x="67" y="699"/>
                    </a:cubicBezTo>
                    <a:cubicBezTo>
                      <a:pt x="81" y="714"/>
                      <a:pt x="98" y="727"/>
                      <a:pt x="116" y="736"/>
                    </a:cubicBezTo>
                    <a:cubicBezTo>
                      <a:pt x="97" y="727"/>
                      <a:pt x="81" y="715"/>
                      <a:pt x="66" y="700"/>
                    </a:cubicBezTo>
                    <a:cubicBezTo>
                      <a:pt x="52" y="685"/>
                      <a:pt x="40" y="668"/>
                      <a:pt x="31" y="649"/>
                    </a:cubicBezTo>
                    <a:cubicBezTo>
                      <a:pt x="13" y="612"/>
                      <a:pt x="5" y="570"/>
                      <a:pt x="3" y="529"/>
                    </a:cubicBezTo>
                    <a:cubicBezTo>
                      <a:pt x="0" y="488"/>
                      <a:pt x="5" y="446"/>
                      <a:pt x="13" y="405"/>
                    </a:cubicBezTo>
                    <a:cubicBezTo>
                      <a:pt x="22" y="365"/>
                      <a:pt x="34" y="325"/>
                      <a:pt x="50" y="287"/>
                    </a:cubicBezTo>
                    <a:cubicBezTo>
                      <a:pt x="84" y="212"/>
                      <a:pt x="131" y="142"/>
                      <a:pt x="193" y="87"/>
                    </a:cubicBezTo>
                    <a:cubicBezTo>
                      <a:pt x="224" y="59"/>
                      <a:pt x="259" y="36"/>
                      <a:pt x="296" y="20"/>
                    </a:cubicBezTo>
                    <a:cubicBezTo>
                      <a:pt x="316" y="12"/>
                      <a:pt x="336" y="6"/>
                      <a:pt x="356" y="3"/>
                    </a:cubicBezTo>
                    <a:cubicBezTo>
                      <a:pt x="376" y="0"/>
                      <a:pt x="397" y="0"/>
                      <a:pt x="417" y="4"/>
                    </a:cubicBezTo>
                    <a:close/>
                  </a:path>
                </a:pathLst>
              </a:custGeom>
              <a:solidFill>
                <a:srgbClr val="BEC4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>
                <a:off x="7684909" y="2583675"/>
                <a:ext cx="285973" cy="352792"/>
              </a:xfrm>
              <a:custGeom>
                <a:avLst/>
                <a:gdLst/>
                <a:ahLst/>
                <a:cxnLst/>
                <a:rect l="l" t="t" r="r" b="b"/>
                <a:pathLst>
                  <a:path w="505" h="623" extrusionOk="0">
                    <a:moveTo>
                      <a:pt x="163" y="622"/>
                    </a:moveTo>
                    <a:cubicBezTo>
                      <a:pt x="141" y="622"/>
                      <a:pt x="120" y="616"/>
                      <a:pt x="107" y="608"/>
                    </a:cubicBezTo>
                    <a:cubicBezTo>
                      <a:pt x="14" y="560"/>
                      <a:pt x="0" y="386"/>
                      <a:pt x="77" y="226"/>
                    </a:cubicBezTo>
                    <a:cubicBezTo>
                      <a:pt x="141" y="93"/>
                      <a:pt x="251" y="0"/>
                      <a:pt x="346" y="0"/>
                    </a:cubicBezTo>
                    <a:cubicBezTo>
                      <a:pt x="428" y="0"/>
                      <a:pt x="470" y="71"/>
                      <a:pt x="480" y="152"/>
                    </a:cubicBezTo>
                    <a:cubicBezTo>
                      <a:pt x="504" y="366"/>
                      <a:pt x="323" y="622"/>
                      <a:pt x="163" y="62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>
                <a:off x="6766398" y="2451166"/>
                <a:ext cx="740131" cy="7967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407" extrusionOk="0">
                    <a:moveTo>
                      <a:pt x="1276" y="308"/>
                    </a:moveTo>
                    <a:cubicBezTo>
                      <a:pt x="1275" y="286"/>
                      <a:pt x="1300" y="261"/>
                      <a:pt x="1295" y="241"/>
                    </a:cubicBezTo>
                    <a:cubicBezTo>
                      <a:pt x="1289" y="219"/>
                      <a:pt x="1256" y="209"/>
                      <a:pt x="1246" y="190"/>
                    </a:cubicBezTo>
                    <a:cubicBezTo>
                      <a:pt x="1237" y="170"/>
                      <a:pt x="1251" y="137"/>
                      <a:pt x="1238" y="120"/>
                    </a:cubicBezTo>
                    <a:cubicBezTo>
                      <a:pt x="1225" y="102"/>
                      <a:pt x="1190" y="106"/>
                      <a:pt x="1174" y="92"/>
                    </a:cubicBezTo>
                    <a:cubicBezTo>
                      <a:pt x="1157" y="78"/>
                      <a:pt x="1155" y="42"/>
                      <a:pt x="1135" y="33"/>
                    </a:cubicBezTo>
                    <a:cubicBezTo>
                      <a:pt x="1122" y="26"/>
                      <a:pt x="1098" y="47"/>
                      <a:pt x="1083" y="43"/>
                    </a:cubicBezTo>
                    <a:cubicBezTo>
                      <a:pt x="1069" y="38"/>
                      <a:pt x="1061" y="8"/>
                      <a:pt x="1046" y="5"/>
                    </a:cubicBezTo>
                    <a:cubicBezTo>
                      <a:pt x="1032" y="3"/>
                      <a:pt x="1013" y="29"/>
                      <a:pt x="998" y="29"/>
                    </a:cubicBezTo>
                    <a:cubicBezTo>
                      <a:pt x="983" y="28"/>
                      <a:pt x="968" y="0"/>
                      <a:pt x="953" y="0"/>
                    </a:cubicBezTo>
                    <a:cubicBezTo>
                      <a:pt x="938" y="1"/>
                      <a:pt x="926" y="31"/>
                      <a:pt x="911" y="33"/>
                    </a:cubicBezTo>
                    <a:cubicBezTo>
                      <a:pt x="896" y="35"/>
                      <a:pt x="877" y="9"/>
                      <a:pt x="862" y="12"/>
                    </a:cubicBezTo>
                    <a:cubicBezTo>
                      <a:pt x="847" y="15"/>
                      <a:pt x="840" y="46"/>
                      <a:pt x="825" y="50"/>
                    </a:cubicBezTo>
                    <a:cubicBezTo>
                      <a:pt x="811" y="54"/>
                      <a:pt x="788" y="31"/>
                      <a:pt x="773" y="35"/>
                    </a:cubicBezTo>
                    <a:cubicBezTo>
                      <a:pt x="759" y="40"/>
                      <a:pt x="754" y="72"/>
                      <a:pt x="741" y="77"/>
                    </a:cubicBezTo>
                    <a:cubicBezTo>
                      <a:pt x="726" y="82"/>
                      <a:pt x="702" y="62"/>
                      <a:pt x="688" y="67"/>
                    </a:cubicBezTo>
                    <a:cubicBezTo>
                      <a:pt x="674" y="73"/>
                      <a:pt x="672" y="105"/>
                      <a:pt x="659" y="111"/>
                    </a:cubicBezTo>
                    <a:cubicBezTo>
                      <a:pt x="645" y="118"/>
                      <a:pt x="618" y="99"/>
                      <a:pt x="606" y="106"/>
                    </a:cubicBezTo>
                    <a:cubicBezTo>
                      <a:pt x="591" y="113"/>
                      <a:pt x="592" y="145"/>
                      <a:pt x="580" y="152"/>
                    </a:cubicBezTo>
                    <a:cubicBezTo>
                      <a:pt x="565" y="160"/>
                      <a:pt x="529" y="148"/>
                      <a:pt x="505" y="163"/>
                    </a:cubicBezTo>
                    <a:cubicBezTo>
                      <a:pt x="486" y="173"/>
                      <a:pt x="481" y="210"/>
                      <a:pt x="460" y="224"/>
                    </a:cubicBezTo>
                    <a:cubicBezTo>
                      <a:pt x="441" y="236"/>
                      <a:pt x="406" y="226"/>
                      <a:pt x="385" y="240"/>
                    </a:cubicBezTo>
                    <a:cubicBezTo>
                      <a:pt x="367" y="253"/>
                      <a:pt x="364" y="290"/>
                      <a:pt x="345" y="305"/>
                    </a:cubicBezTo>
                    <a:cubicBezTo>
                      <a:pt x="327" y="319"/>
                      <a:pt x="291" y="312"/>
                      <a:pt x="273" y="327"/>
                    </a:cubicBezTo>
                    <a:cubicBezTo>
                      <a:pt x="255" y="342"/>
                      <a:pt x="257" y="379"/>
                      <a:pt x="240" y="396"/>
                    </a:cubicBezTo>
                    <a:cubicBezTo>
                      <a:pt x="223" y="412"/>
                      <a:pt x="186" y="409"/>
                      <a:pt x="170" y="427"/>
                    </a:cubicBezTo>
                    <a:cubicBezTo>
                      <a:pt x="155" y="444"/>
                      <a:pt x="162" y="480"/>
                      <a:pt x="147" y="499"/>
                    </a:cubicBezTo>
                    <a:cubicBezTo>
                      <a:pt x="133" y="518"/>
                      <a:pt x="97" y="521"/>
                      <a:pt x="84" y="541"/>
                    </a:cubicBezTo>
                    <a:cubicBezTo>
                      <a:pt x="72" y="561"/>
                      <a:pt x="85" y="595"/>
                      <a:pt x="75" y="617"/>
                    </a:cubicBezTo>
                    <a:cubicBezTo>
                      <a:pt x="65" y="638"/>
                      <a:pt x="29" y="650"/>
                      <a:pt x="22" y="672"/>
                    </a:cubicBezTo>
                    <a:cubicBezTo>
                      <a:pt x="15" y="694"/>
                      <a:pt x="37" y="724"/>
                      <a:pt x="34" y="747"/>
                    </a:cubicBezTo>
                    <a:cubicBezTo>
                      <a:pt x="30" y="770"/>
                      <a:pt x="0" y="791"/>
                      <a:pt x="0" y="815"/>
                    </a:cubicBezTo>
                    <a:cubicBezTo>
                      <a:pt x="0" y="846"/>
                      <a:pt x="32" y="873"/>
                      <a:pt x="39" y="903"/>
                    </a:cubicBezTo>
                    <a:cubicBezTo>
                      <a:pt x="46" y="932"/>
                      <a:pt x="29" y="971"/>
                      <a:pt x="42" y="999"/>
                    </a:cubicBezTo>
                    <a:cubicBezTo>
                      <a:pt x="54" y="1026"/>
                      <a:pt x="94" y="1039"/>
                      <a:pt x="112" y="1065"/>
                    </a:cubicBezTo>
                    <a:cubicBezTo>
                      <a:pt x="129" y="1090"/>
                      <a:pt x="125" y="1132"/>
                      <a:pt x="146" y="1155"/>
                    </a:cubicBezTo>
                    <a:cubicBezTo>
                      <a:pt x="166" y="1177"/>
                      <a:pt x="208" y="1179"/>
                      <a:pt x="231" y="1199"/>
                    </a:cubicBezTo>
                    <a:cubicBezTo>
                      <a:pt x="254" y="1219"/>
                      <a:pt x="261" y="1260"/>
                      <a:pt x="287" y="1277"/>
                    </a:cubicBezTo>
                    <a:cubicBezTo>
                      <a:pt x="312" y="1295"/>
                      <a:pt x="353" y="1286"/>
                      <a:pt x="380" y="1300"/>
                    </a:cubicBezTo>
                    <a:cubicBezTo>
                      <a:pt x="408" y="1314"/>
                      <a:pt x="424" y="1353"/>
                      <a:pt x="453" y="1364"/>
                    </a:cubicBezTo>
                    <a:cubicBezTo>
                      <a:pt x="482" y="1375"/>
                      <a:pt x="519" y="1356"/>
                      <a:pt x="549" y="1363"/>
                    </a:cubicBezTo>
                    <a:cubicBezTo>
                      <a:pt x="579" y="1370"/>
                      <a:pt x="606" y="1402"/>
                      <a:pt x="636" y="1404"/>
                    </a:cubicBezTo>
                    <a:cubicBezTo>
                      <a:pt x="667" y="1406"/>
                      <a:pt x="697" y="1377"/>
                      <a:pt x="727" y="1373"/>
                    </a:cubicBezTo>
                    <a:cubicBezTo>
                      <a:pt x="757" y="1370"/>
                      <a:pt x="794" y="1391"/>
                      <a:pt x="823" y="1381"/>
                    </a:cubicBezTo>
                    <a:cubicBezTo>
                      <a:pt x="852" y="1372"/>
                      <a:pt x="868" y="1333"/>
                      <a:pt x="894" y="1317"/>
                    </a:cubicBezTo>
                    <a:cubicBezTo>
                      <a:pt x="910" y="1307"/>
                      <a:pt x="940" y="1321"/>
                      <a:pt x="954" y="1311"/>
                    </a:cubicBezTo>
                    <a:cubicBezTo>
                      <a:pt x="968" y="1301"/>
                      <a:pt x="963" y="1267"/>
                      <a:pt x="975" y="1256"/>
                    </a:cubicBezTo>
                    <a:cubicBezTo>
                      <a:pt x="989" y="1244"/>
                      <a:pt x="1021" y="1250"/>
                      <a:pt x="1032" y="1237"/>
                    </a:cubicBezTo>
                    <a:cubicBezTo>
                      <a:pt x="1032" y="1237"/>
                      <a:pt x="1061" y="1206"/>
                      <a:pt x="1085" y="1148"/>
                    </a:cubicBezTo>
                    <a:cubicBezTo>
                      <a:pt x="1100" y="1111"/>
                      <a:pt x="1121" y="981"/>
                      <a:pt x="1114" y="927"/>
                    </a:cubicBezTo>
                    <a:cubicBezTo>
                      <a:pt x="1108" y="870"/>
                      <a:pt x="1091" y="807"/>
                      <a:pt x="1059" y="738"/>
                    </a:cubicBezTo>
                    <a:cubicBezTo>
                      <a:pt x="1059" y="738"/>
                      <a:pt x="1302" y="654"/>
                      <a:pt x="1302" y="373"/>
                    </a:cubicBezTo>
                    <a:cubicBezTo>
                      <a:pt x="1306" y="352"/>
                      <a:pt x="1278" y="330"/>
                      <a:pt x="1276" y="3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6855305" y="2516288"/>
                <a:ext cx="590066" cy="666512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177" extrusionOk="0">
                    <a:moveTo>
                      <a:pt x="848" y="618"/>
                    </a:moveTo>
                    <a:cubicBezTo>
                      <a:pt x="842" y="639"/>
                      <a:pt x="828" y="634"/>
                      <a:pt x="837" y="659"/>
                    </a:cubicBezTo>
                    <a:cubicBezTo>
                      <a:pt x="841" y="670"/>
                      <a:pt x="872" y="676"/>
                      <a:pt x="877" y="691"/>
                    </a:cubicBezTo>
                    <a:cubicBezTo>
                      <a:pt x="880" y="704"/>
                      <a:pt x="856" y="724"/>
                      <a:pt x="859" y="739"/>
                    </a:cubicBezTo>
                    <a:cubicBezTo>
                      <a:pt x="861" y="753"/>
                      <a:pt x="892" y="763"/>
                      <a:pt x="893" y="778"/>
                    </a:cubicBezTo>
                    <a:cubicBezTo>
                      <a:pt x="894" y="792"/>
                      <a:pt x="867" y="808"/>
                      <a:pt x="866" y="822"/>
                    </a:cubicBezTo>
                    <a:cubicBezTo>
                      <a:pt x="866" y="837"/>
                      <a:pt x="894" y="853"/>
                      <a:pt x="892" y="867"/>
                    </a:cubicBezTo>
                    <a:cubicBezTo>
                      <a:pt x="890" y="881"/>
                      <a:pt x="860" y="891"/>
                      <a:pt x="856" y="905"/>
                    </a:cubicBezTo>
                    <a:cubicBezTo>
                      <a:pt x="853" y="918"/>
                      <a:pt x="876" y="941"/>
                      <a:pt x="870" y="955"/>
                    </a:cubicBezTo>
                    <a:cubicBezTo>
                      <a:pt x="865" y="967"/>
                      <a:pt x="833" y="968"/>
                      <a:pt x="826" y="981"/>
                    </a:cubicBezTo>
                    <a:cubicBezTo>
                      <a:pt x="819" y="993"/>
                      <a:pt x="836" y="1021"/>
                      <a:pt x="826" y="1033"/>
                    </a:cubicBezTo>
                    <a:cubicBezTo>
                      <a:pt x="818" y="1044"/>
                      <a:pt x="787" y="1036"/>
                      <a:pt x="776" y="1046"/>
                    </a:cubicBezTo>
                    <a:cubicBezTo>
                      <a:pt x="767" y="1056"/>
                      <a:pt x="775" y="1087"/>
                      <a:pt x="763" y="1096"/>
                    </a:cubicBezTo>
                    <a:cubicBezTo>
                      <a:pt x="752" y="1105"/>
                      <a:pt x="724" y="1090"/>
                      <a:pt x="712" y="1098"/>
                    </a:cubicBezTo>
                    <a:cubicBezTo>
                      <a:pt x="690" y="1112"/>
                      <a:pt x="680" y="1148"/>
                      <a:pt x="657" y="1156"/>
                    </a:cubicBezTo>
                    <a:cubicBezTo>
                      <a:pt x="634" y="1164"/>
                      <a:pt x="604" y="1142"/>
                      <a:pt x="579" y="1145"/>
                    </a:cubicBezTo>
                    <a:cubicBezTo>
                      <a:pt x="555" y="1148"/>
                      <a:pt x="530" y="1176"/>
                      <a:pt x="505" y="1175"/>
                    </a:cubicBezTo>
                    <a:cubicBezTo>
                      <a:pt x="481" y="1173"/>
                      <a:pt x="461" y="1141"/>
                      <a:pt x="436" y="1135"/>
                    </a:cubicBezTo>
                    <a:cubicBezTo>
                      <a:pt x="412" y="1129"/>
                      <a:pt x="380" y="1148"/>
                      <a:pt x="357" y="1139"/>
                    </a:cubicBezTo>
                    <a:cubicBezTo>
                      <a:pt x="334" y="1130"/>
                      <a:pt x="324" y="1093"/>
                      <a:pt x="302" y="1081"/>
                    </a:cubicBezTo>
                    <a:cubicBezTo>
                      <a:pt x="281" y="1069"/>
                      <a:pt x="244" y="1080"/>
                      <a:pt x="225" y="1065"/>
                    </a:cubicBezTo>
                    <a:cubicBezTo>
                      <a:pt x="205" y="1050"/>
                      <a:pt x="204" y="1012"/>
                      <a:pt x="185" y="995"/>
                    </a:cubicBezTo>
                    <a:cubicBezTo>
                      <a:pt x="167" y="978"/>
                      <a:pt x="129" y="980"/>
                      <a:pt x="114" y="961"/>
                    </a:cubicBezTo>
                    <a:cubicBezTo>
                      <a:pt x="97" y="942"/>
                      <a:pt x="106" y="905"/>
                      <a:pt x="93" y="884"/>
                    </a:cubicBezTo>
                    <a:cubicBezTo>
                      <a:pt x="79" y="863"/>
                      <a:pt x="42" y="854"/>
                      <a:pt x="33" y="831"/>
                    </a:cubicBezTo>
                    <a:cubicBezTo>
                      <a:pt x="23" y="808"/>
                      <a:pt x="42" y="776"/>
                      <a:pt x="37" y="752"/>
                    </a:cubicBezTo>
                    <a:cubicBezTo>
                      <a:pt x="32" y="727"/>
                      <a:pt x="0" y="706"/>
                      <a:pt x="0" y="681"/>
                    </a:cubicBezTo>
                    <a:cubicBezTo>
                      <a:pt x="0" y="662"/>
                      <a:pt x="30" y="645"/>
                      <a:pt x="33" y="626"/>
                    </a:cubicBezTo>
                    <a:cubicBezTo>
                      <a:pt x="36" y="607"/>
                      <a:pt x="13" y="583"/>
                      <a:pt x="18" y="564"/>
                    </a:cubicBezTo>
                    <a:cubicBezTo>
                      <a:pt x="23" y="546"/>
                      <a:pt x="57" y="537"/>
                      <a:pt x="64" y="520"/>
                    </a:cubicBezTo>
                    <a:cubicBezTo>
                      <a:pt x="72" y="502"/>
                      <a:pt x="56" y="473"/>
                      <a:pt x="65" y="456"/>
                    </a:cubicBezTo>
                    <a:cubicBezTo>
                      <a:pt x="75" y="440"/>
                      <a:pt x="109" y="439"/>
                      <a:pt x="121" y="423"/>
                    </a:cubicBezTo>
                    <a:cubicBezTo>
                      <a:pt x="132" y="407"/>
                      <a:pt x="121" y="375"/>
                      <a:pt x="133" y="360"/>
                    </a:cubicBezTo>
                    <a:cubicBezTo>
                      <a:pt x="146" y="345"/>
                      <a:pt x="180" y="350"/>
                      <a:pt x="193" y="337"/>
                    </a:cubicBezTo>
                    <a:cubicBezTo>
                      <a:pt x="207" y="323"/>
                      <a:pt x="201" y="289"/>
                      <a:pt x="215" y="276"/>
                    </a:cubicBezTo>
                    <a:cubicBezTo>
                      <a:pt x="230" y="263"/>
                      <a:pt x="263" y="272"/>
                      <a:pt x="277" y="260"/>
                    </a:cubicBezTo>
                    <a:cubicBezTo>
                      <a:pt x="293" y="247"/>
                      <a:pt x="290" y="213"/>
                      <a:pt x="305" y="202"/>
                    </a:cubicBezTo>
                    <a:cubicBezTo>
                      <a:pt x="321" y="190"/>
                      <a:pt x="354" y="202"/>
                      <a:pt x="369" y="192"/>
                    </a:cubicBezTo>
                    <a:cubicBezTo>
                      <a:pt x="386" y="180"/>
                      <a:pt x="387" y="146"/>
                      <a:pt x="402" y="137"/>
                    </a:cubicBezTo>
                    <a:cubicBezTo>
                      <a:pt x="422" y="124"/>
                      <a:pt x="454" y="139"/>
                      <a:pt x="466" y="131"/>
                    </a:cubicBezTo>
                    <a:cubicBezTo>
                      <a:pt x="475" y="126"/>
                      <a:pt x="471" y="95"/>
                      <a:pt x="483" y="89"/>
                    </a:cubicBezTo>
                    <a:cubicBezTo>
                      <a:pt x="493" y="84"/>
                      <a:pt x="516" y="104"/>
                      <a:pt x="528" y="98"/>
                    </a:cubicBezTo>
                    <a:cubicBezTo>
                      <a:pt x="538" y="93"/>
                      <a:pt x="537" y="62"/>
                      <a:pt x="548" y="57"/>
                    </a:cubicBezTo>
                    <a:cubicBezTo>
                      <a:pt x="559" y="52"/>
                      <a:pt x="581" y="74"/>
                      <a:pt x="592" y="69"/>
                    </a:cubicBezTo>
                    <a:cubicBezTo>
                      <a:pt x="603" y="65"/>
                      <a:pt x="605" y="34"/>
                      <a:pt x="616" y="30"/>
                    </a:cubicBezTo>
                    <a:cubicBezTo>
                      <a:pt x="628" y="26"/>
                      <a:pt x="647" y="50"/>
                      <a:pt x="658" y="47"/>
                    </a:cubicBezTo>
                    <a:cubicBezTo>
                      <a:pt x="670" y="43"/>
                      <a:pt x="674" y="14"/>
                      <a:pt x="686" y="11"/>
                    </a:cubicBezTo>
                    <a:cubicBezTo>
                      <a:pt x="698" y="9"/>
                      <a:pt x="714" y="34"/>
                      <a:pt x="726" y="32"/>
                    </a:cubicBezTo>
                    <a:cubicBezTo>
                      <a:pt x="738" y="30"/>
                      <a:pt x="747" y="1"/>
                      <a:pt x="759" y="1"/>
                    </a:cubicBezTo>
                    <a:cubicBezTo>
                      <a:pt x="771" y="0"/>
                      <a:pt x="783" y="28"/>
                      <a:pt x="795" y="29"/>
                    </a:cubicBezTo>
                    <a:cubicBezTo>
                      <a:pt x="807" y="29"/>
                      <a:pt x="822" y="3"/>
                      <a:pt x="833" y="4"/>
                    </a:cubicBezTo>
                    <a:cubicBezTo>
                      <a:pt x="845" y="6"/>
                      <a:pt x="850" y="37"/>
                      <a:pt x="861" y="40"/>
                    </a:cubicBezTo>
                    <a:cubicBezTo>
                      <a:pt x="872" y="44"/>
                      <a:pt x="895" y="22"/>
                      <a:pt x="905" y="28"/>
                    </a:cubicBezTo>
                    <a:cubicBezTo>
                      <a:pt x="921" y="36"/>
                      <a:pt x="919" y="69"/>
                      <a:pt x="932" y="81"/>
                    </a:cubicBezTo>
                    <a:cubicBezTo>
                      <a:pt x="945" y="93"/>
                      <a:pt x="978" y="87"/>
                      <a:pt x="988" y="102"/>
                    </a:cubicBezTo>
                    <a:cubicBezTo>
                      <a:pt x="998" y="116"/>
                      <a:pt x="981" y="146"/>
                      <a:pt x="989" y="162"/>
                    </a:cubicBezTo>
                    <a:cubicBezTo>
                      <a:pt x="996" y="178"/>
                      <a:pt x="1028" y="186"/>
                      <a:pt x="1033" y="203"/>
                    </a:cubicBezTo>
                    <a:cubicBezTo>
                      <a:pt x="1036" y="220"/>
                      <a:pt x="1011" y="242"/>
                      <a:pt x="1012" y="259"/>
                    </a:cubicBezTo>
                    <a:cubicBezTo>
                      <a:pt x="1013" y="276"/>
                      <a:pt x="1041" y="295"/>
                      <a:pt x="1040" y="313"/>
                    </a:cubicBezTo>
                    <a:cubicBezTo>
                      <a:pt x="1038" y="330"/>
                      <a:pt x="1007" y="342"/>
                      <a:pt x="1002" y="360"/>
                    </a:cubicBezTo>
                    <a:cubicBezTo>
                      <a:pt x="998" y="376"/>
                      <a:pt x="1019" y="402"/>
                      <a:pt x="1012" y="419"/>
                    </a:cubicBezTo>
                    <a:cubicBezTo>
                      <a:pt x="1006" y="434"/>
                      <a:pt x="972" y="437"/>
                      <a:pt x="963" y="453"/>
                    </a:cubicBezTo>
                    <a:cubicBezTo>
                      <a:pt x="954" y="468"/>
                      <a:pt x="969" y="498"/>
                      <a:pt x="957" y="512"/>
                    </a:cubicBezTo>
                    <a:cubicBezTo>
                      <a:pt x="947" y="526"/>
                      <a:pt x="914" y="521"/>
                      <a:pt x="902" y="535"/>
                    </a:cubicBezTo>
                    <a:cubicBezTo>
                      <a:pt x="890" y="547"/>
                      <a:pt x="897" y="579"/>
                      <a:pt x="883" y="591"/>
                    </a:cubicBezTo>
                    <a:cubicBezTo>
                      <a:pt x="872" y="603"/>
                      <a:pt x="863" y="607"/>
                      <a:pt x="848" y="6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7250570" y="2405863"/>
                <a:ext cx="656321" cy="1136524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2007" extrusionOk="0">
                    <a:moveTo>
                      <a:pt x="1140" y="34"/>
                    </a:moveTo>
                    <a:cubicBezTo>
                      <a:pt x="1123" y="51"/>
                      <a:pt x="1094" y="107"/>
                      <a:pt x="1085" y="148"/>
                    </a:cubicBezTo>
                    <a:cubicBezTo>
                      <a:pt x="1078" y="179"/>
                      <a:pt x="1036" y="204"/>
                      <a:pt x="999" y="221"/>
                    </a:cubicBezTo>
                    <a:cubicBezTo>
                      <a:pt x="899" y="267"/>
                      <a:pt x="805" y="364"/>
                      <a:pt x="744" y="492"/>
                    </a:cubicBezTo>
                    <a:cubicBezTo>
                      <a:pt x="682" y="619"/>
                      <a:pt x="666" y="750"/>
                      <a:pt x="690" y="853"/>
                    </a:cubicBezTo>
                    <a:cubicBezTo>
                      <a:pt x="703" y="911"/>
                      <a:pt x="695" y="971"/>
                      <a:pt x="669" y="1025"/>
                    </a:cubicBezTo>
                    <a:cubicBezTo>
                      <a:pt x="590" y="1185"/>
                      <a:pt x="511" y="1258"/>
                      <a:pt x="432" y="1360"/>
                    </a:cubicBezTo>
                    <a:cubicBezTo>
                      <a:pt x="339" y="1481"/>
                      <a:pt x="170" y="1766"/>
                      <a:pt x="170" y="1989"/>
                    </a:cubicBezTo>
                    <a:lnTo>
                      <a:pt x="169" y="1993"/>
                    </a:lnTo>
                    <a:cubicBezTo>
                      <a:pt x="106" y="2006"/>
                      <a:pt x="49" y="2006"/>
                      <a:pt x="0" y="1998"/>
                    </a:cubicBezTo>
                    <a:cubicBezTo>
                      <a:pt x="1" y="1774"/>
                      <a:pt x="170" y="1454"/>
                      <a:pt x="263" y="1333"/>
                    </a:cubicBezTo>
                    <a:cubicBezTo>
                      <a:pt x="356" y="1211"/>
                      <a:pt x="436" y="1135"/>
                      <a:pt x="521" y="936"/>
                    </a:cubicBezTo>
                    <a:cubicBezTo>
                      <a:pt x="606" y="736"/>
                      <a:pt x="623" y="551"/>
                      <a:pt x="736" y="314"/>
                    </a:cubicBezTo>
                    <a:cubicBezTo>
                      <a:pt x="849" y="77"/>
                      <a:pt x="1066" y="29"/>
                      <a:pt x="1110" y="14"/>
                    </a:cubicBezTo>
                    <a:cubicBezTo>
                      <a:pt x="1153" y="0"/>
                      <a:pt x="1158" y="17"/>
                      <a:pt x="1140" y="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6402278" y="2289209"/>
                <a:ext cx="773542" cy="445662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787" extrusionOk="0">
                    <a:moveTo>
                      <a:pt x="1365" y="251"/>
                    </a:moveTo>
                    <a:cubicBezTo>
                      <a:pt x="1365" y="272"/>
                      <a:pt x="1357" y="293"/>
                      <a:pt x="1346" y="311"/>
                    </a:cubicBezTo>
                    <a:cubicBezTo>
                      <a:pt x="1334" y="329"/>
                      <a:pt x="1318" y="344"/>
                      <a:pt x="1300" y="356"/>
                    </a:cubicBezTo>
                    <a:cubicBezTo>
                      <a:pt x="1282" y="368"/>
                      <a:pt x="1262" y="376"/>
                      <a:pt x="1243" y="386"/>
                    </a:cubicBezTo>
                    <a:cubicBezTo>
                      <a:pt x="1224" y="395"/>
                      <a:pt x="1205" y="404"/>
                      <a:pt x="1186" y="414"/>
                    </a:cubicBezTo>
                    <a:cubicBezTo>
                      <a:pt x="1148" y="433"/>
                      <a:pt x="1110" y="453"/>
                      <a:pt x="1073" y="473"/>
                    </a:cubicBezTo>
                    <a:cubicBezTo>
                      <a:pt x="1036" y="494"/>
                      <a:pt x="1000" y="516"/>
                      <a:pt x="965" y="540"/>
                    </a:cubicBezTo>
                    <a:cubicBezTo>
                      <a:pt x="948" y="552"/>
                      <a:pt x="932" y="565"/>
                      <a:pt x="916" y="579"/>
                    </a:cubicBezTo>
                    <a:cubicBezTo>
                      <a:pt x="908" y="586"/>
                      <a:pt x="900" y="593"/>
                      <a:pt x="893" y="600"/>
                    </a:cubicBezTo>
                    <a:lnTo>
                      <a:pt x="870" y="623"/>
                    </a:lnTo>
                    <a:cubicBezTo>
                      <a:pt x="840" y="653"/>
                      <a:pt x="810" y="684"/>
                      <a:pt x="777" y="712"/>
                    </a:cubicBezTo>
                    <a:cubicBezTo>
                      <a:pt x="761" y="726"/>
                      <a:pt x="743" y="739"/>
                      <a:pt x="723" y="749"/>
                    </a:cubicBezTo>
                    <a:cubicBezTo>
                      <a:pt x="704" y="760"/>
                      <a:pt x="683" y="768"/>
                      <a:pt x="661" y="774"/>
                    </a:cubicBezTo>
                    <a:cubicBezTo>
                      <a:pt x="639" y="779"/>
                      <a:pt x="618" y="782"/>
                      <a:pt x="596" y="784"/>
                    </a:cubicBezTo>
                    <a:cubicBezTo>
                      <a:pt x="574" y="785"/>
                      <a:pt x="553" y="786"/>
                      <a:pt x="531" y="786"/>
                    </a:cubicBezTo>
                    <a:cubicBezTo>
                      <a:pt x="509" y="785"/>
                      <a:pt x="488" y="784"/>
                      <a:pt x="466" y="781"/>
                    </a:cubicBezTo>
                    <a:cubicBezTo>
                      <a:pt x="444" y="777"/>
                      <a:pt x="423" y="773"/>
                      <a:pt x="401" y="764"/>
                    </a:cubicBezTo>
                    <a:cubicBezTo>
                      <a:pt x="399" y="763"/>
                      <a:pt x="396" y="762"/>
                      <a:pt x="393" y="760"/>
                    </a:cubicBezTo>
                    <a:lnTo>
                      <a:pt x="385" y="756"/>
                    </a:lnTo>
                    <a:cubicBezTo>
                      <a:pt x="380" y="752"/>
                      <a:pt x="376" y="749"/>
                      <a:pt x="372" y="746"/>
                    </a:cubicBezTo>
                    <a:cubicBezTo>
                      <a:pt x="363" y="739"/>
                      <a:pt x="355" y="734"/>
                      <a:pt x="346" y="726"/>
                    </a:cubicBezTo>
                    <a:cubicBezTo>
                      <a:pt x="330" y="713"/>
                      <a:pt x="314" y="697"/>
                      <a:pt x="299" y="682"/>
                    </a:cubicBezTo>
                    <a:cubicBezTo>
                      <a:pt x="284" y="666"/>
                      <a:pt x="269" y="650"/>
                      <a:pt x="256" y="633"/>
                    </a:cubicBezTo>
                    <a:cubicBezTo>
                      <a:pt x="242" y="616"/>
                      <a:pt x="230" y="599"/>
                      <a:pt x="218" y="580"/>
                    </a:cubicBezTo>
                    <a:cubicBezTo>
                      <a:pt x="207" y="561"/>
                      <a:pt x="197" y="541"/>
                      <a:pt x="189" y="521"/>
                    </a:cubicBezTo>
                    <a:cubicBezTo>
                      <a:pt x="182" y="500"/>
                      <a:pt x="177" y="479"/>
                      <a:pt x="171" y="458"/>
                    </a:cubicBezTo>
                    <a:lnTo>
                      <a:pt x="163" y="428"/>
                    </a:lnTo>
                    <a:cubicBezTo>
                      <a:pt x="160" y="418"/>
                      <a:pt x="157" y="407"/>
                      <a:pt x="153" y="401"/>
                    </a:cubicBezTo>
                    <a:cubicBezTo>
                      <a:pt x="151" y="398"/>
                      <a:pt x="148" y="396"/>
                      <a:pt x="144" y="394"/>
                    </a:cubicBezTo>
                    <a:cubicBezTo>
                      <a:pt x="140" y="392"/>
                      <a:pt x="135" y="390"/>
                      <a:pt x="129" y="387"/>
                    </a:cubicBezTo>
                    <a:cubicBezTo>
                      <a:pt x="118" y="383"/>
                      <a:pt x="109" y="376"/>
                      <a:pt x="101" y="368"/>
                    </a:cubicBezTo>
                    <a:cubicBezTo>
                      <a:pt x="84" y="353"/>
                      <a:pt x="72" y="333"/>
                      <a:pt x="64" y="313"/>
                    </a:cubicBezTo>
                    <a:cubicBezTo>
                      <a:pt x="55" y="293"/>
                      <a:pt x="50" y="271"/>
                      <a:pt x="45" y="251"/>
                    </a:cubicBezTo>
                    <a:cubicBezTo>
                      <a:pt x="34" y="210"/>
                      <a:pt x="24" y="168"/>
                      <a:pt x="15" y="127"/>
                    </a:cubicBezTo>
                    <a:cubicBezTo>
                      <a:pt x="10" y="106"/>
                      <a:pt x="6" y="85"/>
                      <a:pt x="3" y="64"/>
                    </a:cubicBezTo>
                    <a:cubicBezTo>
                      <a:pt x="2" y="54"/>
                      <a:pt x="0" y="43"/>
                      <a:pt x="0" y="32"/>
                    </a:cubicBezTo>
                    <a:cubicBezTo>
                      <a:pt x="0" y="27"/>
                      <a:pt x="0" y="21"/>
                      <a:pt x="0" y="16"/>
                    </a:cubicBezTo>
                    <a:cubicBezTo>
                      <a:pt x="0" y="11"/>
                      <a:pt x="0" y="5"/>
                      <a:pt x="1" y="0"/>
                    </a:cubicBezTo>
                    <a:cubicBezTo>
                      <a:pt x="1" y="6"/>
                      <a:pt x="0" y="11"/>
                      <a:pt x="0" y="16"/>
                    </a:cubicBezTo>
                    <a:cubicBezTo>
                      <a:pt x="0" y="21"/>
                      <a:pt x="1" y="26"/>
                      <a:pt x="2" y="32"/>
                    </a:cubicBezTo>
                    <a:cubicBezTo>
                      <a:pt x="3" y="42"/>
                      <a:pt x="5" y="53"/>
                      <a:pt x="7" y="63"/>
                    </a:cubicBezTo>
                    <a:cubicBezTo>
                      <a:pt x="11" y="84"/>
                      <a:pt x="15" y="105"/>
                      <a:pt x="21" y="125"/>
                    </a:cubicBezTo>
                    <a:cubicBezTo>
                      <a:pt x="32" y="166"/>
                      <a:pt x="44" y="207"/>
                      <a:pt x="56" y="248"/>
                    </a:cubicBezTo>
                    <a:cubicBezTo>
                      <a:pt x="62" y="269"/>
                      <a:pt x="67" y="289"/>
                      <a:pt x="76" y="307"/>
                    </a:cubicBezTo>
                    <a:cubicBezTo>
                      <a:pt x="84" y="326"/>
                      <a:pt x="96" y="343"/>
                      <a:pt x="111" y="357"/>
                    </a:cubicBezTo>
                    <a:cubicBezTo>
                      <a:pt x="118" y="363"/>
                      <a:pt x="126" y="368"/>
                      <a:pt x="135" y="372"/>
                    </a:cubicBezTo>
                    <a:cubicBezTo>
                      <a:pt x="140" y="374"/>
                      <a:pt x="145" y="376"/>
                      <a:pt x="150" y="378"/>
                    </a:cubicBezTo>
                    <a:cubicBezTo>
                      <a:pt x="156" y="380"/>
                      <a:pt x="162" y="384"/>
                      <a:pt x="166" y="390"/>
                    </a:cubicBezTo>
                    <a:cubicBezTo>
                      <a:pt x="170" y="395"/>
                      <a:pt x="172" y="401"/>
                      <a:pt x="175" y="406"/>
                    </a:cubicBezTo>
                    <a:cubicBezTo>
                      <a:pt x="177" y="412"/>
                      <a:pt x="178" y="417"/>
                      <a:pt x="180" y="422"/>
                    </a:cubicBezTo>
                    <a:lnTo>
                      <a:pt x="189" y="453"/>
                    </a:lnTo>
                    <a:cubicBezTo>
                      <a:pt x="194" y="473"/>
                      <a:pt x="200" y="494"/>
                      <a:pt x="207" y="513"/>
                    </a:cubicBezTo>
                    <a:cubicBezTo>
                      <a:pt x="214" y="532"/>
                      <a:pt x="223" y="550"/>
                      <a:pt x="234" y="568"/>
                    </a:cubicBezTo>
                    <a:cubicBezTo>
                      <a:pt x="246" y="586"/>
                      <a:pt x="258" y="603"/>
                      <a:pt x="271" y="618"/>
                    </a:cubicBezTo>
                    <a:cubicBezTo>
                      <a:pt x="284" y="635"/>
                      <a:pt x="298" y="650"/>
                      <a:pt x="313" y="665"/>
                    </a:cubicBezTo>
                    <a:cubicBezTo>
                      <a:pt x="328" y="680"/>
                      <a:pt x="344" y="694"/>
                      <a:pt x="360" y="707"/>
                    </a:cubicBezTo>
                    <a:cubicBezTo>
                      <a:pt x="368" y="714"/>
                      <a:pt x="376" y="720"/>
                      <a:pt x="384" y="726"/>
                    </a:cubicBezTo>
                    <a:cubicBezTo>
                      <a:pt x="389" y="729"/>
                      <a:pt x="393" y="733"/>
                      <a:pt x="397" y="735"/>
                    </a:cubicBezTo>
                    <a:lnTo>
                      <a:pt x="403" y="739"/>
                    </a:lnTo>
                    <a:cubicBezTo>
                      <a:pt x="405" y="740"/>
                      <a:pt x="407" y="741"/>
                      <a:pt x="409" y="741"/>
                    </a:cubicBezTo>
                    <a:cubicBezTo>
                      <a:pt x="427" y="749"/>
                      <a:pt x="448" y="753"/>
                      <a:pt x="468" y="756"/>
                    </a:cubicBezTo>
                    <a:cubicBezTo>
                      <a:pt x="489" y="759"/>
                      <a:pt x="510" y="760"/>
                      <a:pt x="531" y="761"/>
                    </a:cubicBezTo>
                    <a:cubicBezTo>
                      <a:pt x="552" y="761"/>
                      <a:pt x="574" y="761"/>
                      <a:pt x="594" y="759"/>
                    </a:cubicBezTo>
                    <a:cubicBezTo>
                      <a:pt x="615" y="758"/>
                      <a:pt x="635" y="755"/>
                      <a:pt x="655" y="750"/>
                    </a:cubicBezTo>
                    <a:cubicBezTo>
                      <a:pt x="675" y="746"/>
                      <a:pt x="694" y="738"/>
                      <a:pt x="712" y="728"/>
                    </a:cubicBezTo>
                    <a:cubicBezTo>
                      <a:pt x="729" y="718"/>
                      <a:pt x="746" y="706"/>
                      <a:pt x="762" y="693"/>
                    </a:cubicBezTo>
                    <a:cubicBezTo>
                      <a:pt x="795" y="667"/>
                      <a:pt x="825" y="637"/>
                      <a:pt x="855" y="607"/>
                    </a:cubicBezTo>
                    <a:lnTo>
                      <a:pt x="878" y="584"/>
                    </a:lnTo>
                    <a:cubicBezTo>
                      <a:pt x="886" y="577"/>
                      <a:pt x="894" y="569"/>
                      <a:pt x="902" y="562"/>
                    </a:cubicBezTo>
                    <a:cubicBezTo>
                      <a:pt x="919" y="549"/>
                      <a:pt x="936" y="536"/>
                      <a:pt x="954" y="524"/>
                    </a:cubicBezTo>
                    <a:cubicBezTo>
                      <a:pt x="1025" y="476"/>
                      <a:pt x="1102" y="438"/>
                      <a:pt x="1180" y="402"/>
                    </a:cubicBezTo>
                    <a:cubicBezTo>
                      <a:pt x="1199" y="393"/>
                      <a:pt x="1219" y="385"/>
                      <a:pt x="1238" y="376"/>
                    </a:cubicBezTo>
                    <a:cubicBezTo>
                      <a:pt x="1258" y="367"/>
                      <a:pt x="1279" y="360"/>
                      <a:pt x="1296" y="349"/>
                    </a:cubicBezTo>
                    <a:cubicBezTo>
                      <a:pt x="1314" y="339"/>
                      <a:pt x="1330" y="325"/>
                      <a:pt x="1342" y="308"/>
                    </a:cubicBezTo>
                    <a:cubicBezTo>
                      <a:pt x="1355" y="292"/>
                      <a:pt x="1364" y="272"/>
                      <a:pt x="1365" y="25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6937416" y="2602929"/>
                <a:ext cx="425844" cy="500592"/>
              </a:xfrm>
              <a:custGeom>
                <a:avLst/>
                <a:gdLst/>
                <a:ahLst/>
                <a:cxnLst/>
                <a:rect l="l" t="t" r="r" b="b"/>
                <a:pathLst>
                  <a:path w="752" h="884" extrusionOk="0">
                    <a:moveTo>
                      <a:pt x="696" y="240"/>
                    </a:moveTo>
                    <a:cubicBezTo>
                      <a:pt x="704" y="217"/>
                      <a:pt x="710" y="195"/>
                      <a:pt x="716" y="172"/>
                    </a:cubicBezTo>
                    <a:cubicBezTo>
                      <a:pt x="729" y="162"/>
                      <a:pt x="740" y="151"/>
                      <a:pt x="751" y="139"/>
                    </a:cubicBezTo>
                    <a:cubicBezTo>
                      <a:pt x="740" y="145"/>
                      <a:pt x="729" y="153"/>
                      <a:pt x="719" y="160"/>
                    </a:cubicBezTo>
                    <a:cubicBezTo>
                      <a:pt x="732" y="107"/>
                      <a:pt x="738" y="69"/>
                      <a:pt x="744" y="16"/>
                    </a:cubicBezTo>
                    <a:cubicBezTo>
                      <a:pt x="735" y="69"/>
                      <a:pt x="727" y="106"/>
                      <a:pt x="712" y="158"/>
                    </a:cubicBezTo>
                    <a:cubicBezTo>
                      <a:pt x="707" y="144"/>
                      <a:pt x="700" y="128"/>
                      <a:pt x="693" y="116"/>
                    </a:cubicBezTo>
                    <a:cubicBezTo>
                      <a:pt x="696" y="133"/>
                      <a:pt x="703" y="153"/>
                      <a:pt x="709" y="169"/>
                    </a:cubicBezTo>
                    <a:cubicBezTo>
                      <a:pt x="702" y="191"/>
                      <a:pt x="695" y="212"/>
                      <a:pt x="686" y="234"/>
                    </a:cubicBezTo>
                    <a:cubicBezTo>
                      <a:pt x="679" y="219"/>
                      <a:pt x="671" y="206"/>
                      <a:pt x="661" y="192"/>
                    </a:cubicBezTo>
                    <a:cubicBezTo>
                      <a:pt x="667" y="209"/>
                      <a:pt x="675" y="226"/>
                      <a:pt x="683" y="242"/>
                    </a:cubicBezTo>
                    <a:cubicBezTo>
                      <a:pt x="673" y="267"/>
                      <a:pt x="663" y="292"/>
                      <a:pt x="651" y="316"/>
                    </a:cubicBezTo>
                    <a:cubicBezTo>
                      <a:pt x="644" y="301"/>
                      <a:pt x="632" y="279"/>
                      <a:pt x="624" y="266"/>
                    </a:cubicBezTo>
                    <a:cubicBezTo>
                      <a:pt x="629" y="282"/>
                      <a:pt x="639" y="307"/>
                      <a:pt x="647" y="324"/>
                    </a:cubicBezTo>
                    <a:cubicBezTo>
                      <a:pt x="628" y="362"/>
                      <a:pt x="608" y="400"/>
                      <a:pt x="584" y="435"/>
                    </a:cubicBezTo>
                    <a:cubicBezTo>
                      <a:pt x="578" y="433"/>
                      <a:pt x="579" y="433"/>
                      <a:pt x="573" y="432"/>
                    </a:cubicBezTo>
                    <a:cubicBezTo>
                      <a:pt x="574" y="390"/>
                      <a:pt x="574" y="356"/>
                      <a:pt x="569" y="303"/>
                    </a:cubicBezTo>
                    <a:cubicBezTo>
                      <a:pt x="580" y="291"/>
                      <a:pt x="590" y="279"/>
                      <a:pt x="598" y="266"/>
                    </a:cubicBezTo>
                    <a:cubicBezTo>
                      <a:pt x="587" y="274"/>
                      <a:pt x="577" y="284"/>
                      <a:pt x="568" y="294"/>
                    </a:cubicBezTo>
                    <a:cubicBezTo>
                      <a:pt x="565" y="264"/>
                      <a:pt x="562" y="239"/>
                      <a:pt x="557" y="211"/>
                    </a:cubicBezTo>
                    <a:cubicBezTo>
                      <a:pt x="564" y="201"/>
                      <a:pt x="571" y="190"/>
                      <a:pt x="576" y="179"/>
                    </a:cubicBezTo>
                    <a:cubicBezTo>
                      <a:pt x="567" y="187"/>
                      <a:pt x="560" y="197"/>
                      <a:pt x="555" y="202"/>
                    </a:cubicBezTo>
                    <a:cubicBezTo>
                      <a:pt x="552" y="180"/>
                      <a:pt x="547" y="158"/>
                      <a:pt x="542" y="136"/>
                    </a:cubicBezTo>
                    <a:cubicBezTo>
                      <a:pt x="547" y="126"/>
                      <a:pt x="552" y="114"/>
                      <a:pt x="555" y="104"/>
                    </a:cubicBezTo>
                    <a:cubicBezTo>
                      <a:pt x="549" y="110"/>
                      <a:pt x="543" y="119"/>
                      <a:pt x="540" y="126"/>
                    </a:cubicBezTo>
                    <a:cubicBezTo>
                      <a:pt x="529" y="83"/>
                      <a:pt x="517" y="41"/>
                      <a:pt x="502" y="0"/>
                    </a:cubicBezTo>
                    <a:cubicBezTo>
                      <a:pt x="515" y="42"/>
                      <a:pt x="525" y="86"/>
                      <a:pt x="534" y="130"/>
                    </a:cubicBezTo>
                    <a:cubicBezTo>
                      <a:pt x="524" y="126"/>
                      <a:pt x="513" y="121"/>
                      <a:pt x="502" y="119"/>
                    </a:cubicBezTo>
                    <a:cubicBezTo>
                      <a:pt x="511" y="127"/>
                      <a:pt x="524" y="133"/>
                      <a:pt x="535" y="138"/>
                    </a:cubicBezTo>
                    <a:cubicBezTo>
                      <a:pt x="540" y="160"/>
                      <a:pt x="543" y="182"/>
                      <a:pt x="546" y="205"/>
                    </a:cubicBezTo>
                    <a:cubicBezTo>
                      <a:pt x="534" y="199"/>
                      <a:pt x="521" y="193"/>
                      <a:pt x="507" y="190"/>
                    </a:cubicBezTo>
                    <a:cubicBezTo>
                      <a:pt x="518" y="198"/>
                      <a:pt x="534" y="207"/>
                      <a:pt x="547" y="213"/>
                    </a:cubicBezTo>
                    <a:cubicBezTo>
                      <a:pt x="550" y="241"/>
                      <a:pt x="552" y="268"/>
                      <a:pt x="554" y="296"/>
                    </a:cubicBezTo>
                    <a:cubicBezTo>
                      <a:pt x="543" y="288"/>
                      <a:pt x="530" y="280"/>
                      <a:pt x="518" y="273"/>
                    </a:cubicBezTo>
                    <a:cubicBezTo>
                      <a:pt x="529" y="285"/>
                      <a:pt x="541" y="295"/>
                      <a:pt x="554" y="305"/>
                    </a:cubicBezTo>
                    <a:cubicBezTo>
                      <a:pt x="556" y="352"/>
                      <a:pt x="555" y="388"/>
                      <a:pt x="552" y="428"/>
                    </a:cubicBezTo>
                    <a:cubicBezTo>
                      <a:pt x="543" y="426"/>
                      <a:pt x="534" y="425"/>
                      <a:pt x="524" y="424"/>
                    </a:cubicBezTo>
                    <a:cubicBezTo>
                      <a:pt x="521" y="397"/>
                      <a:pt x="513" y="372"/>
                      <a:pt x="502" y="348"/>
                    </a:cubicBezTo>
                    <a:cubicBezTo>
                      <a:pt x="504" y="334"/>
                      <a:pt x="507" y="313"/>
                      <a:pt x="507" y="300"/>
                    </a:cubicBezTo>
                    <a:cubicBezTo>
                      <a:pt x="503" y="310"/>
                      <a:pt x="499" y="327"/>
                      <a:pt x="497" y="338"/>
                    </a:cubicBezTo>
                    <a:cubicBezTo>
                      <a:pt x="485" y="313"/>
                      <a:pt x="471" y="291"/>
                      <a:pt x="455" y="268"/>
                    </a:cubicBezTo>
                    <a:cubicBezTo>
                      <a:pt x="458" y="252"/>
                      <a:pt x="460" y="234"/>
                      <a:pt x="461" y="218"/>
                    </a:cubicBezTo>
                    <a:cubicBezTo>
                      <a:pt x="456" y="231"/>
                      <a:pt x="452" y="246"/>
                      <a:pt x="449" y="260"/>
                    </a:cubicBezTo>
                    <a:cubicBezTo>
                      <a:pt x="434" y="239"/>
                      <a:pt x="421" y="223"/>
                      <a:pt x="400" y="200"/>
                    </a:cubicBezTo>
                    <a:cubicBezTo>
                      <a:pt x="400" y="188"/>
                      <a:pt x="399" y="177"/>
                      <a:pt x="397" y="165"/>
                    </a:cubicBezTo>
                    <a:cubicBezTo>
                      <a:pt x="395" y="174"/>
                      <a:pt x="394" y="183"/>
                      <a:pt x="393" y="192"/>
                    </a:cubicBezTo>
                    <a:cubicBezTo>
                      <a:pt x="378" y="175"/>
                      <a:pt x="365" y="163"/>
                      <a:pt x="351" y="149"/>
                    </a:cubicBezTo>
                    <a:cubicBezTo>
                      <a:pt x="350" y="137"/>
                      <a:pt x="348" y="126"/>
                      <a:pt x="344" y="114"/>
                    </a:cubicBezTo>
                    <a:cubicBezTo>
                      <a:pt x="343" y="123"/>
                      <a:pt x="343" y="132"/>
                      <a:pt x="343" y="141"/>
                    </a:cubicBezTo>
                    <a:cubicBezTo>
                      <a:pt x="321" y="121"/>
                      <a:pt x="299" y="101"/>
                      <a:pt x="275" y="82"/>
                    </a:cubicBezTo>
                    <a:cubicBezTo>
                      <a:pt x="298" y="102"/>
                      <a:pt x="319" y="123"/>
                      <a:pt x="341" y="145"/>
                    </a:cubicBezTo>
                    <a:cubicBezTo>
                      <a:pt x="331" y="145"/>
                      <a:pt x="320" y="146"/>
                      <a:pt x="311" y="148"/>
                    </a:cubicBezTo>
                    <a:cubicBezTo>
                      <a:pt x="322" y="151"/>
                      <a:pt x="336" y="152"/>
                      <a:pt x="347" y="152"/>
                    </a:cubicBezTo>
                    <a:cubicBezTo>
                      <a:pt x="361" y="167"/>
                      <a:pt x="373" y="180"/>
                      <a:pt x="388" y="198"/>
                    </a:cubicBezTo>
                    <a:cubicBezTo>
                      <a:pt x="378" y="199"/>
                      <a:pt x="367" y="200"/>
                      <a:pt x="357" y="202"/>
                    </a:cubicBezTo>
                    <a:cubicBezTo>
                      <a:pt x="369" y="204"/>
                      <a:pt x="382" y="205"/>
                      <a:pt x="394" y="205"/>
                    </a:cubicBezTo>
                    <a:cubicBezTo>
                      <a:pt x="414" y="229"/>
                      <a:pt x="426" y="246"/>
                      <a:pt x="440" y="267"/>
                    </a:cubicBezTo>
                    <a:cubicBezTo>
                      <a:pt x="432" y="266"/>
                      <a:pt x="411" y="264"/>
                      <a:pt x="402" y="266"/>
                    </a:cubicBezTo>
                    <a:cubicBezTo>
                      <a:pt x="407" y="267"/>
                      <a:pt x="420" y="271"/>
                      <a:pt x="445" y="275"/>
                    </a:cubicBezTo>
                    <a:cubicBezTo>
                      <a:pt x="461" y="299"/>
                      <a:pt x="474" y="322"/>
                      <a:pt x="484" y="348"/>
                    </a:cubicBezTo>
                    <a:cubicBezTo>
                      <a:pt x="472" y="343"/>
                      <a:pt x="459" y="338"/>
                      <a:pt x="446" y="335"/>
                    </a:cubicBezTo>
                    <a:cubicBezTo>
                      <a:pt x="460" y="343"/>
                      <a:pt x="474" y="350"/>
                      <a:pt x="488" y="357"/>
                    </a:cubicBezTo>
                    <a:cubicBezTo>
                      <a:pt x="496" y="378"/>
                      <a:pt x="501" y="399"/>
                      <a:pt x="504" y="421"/>
                    </a:cubicBezTo>
                    <a:cubicBezTo>
                      <a:pt x="479" y="418"/>
                      <a:pt x="479" y="418"/>
                      <a:pt x="440" y="415"/>
                    </a:cubicBezTo>
                    <a:cubicBezTo>
                      <a:pt x="424" y="388"/>
                      <a:pt x="402" y="365"/>
                      <a:pt x="377" y="347"/>
                    </a:cubicBezTo>
                    <a:lnTo>
                      <a:pt x="377" y="305"/>
                    </a:lnTo>
                    <a:lnTo>
                      <a:pt x="371" y="343"/>
                    </a:lnTo>
                    <a:cubicBezTo>
                      <a:pt x="348" y="326"/>
                      <a:pt x="322" y="312"/>
                      <a:pt x="295" y="300"/>
                    </a:cubicBezTo>
                    <a:cubicBezTo>
                      <a:pt x="292" y="287"/>
                      <a:pt x="288" y="271"/>
                      <a:pt x="282" y="258"/>
                    </a:cubicBezTo>
                    <a:cubicBezTo>
                      <a:pt x="282" y="271"/>
                      <a:pt x="285" y="285"/>
                      <a:pt x="287" y="297"/>
                    </a:cubicBezTo>
                    <a:cubicBezTo>
                      <a:pt x="262" y="286"/>
                      <a:pt x="236" y="278"/>
                      <a:pt x="209" y="270"/>
                    </a:cubicBezTo>
                    <a:cubicBezTo>
                      <a:pt x="195" y="244"/>
                      <a:pt x="189" y="239"/>
                      <a:pt x="185" y="233"/>
                    </a:cubicBezTo>
                    <a:cubicBezTo>
                      <a:pt x="186" y="241"/>
                      <a:pt x="195" y="260"/>
                      <a:pt x="200" y="267"/>
                    </a:cubicBezTo>
                    <a:cubicBezTo>
                      <a:pt x="166" y="258"/>
                      <a:pt x="130" y="250"/>
                      <a:pt x="94" y="245"/>
                    </a:cubicBezTo>
                    <a:cubicBezTo>
                      <a:pt x="129" y="252"/>
                      <a:pt x="163" y="261"/>
                      <a:pt x="197" y="272"/>
                    </a:cubicBezTo>
                    <a:cubicBezTo>
                      <a:pt x="186" y="277"/>
                      <a:pt x="175" y="282"/>
                      <a:pt x="164" y="289"/>
                    </a:cubicBezTo>
                    <a:cubicBezTo>
                      <a:pt x="178" y="286"/>
                      <a:pt x="193" y="281"/>
                      <a:pt x="207" y="276"/>
                    </a:cubicBezTo>
                    <a:cubicBezTo>
                      <a:pt x="238" y="286"/>
                      <a:pt x="267" y="299"/>
                      <a:pt x="281" y="306"/>
                    </a:cubicBezTo>
                    <a:cubicBezTo>
                      <a:pt x="270" y="310"/>
                      <a:pt x="259" y="315"/>
                      <a:pt x="248" y="320"/>
                    </a:cubicBezTo>
                    <a:cubicBezTo>
                      <a:pt x="262" y="318"/>
                      <a:pt x="276" y="314"/>
                      <a:pt x="289" y="310"/>
                    </a:cubicBezTo>
                    <a:cubicBezTo>
                      <a:pt x="314" y="323"/>
                      <a:pt x="337" y="337"/>
                      <a:pt x="359" y="354"/>
                    </a:cubicBezTo>
                    <a:lnTo>
                      <a:pt x="324" y="361"/>
                    </a:lnTo>
                    <a:lnTo>
                      <a:pt x="365" y="359"/>
                    </a:lnTo>
                    <a:cubicBezTo>
                      <a:pt x="385" y="374"/>
                      <a:pt x="402" y="393"/>
                      <a:pt x="415" y="414"/>
                    </a:cubicBezTo>
                    <a:cubicBezTo>
                      <a:pt x="382" y="413"/>
                      <a:pt x="344" y="411"/>
                      <a:pt x="306" y="411"/>
                    </a:cubicBezTo>
                    <a:cubicBezTo>
                      <a:pt x="294" y="399"/>
                      <a:pt x="282" y="386"/>
                      <a:pt x="268" y="375"/>
                    </a:cubicBezTo>
                    <a:cubicBezTo>
                      <a:pt x="277" y="388"/>
                      <a:pt x="287" y="399"/>
                      <a:pt x="297" y="411"/>
                    </a:cubicBezTo>
                    <a:cubicBezTo>
                      <a:pt x="271" y="411"/>
                      <a:pt x="249" y="411"/>
                      <a:pt x="201" y="413"/>
                    </a:cubicBezTo>
                    <a:cubicBezTo>
                      <a:pt x="185" y="401"/>
                      <a:pt x="169" y="390"/>
                      <a:pt x="151" y="381"/>
                    </a:cubicBezTo>
                    <a:cubicBezTo>
                      <a:pt x="163" y="393"/>
                      <a:pt x="176" y="403"/>
                      <a:pt x="190" y="413"/>
                    </a:cubicBezTo>
                    <a:cubicBezTo>
                      <a:pt x="154" y="415"/>
                      <a:pt x="126" y="417"/>
                      <a:pt x="94" y="421"/>
                    </a:cubicBezTo>
                    <a:cubicBezTo>
                      <a:pt x="81" y="413"/>
                      <a:pt x="65" y="404"/>
                      <a:pt x="52" y="399"/>
                    </a:cubicBezTo>
                    <a:cubicBezTo>
                      <a:pt x="61" y="407"/>
                      <a:pt x="73" y="415"/>
                      <a:pt x="83" y="422"/>
                    </a:cubicBezTo>
                    <a:cubicBezTo>
                      <a:pt x="55" y="425"/>
                      <a:pt x="28" y="428"/>
                      <a:pt x="1" y="432"/>
                    </a:cubicBezTo>
                    <a:lnTo>
                      <a:pt x="0" y="433"/>
                    </a:lnTo>
                    <a:cubicBezTo>
                      <a:pt x="1" y="436"/>
                      <a:pt x="1" y="433"/>
                      <a:pt x="83" y="428"/>
                    </a:cubicBezTo>
                    <a:cubicBezTo>
                      <a:pt x="75" y="436"/>
                      <a:pt x="64" y="446"/>
                      <a:pt x="53" y="460"/>
                    </a:cubicBezTo>
                    <a:cubicBezTo>
                      <a:pt x="67" y="451"/>
                      <a:pt x="82" y="439"/>
                      <a:pt x="94" y="428"/>
                    </a:cubicBezTo>
                    <a:cubicBezTo>
                      <a:pt x="143" y="426"/>
                      <a:pt x="165" y="426"/>
                      <a:pt x="183" y="426"/>
                    </a:cubicBezTo>
                    <a:cubicBezTo>
                      <a:pt x="175" y="431"/>
                      <a:pt x="167" y="437"/>
                      <a:pt x="159" y="443"/>
                    </a:cubicBezTo>
                    <a:cubicBezTo>
                      <a:pt x="176" y="437"/>
                      <a:pt x="186" y="431"/>
                      <a:pt x="195" y="425"/>
                    </a:cubicBezTo>
                    <a:cubicBezTo>
                      <a:pt x="229" y="425"/>
                      <a:pt x="262" y="426"/>
                      <a:pt x="295" y="427"/>
                    </a:cubicBezTo>
                    <a:cubicBezTo>
                      <a:pt x="286" y="436"/>
                      <a:pt x="272" y="450"/>
                      <a:pt x="264" y="460"/>
                    </a:cubicBezTo>
                    <a:cubicBezTo>
                      <a:pt x="277" y="452"/>
                      <a:pt x="294" y="438"/>
                      <a:pt x="305" y="427"/>
                    </a:cubicBezTo>
                    <a:cubicBezTo>
                      <a:pt x="345" y="429"/>
                      <a:pt x="381" y="431"/>
                      <a:pt x="417" y="435"/>
                    </a:cubicBezTo>
                    <a:cubicBezTo>
                      <a:pt x="408" y="454"/>
                      <a:pt x="395" y="471"/>
                      <a:pt x="380" y="487"/>
                    </a:cubicBezTo>
                    <a:cubicBezTo>
                      <a:pt x="364" y="487"/>
                      <a:pt x="341" y="488"/>
                      <a:pt x="325" y="490"/>
                    </a:cubicBezTo>
                    <a:cubicBezTo>
                      <a:pt x="338" y="492"/>
                      <a:pt x="359" y="493"/>
                      <a:pt x="373" y="493"/>
                    </a:cubicBezTo>
                    <a:cubicBezTo>
                      <a:pt x="357" y="509"/>
                      <a:pt x="336" y="526"/>
                      <a:pt x="302" y="547"/>
                    </a:cubicBezTo>
                    <a:lnTo>
                      <a:pt x="250" y="546"/>
                    </a:lnTo>
                    <a:lnTo>
                      <a:pt x="294" y="552"/>
                    </a:lnTo>
                    <a:cubicBezTo>
                      <a:pt x="265" y="569"/>
                      <a:pt x="244" y="580"/>
                      <a:pt x="213" y="593"/>
                    </a:cubicBezTo>
                    <a:cubicBezTo>
                      <a:pt x="196" y="589"/>
                      <a:pt x="178" y="585"/>
                      <a:pt x="160" y="582"/>
                    </a:cubicBezTo>
                    <a:cubicBezTo>
                      <a:pt x="174" y="588"/>
                      <a:pt x="189" y="593"/>
                      <a:pt x="203" y="598"/>
                    </a:cubicBezTo>
                    <a:cubicBezTo>
                      <a:pt x="171" y="612"/>
                      <a:pt x="144" y="622"/>
                      <a:pt x="115" y="631"/>
                    </a:cubicBezTo>
                    <a:cubicBezTo>
                      <a:pt x="113" y="631"/>
                      <a:pt x="79" y="620"/>
                      <a:pt x="77" y="620"/>
                    </a:cubicBezTo>
                    <a:lnTo>
                      <a:pt x="105" y="634"/>
                    </a:lnTo>
                    <a:cubicBezTo>
                      <a:pt x="79" y="642"/>
                      <a:pt x="52" y="650"/>
                      <a:pt x="25" y="657"/>
                    </a:cubicBezTo>
                    <a:cubicBezTo>
                      <a:pt x="53" y="652"/>
                      <a:pt x="80" y="645"/>
                      <a:pt x="108" y="637"/>
                    </a:cubicBezTo>
                    <a:lnTo>
                      <a:pt x="96" y="668"/>
                    </a:lnTo>
                    <a:cubicBezTo>
                      <a:pt x="97" y="667"/>
                      <a:pt x="116" y="636"/>
                      <a:pt x="117" y="635"/>
                    </a:cubicBezTo>
                    <a:cubicBezTo>
                      <a:pt x="147" y="626"/>
                      <a:pt x="176" y="617"/>
                      <a:pt x="210" y="604"/>
                    </a:cubicBezTo>
                    <a:cubicBezTo>
                      <a:pt x="207" y="619"/>
                      <a:pt x="203" y="642"/>
                      <a:pt x="203" y="657"/>
                    </a:cubicBezTo>
                    <a:cubicBezTo>
                      <a:pt x="209" y="642"/>
                      <a:pt x="215" y="618"/>
                      <a:pt x="218" y="601"/>
                    </a:cubicBezTo>
                    <a:cubicBezTo>
                      <a:pt x="247" y="590"/>
                      <a:pt x="275" y="578"/>
                      <a:pt x="307" y="561"/>
                    </a:cubicBezTo>
                    <a:lnTo>
                      <a:pt x="310" y="611"/>
                    </a:lnTo>
                    <a:lnTo>
                      <a:pt x="313" y="557"/>
                    </a:lnTo>
                    <a:cubicBezTo>
                      <a:pt x="347" y="538"/>
                      <a:pt x="370" y="520"/>
                      <a:pt x="388" y="505"/>
                    </a:cubicBezTo>
                    <a:cubicBezTo>
                      <a:pt x="390" y="520"/>
                      <a:pt x="393" y="536"/>
                      <a:pt x="397" y="551"/>
                    </a:cubicBezTo>
                    <a:cubicBezTo>
                      <a:pt x="397" y="534"/>
                      <a:pt x="396" y="516"/>
                      <a:pt x="394" y="499"/>
                    </a:cubicBezTo>
                    <a:cubicBezTo>
                      <a:pt x="412" y="481"/>
                      <a:pt x="428" y="462"/>
                      <a:pt x="440" y="438"/>
                    </a:cubicBezTo>
                    <a:cubicBezTo>
                      <a:pt x="469" y="441"/>
                      <a:pt x="500" y="444"/>
                      <a:pt x="529" y="446"/>
                    </a:cubicBezTo>
                    <a:cubicBezTo>
                      <a:pt x="521" y="479"/>
                      <a:pt x="509" y="511"/>
                      <a:pt x="494" y="541"/>
                    </a:cubicBezTo>
                    <a:cubicBezTo>
                      <a:pt x="479" y="547"/>
                      <a:pt x="465" y="554"/>
                      <a:pt x="451" y="561"/>
                    </a:cubicBezTo>
                    <a:cubicBezTo>
                      <a:pt x="464" y="558"/>
                      <a:pt x="477" y="554"/>
                      <a:pt x="491" y="550"/>
                    </a:cubicBezTo>
                    <a:cubicBezTo>
                      <a:pt x="474" y="583"/>
                      <a:pt x="455" y="614"/>
                      <a:pt x="429" y="647"/>
                    </a:cubicBezTo>
                    <a:cubicBezTo>
                      <a:pt x="412" y="647"/>
                      <a:pt x="395" y="648"/>
                      <a:pt x="378" y="650"/>
                    </a:cubicBezTo>
                    <a:cubicBezTo>
                      <a:pt x="393" y="652"/>
                      <a:pt x="409" y="653"/>
                      <a:pt x="424" y="653"/>
                    </a:cubicBezTo>
                    <a:cubicBezTo>
                      <a:pt x="406" y="676"/>
                      <a:pt x="387" y="698"/>
                      <a:pt x="363" y="721"/>
                    </a:cubicBezTo>
                    <a:cubicBezTo>
                      <a:pt x="341" y="721"/>
                      <a:pt x="309" y="721"/>
                      <a:pt x="287" y="724"/>
                    </a:cubicBezTo>
                    <a:cubicBezTo>
                      <a:pt x="308" y="727"/>
                      <a:pt x="334" y="728"/>
                      <a:pt x="355" y="728"/>
                    </a:cubicBezTo>
                    <a:cubicBezTo>
                      <a:pt x="328" y="753"/>
                      <a:pt x="306" y="770"/>
                      <a:pt x="279" y="790"/>
                    </a:cubicBezTo>
                    <a:cubicBezTo>
                      <a:pt x="266" y="791"/>
                      <a:pt x="236" y="792"/>
                      <a:pt x="223" y="796"/>
                    </a:cubicBezTo>
                    <a:cubicBezTo>
                      <a:pt x="237" y="797"/>
                      <a:pt x="245" y="798"/>
                      <a:pt x="269" y="797"/>
                    </a:cubicBezTo>
                    <a:cubicBezTo>
                      <a:pt x="246" y="813"/>
                      <a:pt x="222" y="827"/>
                      <a:pt x="198" y="840"/>
                    </a:cubicBezTo>
                    <a:cubicBezTo>
                      <a:pt x="224" y="828"/>
                      <a:pt x="249" y="814"/>
                      <a:pt x="273" y="798"/>
                    </a:cubicBezTo>
                    <a:cubicBezTo>
                      <a:pt x="269" y="814"/>
                      <a:pt x="267" y="830"/>
                      <a:pt x="265" y="846"/>
                    </a:cubicBezTo>
                    <a:cubicBezTo>
                      <a:pt x="272" y="829"/>
                      <a:pt x="277" y="811"/>
                      <a:pt x="281" y="794"/>
                    </a:cubicBezTo>
                    <a:cubicBezTo>
                      <a:pt x="282" y="793"/>
                      <a:pt x="349" y="744"/>
                      <a:pt x="362" y="732"/>
                    </a:cubicBezTo>
                    <a:cubicBezTo>
                      <a:pt x="362" y="748"/>
                      <a:pt x="363" y="765"/>
                      <a:pt x="365" y="781"/>
                    </a:cubicBezTo>
                    <a:cubicBezTo>
                      <a:pt x="367" y="763"/>
                      <a:pt x="368" y="744"/>
                      <a:pt x="368" y="726"/>
                    </a:cubicBezTo>
                    <a:cubicBezTo>
                      <a:pt x="392" y="705"/>
                      <a:pt x="412" y="685"/>
                      <a:pt x="431" y="663"/>
                    </a:cubicBezTo>
                    <a:cubicBezTo>
                      <a:pt x="431" y="687"/>
                      <a:pt x="432" y="710"/>
                      <a:pt x="434" y="734"/>
                    </a:cubicBezTo>
                    <a:cubicBezTo>
                      <a:pt x="437" y="708"/>
                      <a:pt x="438" y="681"/>
                      <a:pt x="438" y="655"/>
                    </a:cubicBezTo>
                    <a:cubicBezTo>
                      <a:pt x="465" y="623"/>
                      <a:pt x="485" y="593"/>
                      <a:pt x="503" y="561"/>
                    </a:cubicBezTo>
                    <a:cubicBezTo>
                      <a:pt x="506" y="582"/>
                      <a:pt x="508" y="603"/>
                      <a:pt x="513" y="624"/>
                    </a:cubicBezTo>
                    <a:cubicBezTo>
                      <a:pt x="514" y="599"/>
                      <a:pt x="512" y="575"/>
                      <a:pt x="509" y="551"/>
                    </a:cubicBezTo>
                    <a:cubicBezTo>
                      <a:pt x="526" y="519"/>
                      <a:pt x="540" y="484"/>
                      <a:pt x="550" y="448"/>
                    </a:cubicBezTo>
                    <a:cubicBezTo>
                      <a:pt x="562" y="449"/>
                      <a:pt x="572" y="450"/>
                      <a:pt x="584" y="452"/>
                    </a:cubicBezTo>
                    <a:cubicBezTo>
                      <a:pt x="588" y="477"/>
                      <a:pt x="591" y="504"/>
                      <a:pt x="592" y="530"/>
                    </a:cubicBezTo>
                    <a:cubicBezTo>
                      <a:pt x="583" y="539"/>
                      <a:pt x="574" y="549"/>
                      <a:pt x="566" y="559"/>
                    </a:cubicBezTo>
                    <a:cubicBezTo>
                      <a:pt x="575" y="552"/>
                      <a:pt x="583" y="545"/>
                      <a:pt x="592" y="538"/>
                    </a:cubicBezTo>
                    <a:cubicBezTo>
                      <a:pt x="592" y="566"/>
                      <a:pt x="589" y="595"/>
                      <a:pt x="583" y="626"/>
                    </a:cubicBezTo>
                    <a:cubicBezTo>
                      <a:pt x="569" y="638"/>
                      <a:pt x="555" y="650"/>
                      <a:pt x="542" y="664"/>
                    </a:cubicBezTo>
                    <a:cubicBezTo>
                      <a:pt x="555" y="655"/>
                      <a:pt x="568" y="645"/>
                      <a:pt x="581" y="635"/>
                    </a:cubicBezTo>
                    <a:cubicBezTo>
                      <a:pt x="573" y="675"/>
                      <a:pt x="562" y="711"/>
                      <a:pt x="546" y="749"/>
                    </a:cubicBezTo>
                    <a:cubicBezTo>
                      <a:pt x="528" y="758"/>
                      <a:pt x="503" y="770"/>
                      <a:pt x="489" y="780"/>
                    </a:cubicBezTo>
                    <a:cubicBezTo>
                      <a:pt x="504" y="775"/>
                      <a:pt x="526" y="766"/>
                      <a:pt x="543" y="758"/>
                    </a:cubicBezTo>
                    <a:cubicBezTo>
                      <a:pt x="524" y="802"/>
                      <a:pt x="500" y="846"/>
                      <a:pt x="473" y="883"/>
                    </a:cubicBezTo>
                    <a:cubicBezTo>
                      <a:pt x="503" y="846"/>
                      <a:pt x="528" y="803"/>
                      <a:pt x="549" y="761"/>
                    </a:cubicBezTo>
                    <a:cubicBezTo>
                      <a:pt x="554" y="778"/>
                      <a:pt x="560" y="795"/>
                      <a:pt x="567" y="812"/>
                    </a:cubicBezTo>
                    <a:cubicBezTo>
                      <a:pt x="564" y="792"/>
                      <a:pt x="559" y="771"/>
                      <a:pt x="553" y="752"/>
                    </a:cubicBezTo>
                    <a:cubicBezTo>
                      <a:pt x="571" y="714"/>
                      <a:pt x="584" y="679"/>
                      <a:pt x="594" y="639"/>
                    </a:cubicBezTo>
                    <a:cubicBezTo>
                      <a:pt x="607" y="664"/>
                      <a:pt x="621" y="690"/>
                      <a:pt x="637" y="714"/>
                    </a:cubicBezTo>
                    <a:cubicBezTo>
                      <a:pt x="625" y="685"/>
                      <a:pt x="611" y="657"/>
                      <a:pt x="596" y="629"/>
                    </a:cubicBezTo>
                    <a:cubicBezTo>
                      <a:pt x="603" y="599"/>
                      <a:pt x="607" y="570"/>
                      <a:pt x="609" y="539"/>
                    </a:cubicBezTo>
                    <a:cubicBezTo>
                      <a:pt x="624" y="553"/>
                      <a:pt x="639" y="566"/>
                      <a:pt x="656" y="578"/>
                    </a:cubicBezTo>
                    <a:cubicBezTo>
                      <a:pt x="642" y="561"/>
                      <a:pt x="625" y="544"/>
                      <a:pt x="609" y="530"/>
                    </a:cubicBezTo>
                    <a:cubicBezTo>
                      <a:pt x="610" y="505"/>
                      <a:pt x="609" y="480"/>
                      <a:pt x="606" y="455"/>
                    </a:cubicBezTo>
                    <a:cubicBezTo>
                      <a:pt x="637" y="458"/>
                      <a:pt x="733" y="482"/>
                      <a:pt x="738" y="471"/>
                    </a:cubicBezTo>
                    <a:cubicBezTo>
                      <a:pt x="743" y="455"/>
                      <a:pt x="640" y="446"/>
                      <a:pt x="609" y="440"/>
                    </a:cubicBezTo>
                    <a:cubicBezTo>
                      <a:pt x="630" y="405"/>
                      <a:pt x="647" y="370"/>
                      <a:pt x="663" y="334"/>
                    </a:cubicBezTo>
                    <a:cubicBezTo>
                      <a:pt x="683" y="331"/>
                      <a:pt x="702" y="328"/>
                      <a:pt x="721" y="323"/>
                    </a:cubicBezTo>
                    <a:cubicBezTo>
                      <a:pt x="703" y="323"/>
                      <a:pt x="685" y="325"/>
                      <a:pt x="666" y="327"/>
                    </a:cubicBezTo>
                    <a:cubicBezTo>
                      <a:pt x="677" y="301"/>
                      <a:pt x="687" y="275"/>
                      <a:pt x="696" y="249"/>
                    </a:cubicBezTo>
                    <a:cubicBezTo>
                      <a:pt x="713" y="244"/>
                      <a:pt x="736" y="237"/>
                      <a:pt x="750" y="231"/>
                    </a:cubicBezTo>
                    <a:cubicBezTo>
                      <a:pt x="732" y="232"/>
                      <a:pt x="711" y="236"/>
                      <a:pt x="696" y="2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6478726" y="2011166"/>
                <a:ext cx="253128" cy="17667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312" extrusionOk="0">
                    <a:moveTo>
                      <a:pt x="41" y="42"/>
                    </a:moveTo>
                    <a:cubicBezTo>
                      <a:pt x="49" y="25"/>
                      <a:pt x="72" y="0"/>
                      <a:pt x="90" y="0"/>
                    </a:cubicBezTo>
                    <a:cubicBezTo>
                      <a:pt x="123" y="0"/>
                      <a:pt x="151" y="17"/>
                      <a:pt x="163" y="28"/>
                    </a:cubicBezTo>
                    <a:cubicBezTo>
                      <a:pt x="225" y="93"/>
                      <a:pt x="390" y="89"/>
                      <a:pt x="428" y="125"/>
                    </a:cubicBezTo>
                    <a:cubicBezTo>
                      <a:pt x="441" y="138"/>
                      <a:pt x="445" y="159"/>
                      <a:pt x="445" y="178"/>
                    </a:cubicBezTo>
                    <a:cubicBezTo>
                      <a:pt x="446" y="204"/>
                      <a:pt x="444" y="229"/>
                      <a:pt x="438" y="254"/>
                    </a:cubicBezTo>
                    <a:cubicBezTo>
                      <a:pt x="434" y="272"/>
                      <a:pt x="427" y="290"/>
                      <a:pt x="412" y="299"/>
                    </a:cubicBezTo>
                    <a:cubicBezTo>
                      <a:pt x="392" y="311"/>
                      <a:pt x="366" y="303"/>
                      <a:pt x="350" y="285"/>
                    </a:cubicBezTo>
                    <a:cubicBezTo>
                      <a:pt x="335" y="269"/>
                      <a:pt x="328" y="246"/>
                      <a:pt x="322" y="224"/>
                    </a:cubicBezTo>
                    <a:cubicBezTo>
                      <a:pt x="316" y="202"/>
                      <a:pt x="310" y="179"/>
                      <a:pt x="296" y="162"/>
                    </a:cubicBezTo>
                    <a:cubicBezTo>
                      <a:pt x="271" y="130"/>
                      <a:pt x="221" y="124"/>
                      <a:pt x="188" y="147"/>
                    </a:cubicBezTo>
                    <a:cubicBezTo>
                      <a:pt x="168" y="161"/>
                      <a:pt x="156" y="184"/>
                      <a:pt x="142" y="205"/>
                    </a:cubicBezTo>
                    <a:cubicBezTo>
                      <a:pt x="129" y="226"/>
                      <a:pt x="112" y="247"/>
                      <a:pt x="88" y="253"/>
                    </a:cubicBezTo>
                    <a:cubicBezTo>
                      <a:pt x="59" y="261"/>
                      <a:pt x="26" y="244"/>
                      <a:pt x="13" y="216"/>
                    </a:cubicBezTo>
                    <a:cubicBezTo>
                      <a:pt x="0" y="189"/>
                      <a:pt x="25" y="78"/>
                      <a:pt x="41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6464569" y="2256931"/>
                <a:ext cx="76448" cy="1347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38" extrusionOk="0">
                    <a:moveTo>
                      <a:pt x="45" y="223"/>
                    </a:moveTo>
                    <a:cubicBezTo>
                      <a:pt x="64" y="237"/>
                      <a:pt x="93" y="235"/>
                      <a:pt x="110" y="219"/>
                    </a:cubicBezTo>
                    <a:cubicBezTo>
                      <a:pt x="133" y="198"/>
                      <a:pt x="134" y="162"/>
                      <a:pt x="132" y="131"/>
                    </a:cubicBezTo>
                    <a:cubicBezTo>
                      <a:pt x="131" y="110"/>
                      <a:pt x="131" y="88"/>
                      <a:pt x="130" y="67"/>
                    </a:cubicBezTo>
                    <a:cubicBezTo>
                      <a:pt x="130" y="58"/>
                      <a:pt x="129" y="48"/>
                      <a:pt x="124" y="41"/>
                    </a:cubicBezTo>
                    <a:cubicBezTo>
                      <a:pt x="97" y="0"/>
                      <a:pt x="11" y="29"/>
                      <a:pt x="3" y="74"/>
                    </a:cubicBezTo>
                    <a:cubicBezTo>
                      <a:pt x="0" y="94"/>
                      <a:pt x="8" y="118"/>
                      <a:pt x="12" y="138"/>
                    </a:cubicBezTo>
                    <a:cubicBezTo>
                      <a:pt x="18" y="166"/>
                      <a:pt x="20" y="204"/>
                      <a:pt x="45" y="2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4"/>
              <p:cNvSpPr/>
              <p:nvPr/>
            </p:nvSpPr>
            <p:spPr>
              <a:xfrm>
                <a:off x="6662202" y="2234280"/>
                <a:ext cx="56062" cy="143835"/>
              </a:xfrm>
              <a:custGeom>
                <a:avLst/>
                <a:gdLst/>
                <a:ahLst/>
                <a:cxnLst/>
                <a:rect l="l" t="t" r="r" b="b"/>
                <a:pathLst>
                  <a:path w="99" h="254" extrusionOk="0">
                    <a:moveTo>
                      <a:pt x="6" y="181"/>
                    </a:moveTo>
                    <a:cubicBezTo>
                      <a:pt x="9" y="204"/>
                      <a:pt x="16" y="231"/>
                      <a:pt x="36" y="242"/>
                    </a:cubicBezTo>
                    <a:cubicBezTo>
                      <a:pt x="55" y="253"/>
                      <a:pt x="82" y="246"/>
                      <a:pt x="92" y="227"/>
                    </a:cubicBezTo>
                    <a:cubicBezTo>
                      <a:pt x="98" y="215"/>
                      <a:pt x="96" y="201"/>
                      <a:pt x="95" y="187"/>
                    </a:cubicBezTo>
                    <a:cubicBezTo>
                      <a:pt x="90" y="140"/>
                      <a:pt x="86" y="91"/>
                      <a:pt x="81" y="44"/>
                    </a:cubicBezTo>
                    <a:cubicBezTo>
                      <a:pt x="80" y="31"/>
                      <a:pt x="78" y="19"/>
                      <a:pt x="70" y="10"/>
                    </a:cubicBezTo>
                    <a:cubicBezTo>
                      <a:pt x="62" y="2"/>
                      <a:pt x="51" y="0"/>
                      <a:pt x="41" y="2"/>
                    </a:cubicBezTo>
                    <a:cubicBezTo>
                      <a:pt x="6" y="9"/>
                      <a:pt x="6" y="36"/>
                      <a:pt x="3" y="66"/>
                    </a:cubicBezTo>
                    <a:cubicBezTo>
                      <a:pt x="0" y="104"/>
                      <a:pt x="1" y="143"/>
                      <a:pt x="6" y="18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6837750" y="2138579"/>
                <a:ext cx="180078" cy="187439"/>
              </a:xfrm>
              <a:custGeom>
                <a:avLst/>
                <a:gdLst/>
                <a:ahLst/>
                <a:cxnLst/>
                <a:rect l="l" t="t" r="r" b="b"/>
                <a:pathLst>
                  <a:path w="318" h="331" extrusionOk="0">
                    <a:moveTo>
                      <a:pt x="36" y="26"/>
                    </a:moveTo>
                    <a:cubicBezTo>
                      <a:pt x="38" y="17"/>
                      <a:pt x="41" y="8"/>
                      <a:pt x="49" y="4"/>
                    </a:cubicBezTo>
                    <a:cubicBezTo>
                      <a:pt x="56" y="0"/>
                      <a:pt x="64" y="3"/>
                      <a:pt x="70" y="8"/>
                    </a:cubicBezTo>
                    <a:cubicBezTo>
                      <a:pt x="76" y="13"/>
                      <a:pt x="155" y="52"/>
                      <a:pt x="159" y="59"/>
                    </a:cubicBezTo>
                    <a:cubicBezTo>
                      <a:pt x="194" y="123"/>
                      <a:pt x="196" y="155"/>
                      <a:pt x="231" y="186"/>
                    </a:cubicBezTo>
                    <a:cubicBezTo>
                      <a:pt x="253" y="206"/>
                      <a:pt x="283" y="217"/>
                      <a:pt x="299" y="240"/>
                    </a:cubicBezTo>
                    <a:cubicBezTo>
                      <a:pt x="316" y="264"/>
                      <a:pt x="317" y="301"/>
                      <a:pt x="294" y="319"/>
                    </a:cubicBezTo>
                    <a:cubicBezTo>
                      <a:pt x="282" y="328"/>
                      <a:pt x="265" y="330"/>
                      <a:pt x="250" y="327"/>
                    </a:cubicBezTo>
                    <a:cubicBezTo>
                      <a:pt x="235" y="325"/>
                      <a:pt x="221" y="319"/>
                      <a:pt x="206" y="314"/>
                    </a:cubicBezTo>
                    <a:cubicBezTo>
                      <a:pt x="162" y="301"/>
                      <a:pt x="115" y="299"/>
                      <a:pt x="71" y="310"/>
                    </a:cubicBezTo>
                    <a:cubicBezTo>
                      <a:pt x="53" y="314"/>
                      <a:pt x="22" y="326"/>
                      <a:pt x="11" y="304"/>
                    </a:cubicBezTo>
                    <a:cubicBezTo>
                      <a:pt x="0" y="284"/>
                      <a:pt x="11" y="238"/>
                      <a:pt x="12" y="216"/>
                    </a:cubicBezTo>
                    <a:cubicBezTo>
                      <a:pt x="16" y="152"/>
                      <a:pt x="24" y="89"/>
                      <a:pt x="36" y="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6567067" y="2493637"/>
                <a:ext cx="302395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534" h="146" extrusionOk="0">
                    <a:moveTo>
                      <a:pt x="0" y="46"/>
                    </a:moveTo>
                    <a:cubicBezTo>
                      <a:pt x="0" y="46"/>
                      <a:pt x="59" y="137"/>
                      <a:pt x="169" y="140"/>
                    </a:cubicBezTo>
                    <a:cubicBezTo>
                      <a:pt x="310" y="145"/>
                      <a:pt x="508" y="82"/>
                      <a:pt x="525" y="26"/>
                    </a:cubicBezTo>
                    <a:cubicBezTo>
                      <a:pt x="533" y="0"/>
                      <a:pt x="416" y="18"/>
                      <a:pt x="290" y="21"/>
                    </a:cubicBezTo>
                    <a:cubicBezTo>
                      <a:pt x="150" y="25"/>
                      <a:pt x="0" y="18"/>
                      <a:pt x="0" y="4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525162" y="1696314"/>
                <a:ext cx="715781" cy="392432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93" extrusionOk="0">
                    <a:moveTo>
                      <a:pt x="1256" y="4"/>
                    </a:moveTo>
                    <a:cubicBezTo>
                      <a:pt x="1250" y="0"/>
                      <a:pt x="1242" y="18"/>
                      <a:pt x="1237" y="25"/>
                    </a:cubicBezTo>
                    <a:cubicBezTo>
                      <a:pt x="1183" y="95"/>
                      <a:pt x="1105" y="153"/>
                      <a:pt x="1071" y="178"/>
                    </a:cubicBezTo>
                    <a:cubicBezTo>
                      <a:pt x="955" y="263"/>
                      <a:pt x="841" y="366"/>
                      <a:pt x="782" y="473"/>
                    </a:cubicBezTo>
                    <a:cubicBezTo>
                      <a:pt x="746" y="539"/>
                      <a:pt x="737" y="601"/>
                      <a:pt x="731" y="640"/>
                    </a:cubicBezTo>
                    <a:cubicBezTo>
                      <a:pt x="730" y="644"/>
                      <a:pt x="726" y="646"/>
                      <a:pt x="722" y="645"/>
                    </a:cubicBezTo>
                    <a:cubicBezTo>
                      <a:pt x="694" y="639"/>
                      <a:pt x="672" y="618"/>
                      <a:pt x="648" y="610"/>
                    </a:cubicBezTo>
                    <a:cubicBezTo>
                      <a:pt x="608" y="597"/>
                      <a:pt x="565" y="595"/>
                      <a:pt x="522" y="581"/>
                    </a:cubicBezTo>
                    <a:cubicBezTo>
                      <a:pt x="483" y="571"/>
                      <a:pt x="485" y="551"/>
                      <a:pt x="320" y="503"/>
                    </a:cubicBezTo>
                    <a:cubicBezTo>
                      <a:pt x="229" y="476"/>
                      <a:pt x="140" y="474"/>
                      <a:pt x="76" y="410"/>
                    </a:cubicBezTo>
                    <a:cubicBezTo>
                      <a:pt x="64" y="397"/>
                      <a:pt x="55" y="386"/>
                      <a:pt x="47" y="372"/>
                    </a:cubicBezTo>
                    <a:cubicBezTo>
                      <a:pt x="32" y="344"/>
                      <a:pt x="39" y="300"/>
                      <a:pt x="43" y="270"/>
                    </a:cubicBezTo>
                    <a:cubicBezTo>
                      <a:pt x="44" y="262"/>
                      <a:pt x="49" y="208"/>
                      <a:pt x="40" y="208"/>
                    </a:cubicBezTo>
                    <a:cubicBezTo>
                      <a:pt x="33" y="208"/>
                      <a:pt x="16" y="260"/>
                      <a:pt x="14" y="267"/>
                    </a:cubicBezTo>
                    <a:cubicBezTo>
                      <a:pt x="9" y="299"/>
                      <a:pt x="0" y="349"/>
                      <a:pt x="19" y="387"/>
                    </a:cubicBezTo>
                    <a:cubicBezTo>
                      <a:pt x="29" y="407"/>
                      <a:pt x="37" y="418"/>
                      <a:pt x="53" y="435"/>
                    </a:cubicBezTo>
                    <a:cubicBezTo>
                      <a:pt x="118" y="503"/>
                      <a:pt x="211" y="510"/>
                      <a:pt x="308" y="540"/>
                    </a:cubicBezTo>
                    <a:cubicBezTo>
                      <a:pt x="361" y="557"/>
                      <a:pt x="431" y="586"/>
                      <a:pt x="481" y="610"/>
                    </a:cubicBezTo>
                    <a:cubicBezTo>
                      <a:pt x="537" y="636"/>
                      <a:pt x="615" y="639"/>
                      <a:pt x="640" y="653"/>
                    </a:cubicBezTo>
                    <a:cubicBezTo>
                      <a:pt x="657" y="667"/>
                      <a:pt x="690" y="683"/>
                      <a:pt x="716" y="688"/>
                    </a:cubicBezTo>
                    <a:cubicBezTo>
                      <a:pt x="738" y="692"/>
                      <a:pt x="765" y="687"/>
                      <a:pt x="770" y="662"/>
                    </a:cubicBezTo>
                    <a:cubicBezTo>
                      <a:pt x="776" y="624"/>
                      <a:pt x="781" y="560"/>
                      <a:pt x="818" y="493"/>
                    </a:cubicBezTo>
                    <a:cubicBezTo>
                      <a:pt x="870" y="397"/>
                      <a:pt x="1068" y="228"/>
                      <a:pt x="1113" y="190"/>
                    </a:cubicBezTo>
                    <a:cubicBezTo>
                      <a:pt x="1161" y="150"/>
                      <a:pt x="1224" y="80"/>
                      <a:pt x="1253" y="25"/>
                    </a:cubicBezTo>
                    <a:cubicBezTo>
                      <a:pt x="1258" y="18"/>
                      <a:pt x="1263" y="8"/>
                      <a:pt x="1256" y="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6932885" y="1336159"/>
                <a:ext cx="20556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363" h="394" extrusionOk="0">
                    <a:moveTo>
                      <a:pt x="75" y="139"/>
                    </a:moveTo>
                    <a:cubicBezTo>
                      <a:pt x="75" y="139"/>
                      <a:pt x="222" y="0"/>
                      <a:pt x="258" y="43"/>
                    </a:cubicBezTo>
                    <a:cubicBezTo>
                      <a:pt x="295" y="86"/>
                      <a:pt x="270" y="226"/>
                      <a:pt x="301" y="281"/>
                    </a:cubicBezTo>
                    <a:cubicBezTo>
                      <a:pt x="332" y="335"/>
                      <a:pt x="362" y="381"/>
                      <a:pt x="280" y="386"/>
                    </a:cubicBezTo>
                    <a:cubicBezTo>
                      <a:pt x="197" y="393"/>
                      <a:pt x="0" y="255"/>
                      <a:pt x="75" y="1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6695047" y="1644216"/>
                <a:ext cx="214621" cy="221982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92" extrusionOk="0">
                    <a:moveTo>
                      <a:pt x="91" y="13"/>
                    </a:moveTo>
                    <a:cubicBezTo>
                      <a:pt x="108" y="25"/>
                      <a:pt x="175" y="167"/>
                      <a:pt x="209" y="191"/>
                    </a:cubicBezTo>
                    <a:cubicBezTo>
                      <a:pt x="243" y="217"/>
                      <a:pt x="378" y="266"/>
                      <a:pt x="359" y="290"/>
                    </a:cubicBezTo>
                    <a:cubicBezTo>
                      <a:pt x="340" y="313"/>
                      <a:pt x="288" y="391"/>
                      <a:pt x="195" y="348"/>
                    </a:cubicBezTo>
                    <a:cubicBezTo>
                      <a:pt x="102" y="305"/>
                      <a:pt x="12" y="224"/>
                      <a:pt x="6" y="191"/>
                    </a:cubicBezTo>
                    <a:cubicBezTo>
                      <a:pt x="0" y="158"/>
                      <a:pt x="74" y="0"/>
                      <a:pt x="91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>
                <a:off x="8110754" y="1652144"/>
                <a:ext cx="838098" cy="76447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50" extrusionOk="0">
                    <a:moveTo>
                      <a:pt x="1469" y="685"/>
                    </a:moveTo>
                    <a:cubicBezTo>
                      <a:pt x="1458" y="930"/>
                      <a:pt x="1319" y="1013"/>
                      <a:pt x="1319" y="1013"/>
                    </a:cubicBezTo>
                    <a:cubicBezTo>
                      <a:pt x="1319" y="1013"/>
                      <a:pt x="1351" y="1066"/>
                      <a:pt x="1219" y="1188"/>
                    </a:cubicBezTo>
                    <a:cubicBezTo>
                      <a:pt x="1087" y="1309"/>
                      <a:pt x="885" y="1254"/>
                      <a:pt x="885" y="1254"/>
                    </a:cubicBezTo>
                    <a:cubicBezTo>
                      <a:pt x="840" y="1292"/>
                      <a:pt x="654" y="1331"/>
                      <a:pt x="375" y="1340"/>
                    </a:cubicBezTo>
                    <a:cubicBezTo>
                      <a:pt x="100" y="1349"/>
                      <a:pt x="3" y="1219"/>
                      <a:pt x="0" y="1214"/>
                    </a:cubicBezTo>
                    <a:cubicBezTo>
                      <a:pt x="51" y="1231"/>
                      <a:pt x="97" y="1235"/>
                      <a:pt x="97" y="1235"/>
                    </a:cubicBezTo>
                    <a:lnTo>
                      <a:pt x="158" y="1257"/>
                    </a:lnTo>
                    <a:cubicBezTo>
                      <a:pt x="170" y="1261"/>
                      <a:pt x="185" y="1256"/>
                      <a:pt x="191" y="1245"/>
                    </a:cubicBezTo>
                    <a:lnTo>
                      <a:pt x="192" y="1243"/>
                    </a:lnTo>
                    <a:cubicBezTo>
                      <a:pt x="203" y="1224"/>
                      <a:pt x="194" y="1199"/>
                      <a:pt x="173" y="1192"/>
                    </a:cubicBezTo>
                    <a:lnTo>
                      <a:pt x="114" y="1173"/>
                    </a:lnTo>
                    <a:cubicBezTo>
                      <a:pt x="114" y="1173"/>
                      <a:pt x="72" y="1105"/>
                      <a:pt x="53" y="1028"/>
                    </a:cubicBezTo>
                    <a:lnTo>
                      <a:pt x="53" y="1027"/>
                    </a:lnTo>
                    <a:lnTo>
                      <a:pt x="111" y="1004"/>
                    </a:lnTo>
                    <a:cubicBezTo>
                      <a:pt x="137" y="993"/>
                      <a:pt x="163" y="980"/>
                      <a:pt x="188" y="966"/>
                    </a:cubicBezTo>
                    <a:lnTo>
                      <a:pt x="201" y="967"/>
                    </a:lnTo>
                    <a:lnTo>
                      <a:pt x="232" y="1063"/>
                    </a:lnTo>
                    <a:cubicBezTo>
                      <a:pt x="232" y="1063"/>
                      <a:pt x="157" y="1164"/>
                      <a:pt x="249" y="1219"/>
                    </a:cubicBezTo>
                    <a:cubicBezTo>
                      <a:pt x="341" y="1275"/>
                      <a:pt x="757" y="1257"/>
                      <a:pt x="840" y="1192"/>
                    </a:cubicBezTo>
                    <a:cubicBezTo>
                      <a:pt x="840" y="1192"/>
                      <a:pt x="996" y="1246"/>
                      <a:pt x="1117" y="1168"/>
                    </a:cubicBezTo>
                    <a:cubicBezTo>
                      <a:pt x="1239" y="1091"/>
                      <a:pt x="1260" y="972"/>
                      <a:pt x="1260" y="972"/>
                    </a:cubicBezTo>
                    <a:cubicBezTo>
                      <a:pt x="1260" y="972"/>
                      <a:pt x="1403" y="852"/>
                      <a:pt x="1410" y="697"/>
                    </a:cubicBezTo>
                    <a:cubicBezTo>
                      <a:pt x="1418" y="543"/>
                      <a:pt x="1377" y="405"/>
                      <a:pt x="1331" y="375"/>
                    </a:cubicBezTo>
                    <a:cubicBezTo>
                      <a:pt x="1331" y="375"/>
                      <a:pt x="1350" y="137"/>
                      <a:pt x="1284" y="0"/>
                    </a:cubicBezTo>
                    <a:cubicBezTo>
                      <a:pt x="1305" y="29"/>
                      <a:pt x="1327" y="63"/>
                      <a:pt x="1349" y="104"/>
                    </a:cubicBezTo>
                    <a:cubicBezTo>
                      <a:pt x="1458" y="302"/>
                      <a:pt x="1390" y="366"/>
                      <a:pt x="1390" y="366"/>
                    </a:cubicBezTo>
                    <a:cubicBezTo>
                      <a:pt x="1390" y="366"/>
                      <a:pt x="1479" y="441"/>
                      <a:pt x="1469" y="68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>
                <a:off x="7203002" y="1220638"/>
                <a:ext cx="314287" cy="243500"/>
              </a:xfrm>
              <a:custGeom>
                <a:avLst/>
                <a:gdLst/>
                <a:ahLst/>
                <a:cxnLst/>
                <a:rect l="l" t="t" r="r" b="b"/>
                <a:pathLst>
                  <a:path w="555" h="430" extrusionOk="0">
                    <a:moveTo>
                      <a:pt x="316" y="4"/>
                    </a:moveTo>
                    <a:cubicBezTo>
                      <a:pt x="344" y="0"/>
                      <a:pt x="370" y="15"/>
                      <a:pt x="381" y="41"/>
                    </a:cubicBezTo>
                    <a:cubicBezTo>
                      <a:pt x="420" y="138"/>
                      <a:pt x="554" y="333"/>
                      <a:pt x="548" y="341"/>
                    </a:cubicBezTo>
                    <a:cubicBezTo>
                      <a:pt x="540" y="353"/>
                      <a:pt x="525" y="357"/>
                      <a:pt x="512" y="360"/>
                    </a:cubicBezTo>
                    <a:cubicBezTo>
                      <a:pt x="431" y="379"/>
                      <a:pt x="283" y="429"/>
                      <a:pt x="201" y="397"/>
                    </a:cubicBezTo>
                    <a:cubicBezTo>
                      <a:pt x="150" y="378"/>
                      <a:pt x="0" y="135"/>
                      <a:pt x="49" y="97"/>
                    </a:cubicBezTo>
                    <a:cubicBezTo>
                      <a:pt x="104" y="54"/>
                      <a:pt x="184" y="29"/>
                      <a:pt x="251" y="14"/>
                    </a:cubicBezTo>
                    <a:cubicBezTo>
                      <a:pt x="256" y="13"/>
                      <a:pt x="287" y="8"/>
                      <a:pt x="316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4"/>
              <p:cNvSpPr/>
              <p:nvPr/>
            </p:nvSpPr>
            <p:spPr>
              <a:xfrm>
                <a:off x="7551266" y="1165708"/>
                <a:ext cx="225380" cy="233307"/>
              </a:xfrm>
              <a:custGeom>
                <a:avLst/>
                <a:gdLst/>
                <a:ahLst/>
                <a:cxnLst/>
                <a:rect l="l" t="t" r="r" b="b"/>
                <a:pathLst>
                  <a:path w="398" h="412" extrusionOk="0">
                    <a:moveTo>
                      <a:pt x="38" y="32"/>
                    </a:moveTo>
                    <a:cubicBezTo>
                      <a:pt x="38" y="32"/>
                      <a:pt x="236" y="0"/>
                      <a:pt x="311" y="54"/>
                    </a:cubicBezTo>
                    <a:cubicBezTo>
                      <a:pt x="385" y="109"/>
                      <a:pt x="397" y="367"/>
                      <a:pt x="377" y="375"/>
                    </a:cubicBezTo>
                    <a:cubicBezTo>
                      <a:pt x="357" y="383"/>
                      <a:pt x="205" y="411"/>
                      <a:pt x="178" y="361"/>
                    </a:cubicBezTo>
                    <a:cubicBezTo>
                      <a:pt x="151" y="310"/>
                      <a:pt x="96" y="211"/>
                      <a:pt x="62" y="161"/>
                    </a:cubicBezTo>
                    <a:cubicBezTo>
                      <a:pt x="29" y="112"/>
                      <a:pt x="0" y="51"/>
                      <a:pt x="38" y="3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4"/>
              <p:cNvSpPr/>
              <p:nvPr/>
            </p:nvSpPr>
            <p:spPr>
              <a:xfrm>
                <a:off x="7837239" y="1178733"/>
                <a:ext cx="170451" cy="200463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4" extrusionOk="0">
                    <a:moveTo>
                      <a:pt x="38" y="22"/>
                    </a:moveTo>
                    <a:cubicBezTo>
                      <a:pt x="38" y="22"/>
                      <a:pt x="223" y="0"/>
                      <a:pt x="253" y="46"/>
                    </a:cubicBezTo>
                    <a:cubicBezTo>
                      <a:pt x="284" y="91"/>
                      <a:pt x="300" y="292"/>
                      <a:pt x="280" y="320"/>
                    </a:cubicBezTo>
                    <a:cubicBezTo>
                      <a:pt x="260" y="348"/>
                      <a:pt x="102" y="353"/>
                      <a:pt x="94" y="330"/>
                    </a:cubicBezTo>
                    <a:cubicBezTo>
                      <a:pt x="87" y="307"/>
                      <a:pt x="77" y="188"/>
                      <a:pt x="52" y="138"/>
                    </a:cubicBezTo>
                    <a:cubicBezTo>
                      <a:pt x="27" y="88"/>
                      <a:pt x="0" y="25"/>
                      <a:pt x="38" y="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4"/>
              <p:cNvSpPr/>
              <p:nvPr/>
            </p:nvSpPr>
            <p:spPr>
              <a:xfrm>
                <a:off x="8080175" y="1217806"/>
                <a:ext cx="308058" cy="23160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409" extrusionOk="0">
                    <a:moveTo>
                      <a:pt x="70" y="3"/>
                    </a:moveTo>
                    <a:cubicBezTo>
                      <a:pt x="70" y="3"/>
                      <a:pt x="461" y="12"/>
                      <a:pt x="502" y="103"/>
                    </a:cubicBezTo>
                    <a:cubicBezTo>
                      <a:pt x="543" y="194"/>
                      <a:pt x="500" y="372"/>
                      <a:pt x="453" y="390"/>
                    </a:cubicBezTo>
                    <a:cubicBezTo>
                      <a:pt x="406" y="408"/>
                      <a:pt x="189" y="304"/>
                      <a:pt x="122" y="298"/>
                    </a:cubicBezTo>
                    <a:cubicBezTo>
                      <a:pt x="55" y="293"/>
                      <a:pt x="66" y="270"/>
                      <a:pt x="54" y="229"/>
                    </a:cubicBezTo>
                    <a:cubicBezTo>
                      <a:pt x="42" y="188"/>
                      <a:pt x="0" y="0"/>
                      <a:pt x="70" y="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4"/>
              <p:cNvSpPr/>
              <p:nvPr/>
            </p:nvSpPr>
            <p:spPr>
              <a:xfrm>
                <a:off x="8484501" y="1308411"/>
                <a:ext cx="236140" cy="32731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578" extrusionOk="0">
                    <a:moveTo>
                      <a:pt x="86" y="56"/>
                    </a:moveTo>
                    <a:cubicBezTo>
                      <a:pt x="86" y="56"/>
                      <a:pt x="414" y="248"/>
                      <a:pt x="415" y="377"/>
                    </a:cubicBezTo>
                    <a:cubicBezTo>
                      <a:pt x="416" y="506"/>
                      <a:pt x="415" y="563"/>
                      <a:pt x="389" y="570"/>
                    </a:cubicBezTo>
                    <a:cubicBezTo>
                      <a:pt x="363" y="577"/>
                      <a:pt x="219" y="437"/>
                      <a:pt x="189" y="385"/>
                    </a:cubicBezTo>
                    <a:cubicBezTo>
                      <a:pt x="160" y="334"/>
                      <a:pt x="0" y="0"/>
                      <a:pt x="86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4"/>
              <p:cNvSpPr/>
              <p:nvPr/>
            </p:nvSpPr>
            <p:spPr>
              <a:xfrm>
                <a:off x="8732533" y="1711037"/>
                <a:ext cx="151197" cy="348828"/>
              </a:xfrm>
              <a:custGeom>
                <a:avLst/>
                <a:gdLst/>
                <a:ahLst/>
                <a:cxnLst/>
                <a:rect l="l" t="t" r="r" b="b"/>
                <a:pathLst>
                  <a:path w="267" h="616" extrusionOk="0">
                    <a:moveTo>
                      <a:pt x="123" y="91"/>
                    </a:moveTo>
                    <a:cubicBezTo>
                      <a:pt x="123" y="91"/>
                      <a:pt x="79" y="200"/>
                      <a:pt x="77" y="331"/>
                    </a:cubicBezTo>
                    <a:cubicBezTo>
                      <a:pt x="76" y="462"/>
                      <a:pt x="0" y="571"/>
                      <a:pt x="27" y="593"/>
                    </a:cubicBezTo>
                    <a:cubicBezTo>
                      <a:pt x="55" y="615"/>
                      <a:pt x="266" y="514"/>
                      <a:pt x="244" y="464"/>
                    </a:cubicBezTo>
                    <a:cubicBezTo>
                      <a:pt x="222" y="413"/>
                      <a:pt x="194" y="316"/>
                      <a:pt x="194" y="257"/>
                    </a:cubicBezTo>
                    <a:cubicBezTo>
                      <a:pt x="195" y="197"/>
                      <a:pt x="179" y="0"/>
                      <a:pt x="123" y="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4"/>
              <p:cNvSpPr/>
              <p:nvPr/>
            </p:nvSpPr>
            <p:spPr>
              <a:xfrm>
                <a:off x="8512249" y="1677060"/>
                <a:ext cx="143269" cy="379408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70" extrusionOk="0">
                    <a:moveTo>
                      <a:pt x="251" y="291"/>
                    </a:moveTo>
                    <a:cubicBezTo>
                      <a:pt x="252" y="426"/>
                      <a:pt x="228" y="606"/>
                      <a:pt x="183" y="626"/>
                    </a:cubicBezTo>
                    <a:cubicBezTo>
                      <a:pt x="139" y="646"/>
                      <a:pt x="99" y="669"/>
                      <a:pt x="116" y="607"/>
                    </a:cubicBezTo>
                    <a:cubicBezTo>
                      <a:pt x="133" y="546"/>
                      <a:pt x="194" y="309"/>
                      <a:pt x="144" y="216"/>
                    </a:cubicBezTo>
                    <a:cubicBezTo>
                      <a:pt x="95" y="123"/>
                      <a:pt x="0" y="25"/>
                      <a:pt x="37" y="13"/>
                    </a:cubicBezTo>
                    <a:cubicBezTo>
                      <a:pt x="75" y="0"/>
                      <a:pt x="249" y="157"/>
                      <a:pt x="251" y="2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4"/>
              <p:cNvSpPr/>
              <p:nvPr/>
            </p:nvSpPr>
            <p:spPr>
              <a:xfrm>
                <a:off x="8260819" y="2202002"/>
                <a:ext cx="339203" cy="15232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69" extrusionOk="0">
                    <a:moveTo>
                      <a:pt x="47" y="130"/>
                    </a:moveTo>
                    <a:cubicBezTo>
                      <a:pt x="13" y="134"/>
                      <a:pt x="0" y="168"/>
                      <a:pt x="22" y="195"/>
                    </a:cubicBezTo>
                    <a:cubicBezTo>
                      <a:pt x="66" y="247"/>
                      <a:pt x="172" y="268"/>
                      <a:pt x="228" y="229"/>
                    </a:cubicBezTo>
                    <a:cubicBezTo>
                      <a:pt x="288" y="187"/>
                      <a:pt x="456" y="90"/>
                      <a:pt x="575" y="37"/>
                    </a:cubicBezTo>
                    <a:cubicBezTo>
                      <a:pt x="586" y="32"/>
                      <a:pt x="598" y="22"/>
                      <a:pt x="595" y="12"/>
                    </a:cubicBezTo>
                    <a:cubicBezTo>
                      <a:pt x="591" y="0"/>
                      <a:pt x="575" y="0"/>
                      <a:pt x="563" y="2"/>
                    </a:cubicBezTo>
                    <a:cubicBezTo>
                      <a:pt x="440" y="27"/>
                      <a:pt x="311" y="68"/>
                      <a:pt x="198" y="125"/>
                    </a:cubicBezTo>
                    <a:cubicBezTo>
                      <a:pt x="168" y="141"/>
                      <a:pt x="60" y="128"/>
                      <a:pt x="47" y="1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4"/>
              <p:cNvSpPr/>
              <p:nvPr/>
            </p:nvSpPr>
            <p:spPr>
              <a:xfrm>
                <a:off x="8277241" y="2290908"/>
                <a:ext cx="111558" cy="41338"/>
              </a:xfrm>
              <a:custGeom>
                <a:avLst/>
                <a:gdLst/>
                <a:ahLst/>
                <a:cxnLst/>
                <a:rect l="l" t="t" r="r" b="b"/>
                <a:pathLst>
                  <a:path w="197" h="73" extrusionOk="0">
                    <a:moveTo>
                      <a:pt x="29" y="6"/>
                    </a:moveTo>
                    <a:cubicBezTo>
                      <a:pt x="0" y="13"/>
                      <a:pt x="39" y="37"/>
                      <a:pt x="49" y="41"/>
                    </a:cubicBezTo>
                    <a:cubicBezTo>
                      <a:pt x="86" y="54"/>
                      <a:pt x="159" y="72"/>
                      <a:pt x="188" y="40"/>
                    </a:cubicBezTo>
                    <a:cubicBezTo>
                      <a:pt x="194" y="34"/>
                      <a:pt x="196" y="25"/>
                      <a:pt x="192" y="17"/>
                    </a:cubicBezTo>
                    <a:cubicBezTo>
                      <a:pt x="185" y="5"/>
                      <a:pt x="59" y="0"/>
                      <a:pt x="29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4"/>
              <p:cNvSpPr/>
              <p:nvPr/>
            </p:nvSpPr>
            <p:spPr>
              <a:xfrm>
                <a:off x="8795390" y="1790882"/>
                <a:ext cx="40206" cy="160257"/>
              </a:xfrm>
              <a:custGeom>
                <a:avLst/>
                <a:gdLst/>
                <a:ahLst/>
                <a:cxnLst/>
                <a:rect l="l" t="t" r="r" b="b"/>
                <a:pathLst>
                  <a:path w="71" h="283" extrusionOk="0">
                    <a:moveTo>
                      <a:pt x="23" y="13"/>
                    </a:moveTo>
                    <a:cubicBezTo>
                      <a:pt x="24" y="7"/>
                      <a:pt x="27" y="1"/>
                      <a:pt x="33" y="0"/>
                    </a:cubicBezTo>
                    <a:cubicBezTo>
                      <a:pt x="36" y="0"/>
                      <a:pt x="40" y="3"/>
                      <a:pt x="41" y="7"/>
                    </a:cubicBezTo>
                    <a:cubicBezTo>
                      <a:pt x="43" y="11"/>
                      <a:pt x="43" y="14"/>
                      <a:pt x="43" y="18"/>
                    </a:cubicBezTo>
                    <a:cubicBezTo>
                      <a:pt x="40" y="80"/>
                      <a:pt x="48" y="143"/>
                      <a:pt x="64" y="203"/>
                    </a:cubicBezTo>
                    <a:cubicBezTo>
                      <a:pt x="67" y="213"/>
                      <a:pt x="70" y="223"/>
                      <a:pt x="67" y="232"/>
                    </a:cubicBezTo>
                    <a:cubicBezTo>
                      <a:pt x="64" y="241"/>
                      <a:pt x="55" y="248"/>
                      <a:pt x="48" y="254"/>
                    </a:cubicBezTo>
                    <a:cubicBezTo>
                      <a:pt x="40" y="261"/>
                      <a:pt x="31" y="267"/>
                      <a:pt x="23" y="274"/>
                    </a:cubicBezTo>
                    <a:cubicBezTo>
                      <a:pt x="18" y="278"/>
                      <a:pt x="9" y="282"/>
                      <a:pt x="4" y="278"/>
                    </a:cubicBezTo>
                    <a:cubicBezTo>
                      <a:pt x="0" y="274"/>
                      <a:pt x="1" y="269"/>
                      <a:pt x="1" y="264"/>
                    </a:cubicBezTo>
                    <a:cubicBezTo>
                      <a:pt x="8" y="199"/>
                      <a:pt x="0" y="135"/>
                      <a:pt x="10" y="70"/>
                    </a:cubicBezTo>
                    <a:cubicBezTo>
                      <a:pt x="13" y="51"/>
                      <a:pt x="17" y="32"/>
                      <a:pt x="23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4"/>
              <p:cNvSpPr/>
              <p:nvPr/>
            </p:nvSpPr>
            <p:spPr>
              <a:xfrm>
                <a:off x="8566046" y="1721230"/>
                <a:ext cx="75882" cy="182342"/>
              </a:xfrm>
              <a:custGeom>
                <a:avLst/>
                <a:gdLst/>
                <a:ahLst/>
                <a:cxnLst/>
                <a:rect l="l" t="t" r="r" b="b"/>
                <a:pathLst>
                  <a:path w="134" h="322" extrusionOk="0">
                    <a:moveTo>
                      <a:pt x="48" y="55"/>
                    </a:moveTo>
                    <a:cubicBezTo>
                      <a:pt x="73" y="94"/>
                      <a:pt x="99" y="134"/>
                      <a:pt x="114" y="177"/>
                    </a:cubicBezTo>
                    <a:cubicBezTo>
                      <a:pt x="130" y="221"/>
                      <a:pt x="133" y="271"/>
                      <a:pt x="116" y="314"/>
                    </a:cubicBezTo>
                    <a:cubicBezTo>
                      <a:pt x="115" y="316"/>
                      <a:pt x="113" y="319"/>
                      <a:pt x="111" y="320"/>
                    </a:cubicBezTo>
                    <a:cubicBezTo>
                      <a:pt x="108" y="321"/>
                      <a:pt x="105" y="319"/>
                      <a:pt x="103" y="316"/>
                    </a:cubicBezTo>
                    <a:cubicBezTo>
                      <a:pt x="102" y="312"/>
                      <a:pt x="102" y="310"/>
                      <a:pt x="102" y="306"/>
                    </a:cubicBezTo>
                    <a:cubicBezTo>
                      <a:pt x="104" y="254"/>
                      <a:pt x="96" y="202"/>
                      <a:pt x="80" y="152"/>
                    </a:cubicBezTo>
                    <a:cubicBezTo>
                      <a:pt x="71" y="127"/>
                      <a:pt x="61" y="102"/>
                      <a:pt x="48" y="78"/>
                    </a:cubicBezTo>
                    <a:cubicBezTo>
                      <a:pt x="42" y="67"/>
                      <a:pt x="35" y="55"/>
                      <a:pt x="28" y="44"/>
                    </a:cubicBezTo>
                    <a:cubicBezTo>
                      <a:pt x="21" y="34"/>
                      <a:pt x="9" y="24"/>
                      <a:pt x="5" y="13"/>
                    </a:cubicBezTo>
                    <a:cubicBezTo>
                      <a:pt x="0" y="0"/>
                      <a:pt x="15" y="6"/>
                      <a:pt x="20" y="12"/>
                    </a:cubicBezTo>
                    <a:cubicBezTo>
                      <a:pt x="31" y="24"/>
                      <a:pt x="39" y="41"/>
                      <a:pt x="48" y="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4"/>
              <p:cNvSpPr/>
              <p:nvPr/>
            </p:nvSpPr>
            <p:spPr>
              <a:xfrm>
                <a:off x="8551322" y="1380329"/>
                <a:ext cx="143269" cy="153462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71" extrusionOk="0">
                    <a:moveTo>
                      <a:pt x="187" y="262"/>
                    </a:moveTo>
                    <a:cubicBezTo>
                      <a:pt x="206" y="269"/>
                      <a:pt x="231" y="270"/>
                      <a:pt x="244" y="254"/>
                    </a:cubicBezTo>
                    <a:cubicBezTo>
                      <a:pt x="252" y="243"/>
                      <a:pt x="252" y="228"/>
                      <a:pt x="246" y="215"/>
                    </a:cubicBezTo>
                    <a:cubicBezTo>
                      <a:pt x="225" y="170"/>
                      <a:pt x="79" y="0"/>
                      <a:pt x="33" y="1"/>
                    </a:cubicBezTo>
                    <a:cubicBezTo>
                      <a:pt x="0" y="2"/>
                      <a:pt x="139" y="244"/>
                      <a:pt x="187" y="2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4"/>
              <p:cNvSpPr/>
              <p:nvPr/>
            </p:nvSpPr>
            <p:spPr>
              <a:xfrm>
                <a:off x="8120947" y="1234795"/>
                <a:ext cx="224248" cy="11212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98" extrusionOk="0">
                    <a:moveTo>
                      <a:pt x="20" y="110"/>
                    </a:moveTo>
                    <a:cubicBezTo>
                      <a:pt x="31" y="122"/>
                      <a:pt x="47" y="127"/>
                      <a:pt x="62" y="131"/>
                    </a:cubicBezTo>
                    <a:cubicBezTo>
                      <a:pt x="96" y="141"/>
                      <a:pt x="130" y="151"/>
                      <a:pt x="164" y="161"/>
                    </a:cubicBezTo>
                    <a:cubicBezTo>
                      <a:pt x="232" y="181"/>
                      <a:pt x="287" y="197"/>
                      <a:pt x="357" y="191"/>
                    </a:cubicBezTo>
                    <a:cubicBezTo>
                      <a:pt x="366" y="190"/>
                      <a:pt x="375" y="189"/>
                      <a:pt x="382" y="184"/>
                    </a:cubicBezTo>
                    <a:cubicBezTo>
                      <a:pt x="393" y="175"/>
                      <a:pt x="394" y="160"/>
                      <a:pt x="394" y="147"/>
                    </a:cubicBezTo>
                    <a:cubicBezTo>
                      <a:pt x="395" y="110"/>
                      <a:pt x="391" y="94"/>
                      <a:pt x="354" y="75"/>
                    </a:cubicBezTo>
                    <a:cubicBezTo>
                      <a:pt x="276" y="33"/>
                      <a:pt x="186" y="21"/>
                      <a:pt x="98" y="10"/>
                    </a:cubicBezTo>
                    <a:cubicBezTo>
                      <a:pt x="75" y="7"/>
                      <a:pt x="34" y="0"/>
                      <a:pt x="17" y="22"/>
                    </a:cubicBezTo>
                    <a:cubicBezTo>
                      <a:pt x="0" y="45"/>
                      <a:pt x="0" y="90"/>
                      <a:pt x="20" y="1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4"/>
              <p:cNvSpPr/>
              <p:nvPr/>
            </p:nvSpPr>
            <p:spPr>
              <a:xfrm>
                <a:off x="7871216" y="1203649"/>
                <a:ext cx="107594" cy="85508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51" extrusionOk="0">
                    <a:moveTo>
                      <a:pt x="128" y="6"/>
                    </a:moveTo>
                    <a:cubicBezTo>
                      <a:pt x="138" y="6"/>
                      <a:pt x="148" y="6"/>
                      <a:pt x="156" y="11"/>
                    </a:cubicBezTo>
                    <a:cubicBezTo>
                      <a:pt x="165" y="18"/>
                      <a:pt x="169" y="30"/>
                      <a:pt x="172" y="41"/>
                    </a:cubicBezTo>
                    <a:cubicBezTo>
                      <a:pt x="176" y="58"/>
                      <a:pt x="180" y="74"/>
                      <a:pt x="184" y="91"/>
                    </a:cubicBezTo>
                    <a:cubicBezTo>
                      <a:pt x="187" y="103"/>
                      <a:pt x="189" y="116"/>
                      <a:pt x="182" y="126"/>
                    </a:cubicBezTo>
                    <a:cubicBezTo>
                      <a:pt x="176" y="133"/>
                      <a:pt x="167" y="135"/>
                      <a:pt x="157" y="136"/>
                    </a:cubicBezTo>
                    <a:cubicBezTo>
                      <a:pt x="141" y="139"/>
                      <a:pt x="125" y="142"/>
                      <a:pt x="109" y="145"/>
                    </a:cubicBezTo>
                    <a:cubicBezTo>
                      <a:pt x="96" y="148"/>
                      <a:pt x="82" y="150"/>
                      <a:pt x="70" y="145"/>
                    </a:cubicBezTo>
                    <a:cubicBezTo>
                      <a:pt x="55" y="139"/>
                      <a:pt x="47" y="124"/>
                      <a:pt x="39" y="111"/>
                    </a:cubicBezTo>
                    <a:cubicBezTo>
                      <a:pt x="30" y="94"/>
                      <a:pt x="20" y="78"/>
                      <a:pt x="14" y="60"/>
                    </a:cubicBezTo>
                    <a:cubicBezTo>
                      <a:pt x="10" y="49"/>
                      <a:pt x="0" y="18"/>
                      <a:pt x="10" y="8"/>
                    </a:cubicBezTo>
                    <a:cubicBezTo>
                      <a:pt x="18" y="0"/>
                      <a:pt x="52" y="6"/>
                      <a:pt x="63" y="6"/>
                    </a:cubicBezTo>
                    <a:cubicBezTo>
                      <a:pt x="85" y="6"/>
                      <a:pt x="106" y="6"/>
                      <a:pt x="128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4"/>
              <p:cNvSpPr/>
              <p:nvPr/>
            </p:nvSpPr>
            <p:spPr>
              <a:xfrm>
                <a:off x="7581279" y="1194023"/>
                <a:ext cx="155728" cy="81544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44" extrusionOk="0">
                    <a:moveTo>
                      <a:pt x="164" y="1"/>
                    </a:moveTo>
                    <a:cubicBezTo>
                      <a:pt x="182" y="2"/>
                      <a:pt x="201" y="3"/>
                      <a:pt x="216" y="12"/>
                    </a:cubicBezTo>
                    <a:cubicBezTo>
                      <a:pt x="246" y="27"/>
                      <a:pt x="258" y="62"/>
                      <a:pt x="268" y="94"/>
                    </a:cubicBezTo>
                    <a:cubicBezTo>
                      <a:pt x="271" y="103"/>
                      <a:pt x="274" y="114"/>
                      <a:pt x="269" y="123"/>
                    </a:cubicBezTo>
                    <a:cubicBezTo>
                      <a:pt x="263" y="133"/>
                      <a:pt x="248" y="135"/>
                      <a:pt x="236" y="136"/>
                    </a:cubicBezTo>
                    <a:cubicBezTo>
                      <a:pt x="209" y="138"/>
                      <a:pt x="183" y="139"/>
                      <a:pt x="156" y="140"/>
                    </a:cubicBezTo>
                    <a:cubicBezTo>
                      <a:pt x="108" y="143"/>
                      <a:pt x="78" y="140"/>
                      <a:pt x="49" y="100"/>
                    </a:cubicBezTo>
                    <a:cubicBezTo>
                      <a:pt x="39" y="85"/>
                      <a:pt x="0" y="17"/>
                      <a:pt x="28" y="6"/>
                    </a:cubicBezTo>
                    <a:cubicBezTo>
                      <a:pt x="36" y="2"/>
                      <a:pt x="51" y="4"/>
                      <a:pt x="60" y="3"/>
                    </a:cubicBezTo>
                    <a:cubicBezTo>
                      <a:pt x="94" y="0"/>
                      <a:pt x="129" y="0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4"/>
              <p:cNvSpPr/>
              <p:nvPr/>
            </p:nvSpPr>
            <p:spPr>
              <a:xfrm>
                <a:off x="7251703" y="1252916"/>
                <a:ext cx="191403" cy="10702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89" extrusionOk="0">
                    <a:moveTo>
                      <a:pt x="167" y="10"/>
                    </a:moveTo>
                    <a:cubicBezTo>
                      <a:pt x="182" y="5"/>
                      <a:pt x="198" y="0"/>
                      <a:pt x="214" y="2"/>
                    </a:cubicBezTo>
                    <a:cubicBezTo>
                      <a:pt x="242" y="6"/>
                      <a:pt x="261" y="31"/>
                      <a:pt x="277" y="55"/>
                    </a:cubicBezTo>
                    <a:cubicBezTo>
                      <a:pt x="295" y="80"/>
                      <a:pt x="312" y="105"/>
                      <a:pt x="329" y="130"/>
                    </a:cubicBezTo>
                    <a:cubicBezTo>
                      <a:pt x="337" y="142"/>
                      <a:pt x="337" y="148"/>
                      <a:pt x="325" y="156"/>
                    </a:cubicBezTo>
                    <a:cubicBezTo>
                      <a:pt x="278" y="184"/>
                      <a:pt x="221" y="188"/>
                      <a:pt x="168" y="175"/>
                    </a:cubicBezTo>
                    <a:cubicBezTo>
                      <a:pt x="116" y="162"/>
                      <a:pt x="69" y="132"/>
                      <a:pt x="28" y="98"/>
                    </a:cubicBezTo>
                    <a:cubicBezTo>
                      <a:pt x="20" y="92"/>
                      <a:pt x="0" y="76"/>
                      <a:pt x="9" y="65"/>
                    </a:cubicBezTo>
                    <a:cubicBezTo>
                      <a:pt x="12" y="60"/>
                      <a:pt x="26" y="58"/>
                      <a:pt x="32" y="56"/>
                    </a:cubicBezTo>
                    <a:cubicBezTo>
                      <a:pt x="42" y="52"/>
                      <a:pt x="123" y="25"/>
                      <a:pt x="167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4"/>
              <p:cNvSpPr/>
              <p:nvPr/>
            </p:nvSpPr>
            <p:spPr>
              <a:xfrm>
                <a:off x="7022358" y="1972659"/>
                <a:ext cx="147233" cy="291068"/>
              </a:xfrm>
              <a:custGeom>
                <a:avLst/>
                <a:gdLst/>
                <a:ahLst/>
                <a:cxnLst/>
                <a:rect l="l" t="t" r="r" b="b"/>
                <a:pathLst>
                  <a:path w="260" h="514" extrusionOk="0">
                    <a:moveTo>
                      <a:pt x="60" y="8"/>
                    </a:moveTo>
                    <a:cubicBezTo>
                      <a:pt x="33" y="37"/>
                      <a:pt x="15" y="74"/>
                      <a:pt x="9" y="114"/>
                    </a:cubicBezTo>
                    <a:cubicBezTo>
                      <a:pt x="0" y="182"/>
                      <a:pt x="16" y="255"/>
                      <a:pt x="49" y="317"/>
                    </a:cubicBezTo>
                    <a:cubicBezTo>
                      <a:pt x="83" y="383"/>
                      <a:pt x="134" y="439"/>
                      <a:pt x="191" y="488"/>
                    </a:cubicBezTo>
                    <a:cubicBezTo>
                      <a:pt x="219" y="513"/>
                      <a:pt x="259" y="476"/>
                      <a:pt x="238" y="447"/>
                    </a:cubicBezTo>
                    <a:cubicBezTo>
                      <a:pt x="238" y="446"/>
                      <a:pt x="237" y="446"/>
                      <a:pt x="237" y="446"/>
                    </a:cubicBezTo>
                    <a:cubicBezTo>
                      <a:pt x="113" y="280"/>
                      <a:pt x="49" y="220"/>
                      <a:pt x="79" y="16"/>
                    </a:cubicBezTo>
                    <a:cubicBezTo>
                      <a:pt x="81" y="6"/>
                      <a:pt x="68" y="0"/>
                      <a:pt x="62" y="7"/>
                    </a:cubicBezTo>
                    <a:lnTo>
                      <a:pt x="60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4"/>
              <p:cNvSpPr/>
              <p:nvPr/>
            </p:nvSpPr>
            <p:spPr>
              <a:xfrm>
                <a:off x="7145808" y="1592684"/>
                <a:ext cx="473412" cy="484736"/>
              </a:xfrm>
              <a:custGeom>
                <a:avLst/>
                <a:gdLst/>
                <a:ahLst/>
                <a:cxnLst/>
                <a:rect l="l" t="t" r="r" b="b"/>
                <a:pathLst>
                  <a:path w="836" h="856" extrusionOk="0">
                    <a:moveTo>
                      <a:pt x="29" y="817"/>
                    </a:moveTo>
                    <a:cubicBezTo>
                      <a:pt x="29" y="817"/>
                      <a:pt x="0" y="597"/>
                      <a:pt x="103" y="452"/>
                    </a:cubicBezTo>
                    <a:cubicBezTo>
                      <a:pt x="207" y="307"/>
                      <a:pt x="224" y="210"/>
                      <a:pt x="285" y="142"/>
                    </a:cubicBezTo>
                    <a:cubicBezTo>
                      <a:pt x="343" y="78"/>
                      <a:pt x="525" y="9"/>
                      <a:pt x="680" y="5"/>
                    </a:cubicBezTo>
                    <a:cubicBezTo>
                      <a:pt x="835" y="0"/>
                      <a:pt x="540" y="99"/>
                      <a:pt x="544" y="163"/>
                    </a:cubicBezTo>
                    <a:cubicBezTo>
                      <a:pt x="548" y="211"/>
                      <a:pt x="619" y="179"/>
                      <a:pt x="714" y="166"/>
                    </a:cubicBezTo>
                    <a:cubicBezTo>
                      <a:pt x="726" y="164"/>
                      <a:pt x="729" y="182"/>
                      <a:pt x="718" y="185"/>
                    </a:cubicBezTo>
                    <a:cubicBezTo>
                      <a:pt x="603" y="218"/>
                      <a:pt x="410" y="295"/>
                      <a:pt x="281" y="462"/>
                    </a:cubicBezTo>
                    <a:cubicBezTo>
                      <a:pt x="153" y="627"/>
                      <a:pt x="103" y="756"/>
                      <a:pt x="83" y="825"/>
                    </a:cubicBezTo>
                    <a:cubicBezTo>
                      <a:pt x="74" y="855"/>
                      <a:pt x="31" y="850"/>
                      <a:pt x="29" y="820"/>
                    </a:cubicBezTo>
                    <a:cubicBezTo>
                      <a:pt x="29" y="818"/>
                      <a:pt x="29" y="818"/>
                      <a:pt x="29" y="8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>
                <a:off x="7569388" y="1526996"/>
                <a:ext cx="783735" cy="182908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323" extrusionOk="0">
                    <a:moveTo>
                      <a:pt x="121" y="100"/>
                    </a:moveTo>
                    <a:cubicBezTo>
                      <a:pt x="121" y="100"/>
                      <a:pt x="0" y="138"/>
                      <a:pt x="80" y="143"/>
                    </a:cubicBezTo>
                    <a:cubicBezTo>
                      <a:pt x="161" y="147"/>
                      <a:pt x="324" y="170"/>
                      <a:pt x="376" y="200"/>
                    </a:cubicBezTo>
                    <a:cubicBezTo>
                      <a:pt x="428" y="231"/>
                      <a:pt x="600" y="170"/>
                      <a:pt x="776" y="212"/>
                    </a:cubicBezTo>
                    <a:cubicBezTo>
                      <a:pt x="952" y="253"/>
                      <a:pt x="1104" y="322"/>
                      <a:pt x="1134" y="307"/>
                    </a:cubicBezTo>
                    <a:cubicBezTo>
                      <a:pt x="1164" y="292"/>
                      <a:pt x="1206" y="251"/>
                      <a:pt x="1277" y="273"/>
                    </a:cubicBezTo>
                    <a:cubicBezTo>
                      <a:pt x="1348" y="295"/>
                      <a:pt x="1383" y="310"/>
                      <a:pt x="1368" y="279"/>
                    </a:cubicBezTo>
                    <a:cubicBezTo>
                      <a:pt x="1354" y="248"/>
                      <a:pt x="1096" y="130"/>
                      <a:pt x="978" y="121"/>
                    </a:cubicBezTo>
                    <a:cubicBezTo>
                      <a:pt x="860" y="111"/>
                      <a:pt x="531" y="0"/>
                      <a:pt x="121" y="1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4"/>
              <p:cNvSpPr/>
              <p:nvPr/>
            </p:nvSpPr>
            <p:spPr>
              <a:xfrm>
                <a:off x="8288001" y="1752375"/>
                <a:ext cx="199331" cy="27804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91" extrusionOk="0">
                    <a:moveTo>
                      <a:pt x="39" y="13"/>
                    </a:moveTo>
                    <a:cubicBezTo>
                      <a:pt x="39" y="13"/>
                      <a:pt x="0" y="25"/>
                      <a:pt x="39" y="59"/>
                    </a:cubicBezTo>
                    <a:cubicBezTo>
                      <a:pt x="77" y="94"/>
                      <a:pt x="154" y="190"/>
                      <a:pt x="166" y="259"/>
                    </a:cubicBezTo>
                    <a:cubicBezTo>
                      <a:pt x="178" y="328"/>
                      <a:pt x="190" y="409"/>
                      <a:pt x="174" y="449"/>
                    </a:cubicBezTo>
                    <a:cubicBezTo>
                      <a:pt x="159" y="490"/>
                      <a:pt x="211" y="486"/>
                      <a:pt x="255" y="449"/>
                    </a:cubicBezTo>
                    <a:cubicBezTo>
                      <a:pt x="300" y="412"/>
                      <a:pt x="351" y="336"/>
                      <a:pt x="337" y="215"/>
                    </a:cubicBezTo>
                    <a:cubicBezTo>
                      <a:pt x="323" y="93"/>
                      <a:pt x="316" y="29"/>
                      <a:pt x="278" y="28"/>
                    </a:cubicBezTo>
                    <a:cubicBezTo>
                      <a:pt x="239" y="27"/>
                      <a:pt x="209" y="49"/>
                      <a:pt x="143" y="35"/>
                    </a:cubicBezTo>
                    <a:cubicBezTo>
                      <a:pt x="77" y="20"/>
                      <a:pt x="54" y="0"/>
                      <a:pt x="39" y="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4"/>
              <p:cNvSpPr/>
              <p:nvPr/>
            </p:nvSpPr>
            <p:spPr>
              <a:xfrm>
                <a:off x="8183805" y="2102337"/>
                <a:ext cx="84376" cy="76448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35" extrusionOk="0">
                    <a:moveTo>
                      <a:pt x="10" y="85"/>
                    </a:moveTo>
                    <a:cubicBezTo>
                      <a:pt x="7" y="90"/>
                      <a:pt x="2" y="95"/>
                      <a:pt x="1" y="101"/>
                    </a:cubicBezTo>
                    <a:cubicBezTo>
                      <a:pt x="0" y="107"/>
                      <a:pt x="2" y="114"/>
                      <a:pt x="7" y="117"/>
                    </a:cubicBezTo>
                    <a:cubicBezTo>
                      <a:pt x="43" y="134"/>
                      <a:pt x="148" y="37"/>
                      <a:pt x="143" y="15"/>
                    </a:cubicBezTo>
                    <a:cubicBezTo>
                      <a:pt x="142" y="7"/>
                      <a:pt x="133" y="4"/>
                      <a:pt x="125" y="3"/>
                    </a:cubicBezTo>
                    <a:cubicBezTo>
                      <a:pt x="99" y="0"/>
                      <a:pt x="28" y="64"/>
                      <a:pt x="10" y="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7262462" y="1623263"/>
                <a:ext cx="215754" cy="18800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32" extrusionOk="0">
                    <a:moveTo>
                      <a:pt x="110" y="124"/>
                    </a:moveTo>
                    <a:cubicBezTo>
                      <a:pt x="173" y="59"/>
                      <a:pt x="261" y="31"/>
                      <a:pt x="346" y="6"/>
                    </a:cubicBezTo>
                    <a:cubicBezTo>
                      <a:pt x="355" y="4"/>
                      <a:pt x="370" y="0"/>
                      <a:pt x="375" y="12"/>
                    </a:cubicBezTo>
                    <a:cubicBezTo>
                      <a:pt x="380" y="23"/>
                      <a:pt x="366" y="32"/>
                      <a:pt x="357" y="37"/>
                    </a:cubicBezTo>
                    <a:cubicBezTo>
                      <a:pt x="232" y="102"/>
                      <a:pt x="191" y="192"/>
                      <a:pt x="110" y="269"/>
                    </a:cubicBezTo>
                    <a:cubicBezTo>
                      <a:pt x="96" y="283"/>
                      <a:pt x="51" y="331"/>
                      <a:pt x="29" y="318"/>
                    </a:cubicBezTo>
                    <a:cubicBezTo>
                      <a:pt x="0" y="302"/>
                      <a:pt x="33" y="248"/>
                      <a:pt x="42" y="229"/>
                    </a:cubicBezTo>
                    <a:cubicBezTo>
                      <a:pt x="60" y="191"/>
                      <a:pt x="81" y="155"/>
                      <a:pt x="110" y="1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>
                <a:off x="7033118" y="2017961"/>
                <a:ext cx="65689" cy="162522"/>
              </a:xfrm>
              <a:custGeom>
                <a:avLst/>
                <a:gdLst/>
                <a:ahLst/>
                <a:cxnLst/>
                <a:rect l="l" t="t" r="r" b="b"/>
                <a:pathLst>
                  <a:path w="116" h="287" extrusionOk="0">
                    <a:moveTo>
                      <a:pt x="12" y="16"/>
                    </a:moveTo>
                    <a:cubicBezTo>
                      <a:pt x="13" y="9"/>
                      <a:pt x="16" y="0"/>
                      <a:pt x="23" y="0"/>
                    </a:cubicBezTo>
                    <a:cubicBezTo>
                      <a:pt x="30" y="1"/>
                      <a:pt x="31" y="10"/>
                      <a:pt x="31" y="17"/>
                    </a:cubicBezTo>
                    <a:cubicBezTo>
                      <a:pt x="32" y="103"/>
                      <a:pt x="59" y="188"/>
                      <a:pt x="108" y="259"/>
                    </a:cubicBezTo>
                    <a:cubicBezTo>
                      <a:pt x="111" y="263"/>
                      <a:pt x="115" y="268"/>
                      <a:pt x="115" y="274"/>
                    </a:cubicBezTo>
                    <a:cubicBezTo>
                      <a:pt x="115" y="279"/>
                      <a:pt x="112" y="286"/>
                      <a:pt x="106" y="286"/>
                    </a:cubicBezTo>
                    <a:cubicBezTo>
                      <a:pt x="103" y="286"/>
                      <a:pt x="99" y="283"/>
                      <a:pt x="97" y="281"/>
                    </a:cubicBezTo>
                    <a:cubicBezTo>
                      <a:pt x="0" y="190"/>
                      <a:pt x="10" y="37"/>
                      <a:pt x="12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4"/>
              <p:cNvSpPr/>
              <p:nvPr/>
            </p:nvSpPr>
            <p:spPr>
              <a:xfrm>
                <a:off x="7670186" y="1560406"/>
                <a:ext cx="605922" cy="11269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99" extrusionOk="0">
                    <a:moveTo>
                      <a:pt x="79" y="45"/>
                    </a:moveTo>
                    <a:cubicBezTo>
                      <a:pt x="79" y="45"/>
                      <a:pt x="0" y="66"/>
                      <a:pt x="106" y="74"/>
                    </a:cubicBezTo>
                    <a:cubicBezTo>
                      <a:pt x="210" y="81"/>
                      <a:pt x="344" y="85"/>
                      <a:pt x="482" y="90"/>
                    </a:cubicBezTo>
                    <a:cubicBezTo>
                      <a:pt x="620" y="95"/>
                      <a:pt x="885" y="182"/>
                      <a:pt x="924" y="178"/>
                    </a:cubicBezTo>
                    <a:cubicBezTo>
                      <a:pt x="964" y="173"/>
                      <a:pt x="1069" y="198"/>
                      <a:pt x="1059" y="178"/>
                    </a:cubicBezTo>
                    <a:cubicBezTo>
                      <a:pt x="1050" y="158"/>
                      <a:pt x="811" y="73"/>
                      <a:pt x="565" y="37"/>
                    </a:cubicBezTo>
                    <a:cubicBezTo>
                      <a:pt x="319" y="0"/>
                      <a:pt x="79" y="45"/>
                      <a:pt x="79" y="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8298760" y="1768231"/>
                <a:ext cx="177813" cy="139871"/>
              </a:xfrm>
              <a:custGeom>
                <a:avLst/>
                <a:gdLst/>
                <a:ahLst/>
                <a:cxnLst/>
                <a:rect l="l" t="t" r="r" b="b"/>
                <a:pathLst>
                  <a:path w="314" h="247" extrusionOk="0">
                    <a:moveTo>
                      <a:pt x="75" y="23"/>
                    </a:moveTo>
                    <a:cubicBezTo>
                      <a:pt x="75" y="23"/>
                      <a:pt x="137" y="51"/>
                      <a:pt x="183" y="48"/>
                    </a:cubicBezTo>
                    <a:cubicBezTo>
                      <a:pt x="229" y="45"/>
                      <a:pt x="261" y="35"/>
                      <a:pt x="273" y="54"/>
                    </a:cubicBezTo>
                    <a:cubicBezTo>
                      <a:pt x="285" y="73"/>
                      <a:pt x="313" y="198"/>
                      <a:pt x="298" y="222"/>
                    </a:cubicBezTo>
                    <a:cubicBezTo>
                      <a:pt x="283" y="246"/>
                      <a:pt x="232" y="239"/>
                      <a:pt x="189" y="187"/>
                    </a:cubicBezTo>
                    <a:cubicBezTo>
                      <a:pt x="146" y="135"/>
                      <a:pt x="0" y="0"/>
                      <a:pt x="75" y="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8215516" y="2110831"/>
                <a:ext cx="38507" cy="35109"/>
              </a:xfrm>
              <a:custGeom>
                <a:avLst/>
                <a:gdLst/>
                <a:ahLst/>
                <a:cxnLst/>
                <a:rect l="l" t="t" r="r" b="b"/>
                <a:pathLst>
                  <a:path w="68" h="62" extrusionOk="0">
                    <a:moveTo>
                      <a:pt x="3" y="47"/>
                    </a:moveTo>
                    <a:cubicBezTo>
                      <a:pt x="1" y="50"/>
                      <a:pt x="0" y="53"/>
                      <a:pt x="1" y="56"/>
                    </a:cubicBezTo>
                    <a:cubicBezTo>
                      <a:pt x="3" y="59"/>
                      <a:pt x="5" y="61"/>
                      <a:pt x="8" y="60"/>
                    </a:cubicBezTo>
                    <a:cubicBezTo>
                      <a:pt x="11" y="60"/>
                      <a:pt x="14" y="58"/>
                      <a:pt x="16" y="57"/>
                    </a:cubicBezTo>
                    <a:cubicBezTo>
                      <a:pt x="30" y="48"/>
                      <a:pt x="43" y="38"/>
                      <a:pt x="56" y="26"/>
                    </a:cubicBezTo>
                    <a:cubicBezTo>
                      <a:pt x="59" y="23"/>
                      <a:pt x="63" y="21"/>
                      <a:pt x="65" y="17"/>
                    </a:cubicBezTo>
                    <a:cubicBezTo>
                      <a:pt x="67" y="13"/>
                      <a:pt x="67" y="8"/>
                      <a:pt x="65" y="5"/>
                    </a:cubicBezTo>
                    <a:cubicBezTo>
                      <a:pt x="62" y="1"/>
                      <a:pt x="56" y="0"/>
                      <a:pt x="52" y="2"/>
                    </a:cubicBezTo>
                    <a:cubicBezTo>
                      <a:pt x="44" y="5"/>
                      <a:pt x="33" y="13"/>
                      <a:pt x="27" y="19"/>
                    </a:cubicBezTo>
                    <a:cubicBezTo>
                      <a:pt x="17" y="27"/>
                      <a:pt x="9" y="36"/>
                      <a:pt x="3" y="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8173611" y="2456262"/>
                <a:ext cx="123450" cy="21519"/>
              </a:xfrm>
              <a:custGeom>
                <a:avLst/>
                <a:gdLst/>
                <a:ahLst/>
                <a:cxnLst/>
                <a:rect l="l" t="t" r="r" b="b"/>
                <a:pathLst>
                  <a:path w="218" h="38" extrusionOk="0">
                    <a:moveTo>
                      <a:pt x="217" y="4"/>
                    </a:moveTo>
                    <a:cubicBezTo>
                      <a:pt x="199" y="4"/>
                      <a:pt x="180" y="5"/>
                      <a:pt x="162" y="6"/>
                    </a:cubicBezTo>
                    <a:cubicBezTo>
                      <a:pt x="144" y="8"/>
                      <a:pt x="126" y="9"/>
                      <a:pt x="108" y="12"/>
                    </a:cubicBezTo>
                    <a:cubicBezTo>
                      <a:pt x="90" y="14"/>
                      <a:pt x="72" y="18"/>
                      <a:pt x="54" y="22"/>
                    </a:cubicBezTo>
                    <a:cubicBezTo>
                      <a:pt x="36" y="26"/>
                      <a:pt x="18" y="31"/>
                      <a:pt x="1" y="37"/>
                    </a:cubicBezTo>
                    <a:lnTo>
                      <a:pt x="0" y="37"/>
                    </a:lnTo>
                    <a:cubicBezTo>
                      <a:pt x="18" y="31"/>
                      <a:pt x="35" y="24"/>
                      <a:pt x="53" y="19"/>
                    </a:cubicBezTo>
                    <a:cubicBezTo>
                      <a:pt x="71" y="14"/>
                      <a:pt x="89" y="11"/>
                      <a:pt x="107" y="7"/>
                    </a:cubicBezTo>
                    <a:cubicBezTo>
                      <a:pt x="125" y="4"/>
                      <a:pt x="143" y="1"/>
                      <a:pt x="162" y="1"/>
                    </a:cubicBezTo>
                    <a:cubicBezTo>
                      <a:pt x="180" y="0"/>
                      <a:pt x="199" y="0"/>
                      <a:pt x="217" y="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4"/>
              <p:cNvSpPr/>
              <p:nvPr/>
            </p:nvSpPr>
            <p:spPr>
              <a:xfrm>
                <a:off x="8033173" y="2691269"/>
                <a:ext cx="87774" cy="124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22" extrusionOk="0">
                    <a:moveTo>
                      <a:pt x="154" y="21"/>
                    </a:moveTo>
                    <a:cubicBezTo>
                      <a:pt x="141" y="19"/>
                      <a:pt x="128" y="16"/>
                      <a:pt x="115" y="14"/>
                    </a:cubicBezTo>
                    <a:cubicBezTo>
                      <a:pt x="103" y="12"/>
                      <a:pt x="90" y="9"/>
                      <a:pt x="77" y="7"/>
                    </a:cubicBezTo>
                    <a:cubicBezTo>
                      <a:pt x="52" y="4"/>
                      <a:pt x="26" y="2"/>
                      <a:pt x="0" y="4"/>
                    </a:cubicBezTo>
                    <a:lnTo>
                      <a:pt x="0" y="3"/>
                    </a:lnTo>
                    <a:cubicBezTo>
                      <a:pt x="13" y="1"/>
                      <a:pt x="26" y="0"/>
                      <a:pt x="39" y="0"/>
                    </a:cubicBezTo>
                    <a:cubicBezTo>
                      <a:pt x="52" y="0"/>
                      <a:pt x="65" y="1"/>
                      <a:pt x="78" y="2"/>
                    </a:cubicBezTo>
                    <a:cubicBezTo>
                      <a:pt x="91" y="3"/>
                      <a:pt x="104" y="5"/>
                      <a:pt x="117" y="8"/>
                    </a:cubicBezTo>
                    <a:cubicBezTo>
                      <a:pt x="130" y="11"/>
                      <a:pt x="142" y="14"/>
                      <a:pt x="154" y="20"/>
                    </a:cubicBezTo>
                    <a:lnTo>
                      <a:pt x="154" y="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4"/>
              <p:cNvSpPr/>
              <p:nvPr/>
            </p:nvSpPr>
            <p:spPr>
              <a:xfrm>
                <a:off x="8114718" y="2483444"/>
                <a:ext cx="159692" cy="16818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97" extrusionOk="0">
                    <a:moveTo>
                      <a:pt x="272" y="69"/>
                    </a:moveTo>
                    <a:cubicBezTo>
                      <a:pt x="277" y="54"/>
                      <a:pt x="281" y="36"/>
                      <a:pt x="269" y="25"/>
                    </a:cubicBezTo>
                    <a:cubicBezTo>
                      <a:pt x="242" y="0"/>
                      <a:pt x="136" y="32"/>
                      <a:pt x="114" y="55"/>
                    </a:cubicBezTo>
                    <a:cubicBezTo>
                      <a:pt x="95" y="76"/>
                      <a:pt x="99" y="109"/>
                      <a:pt x="96" y="138"/>
                    </a:cubicBezTo>
                    <a:cubicBezTo>
                      <a:pt x="91" y="187"/>
                      <a:pt x="62" y="233"/>
                      <a:pt x="21" y="259"/>
                    </a:cubicBezTo>
                    <a:cubicBezTo>
                      <a:pt x="13" y="265"/>
                      <a:pt x="0" y="273"/>
                      <a:pt x="4" y="285"/>
                    </a:cubicBezTo>
                    <a:cubicBezTo>
                      <a:pt x="7" y="292"/>
                      <a:pt x="17" y="294"/>
                      <a:pt x="25" y="295"/>
                    </a:cubicBezTo>
                    <a:cubicBezTo>
                      <a:pt x="59" y="296"/>
                      <a:pt x="77" y="287"/>
                      <a:pt x="103" y="267"/>
                    </a:cubicBezTo>
                    <a:cubicBezTo>
                      <a:pt x="173" y="213"/>
                      <a:pt x="241" y="152"/>
                      <a:pt x="272" y="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4"/>
              <p:cNvSpPr/>
              <p:nvPr/>
            </p:nvSpPr>
            <p:spPr>
              <a:xfrm>
                <a:off x="8003727" y="2712787"/>
                <a:ext cx="64556" cy="84376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49" extrusionOk="0">
                    <a:moveTo>
                      <a:pt x="102" y="48"/>
                    </a:moveTo>
                    <a:cubicBezTo>
                      <a:pt x="110" y="39"/>
                      <a:pt x="113" y="27"/>
                      <a:pt x="101" y="21"/>
                    </a:cubicBezTo>
                    <a:cubicBezTo>
                      <a:pt x="107" y="24"/>
                      <a:pt x="47" y="0"/>
                      <a:pt x="31" y="11"/>
                    </a:cubicBezTo>
                    <a:cubicBezTo>
                      <a:pt x="8" y="28"/>
                      <a:pt x="6" y="105"/>
                      <a:pt x="2" y="132"/>
                    </a:cubicBezTo>
                    <a:cubicBezTo>
                      <a:pt x="0" y="148"/>
                      <a:pt x="77" y="80"/>
                      <a:pt x="102" y="4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4"/>
              <p:cNvSpPr/>
              <p:nvPr/>
            </p:nvSpPr>
            <p:spPr>
              <a:xfrm>
                <a:off x="7391575" y="2529313"/>
                <a:ext cx="259924" cy="581003"/>
              </a:xfrm>
              <a:custGeom>
                <a:avLst/>
                <a:gdLst/>
                <a:ahLst/>
                <a:cxnLst/>
                <a:rect l="l" t="t" r="r" b="b"/>
                <a:pathLst>
                  <a:path w="459" h="1026" extrusionOk="0">
                    <a:moveTo>
                      <a:pt x="458" y="0"/>
                    </a:moveTo>
                    <a:cubicBezTo>
                      <a:pt x="435" y="40"/>
                      <a:pt x="418" y="79"/>
                      <a:pt x="408" y="115"/>
                    </a:cubicBezTo>
                    <a:cubicBezTo>
                      <a:pt x="369" y="256"/>
                      <a:pt x="265" y="733"/>
                      <a:pt x="13" y="1025"/>
                    </a:cubicBezTo>
                    <a:cubicBezTo>
                      <a:pt x="13" y="1025"/>
                      <a:pt x="103" y="838"/>
                      <a:pt x="0" y="615"/>
                    </a:cubicBezTo>
                    <a:cubicBezTo>
                      <a:pt x="0" y="615"/>
                      <a:pt x="199" y="556"/>
                      <a:pt x="238" y="388"/>
                    </a:cubicBezTo>
                    <a:cubicBezTo>
                      <a:pt x="238" y="388"/>
                      <a:pt x="237" y="519"/>
                      <a:pt x="74" y="649"/>
                    </a:cubicBezTo>
                    <a:cubicBezTo>
                      <a:pt x="74" y="649"/>
                      <a:pt x="112" y="755"/>
                      <a:pt x="105" y="807"/>
                    </a:cubicBezTo>
                    <a:cubicBezTo>
                      <a:pt x="105" y="807"/>
                      <a:pt x="277" y="525"/>
                      <a:pt x="315" y="350"/>
                    </a:cubicBezTo>
                    <a:cubicBezTo>
                      <a:pt x="352" y="178"/>
                      <a:pt x="435" y="37"/>
                      <a:pt x="4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4"/>
              <p:cNvSpPr/>
              <p:nvPr/>
            </p:nvSpPr>
            <p:spPr>
              <a:xfrm>
                <a:off x="8090368" y="2145374"/>
                <a:ext cx="45303" cy="72484"/>
              </a:xfrm>
              <a:custGeom>
                <a:avLst/>
                <a:gdLst/>
                <a:ahLst/>
                <a:cxnLst/>
                <a:rect l="l" t="t" r="r" b="b"/>
                <a:pathLst>
                  <a:path w="80" h="128" extrusionOk="0">
                    <a:moveTo>
                      <a:pt x="61" y="116"/>
                    </a:moveTo>
                    <a:cubicBezTo>
                      <a:pt x="67" y="112"/>
                      <a:pt x="69" y="104"/>
                      <a:pt x="70" y="96"/>
                    </a:cubicBezTo>
                    <a:cubicBezTo>
                      <a:pt x="78" y="26"/>
                      <a:pt x="79" y="24"/>
                      <a:pt x="78" y="16"/>
                    </a:cubicBezTo>
                    <a:cubicBezTo>
                      <a:pt x="76" y="11"/>
                      <a:pt x="73" y="5"/>
                      <a:pt x="67" y="3"/>
                    </a:cubicBezTo>
                    <a:cubicBezTo>
                      <a:pt x="58" y="0"/>
                      <a:pt x="47" y="14"/>
                      <a:pt x="41" y="21"/>
                    </a:cubicBezTo>
                    <a:cubicBezTo>
                      <a:pt x="0" y="63"/>
                      <a:pt x="39" y="127"/>
                      <a:pt x="61" y="1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7" name="Google Shape;397;p24"/>
          <p:cNvGrpSpPr/>
          <p:nvPr/>
        </p:nvGrpSpPr>
        <p:grpSpPr>
          <a:xfrm>
            <a:off x="1417649" y="267450"/>
            <a:ext cx="1798200" cy="1798200"/>
            <a:chOff x="1417649" y="267450"/>
            <a:chExt cx="1798200" cy="1798200"/>
          </a:xfrm>
        </p:grpSpPr>
        <p:sp>
          <p:nvSpPr>
            <p:cNvPr id="398" name="Google Shape;398;p24"/>
            <p:cNvSpPr/>
            <p:nvPr/>
          </p:nvSpPr>
          <p:spPr>
            <a:xfrm>
              <a:off x="1417649" y="267450"/>
              <a:ext cx="1798200" cy="1798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399" name="Google Shape;399;p24"/>
            <p:cNvGrpSpPr/>
            <p:nvPr/>
          </p:nvGrpSpPr>
          <p:grpSpPr>
            <a:xfrm>
              <a:off x="1760764" y="530129"/>
              <a:ext cx="1111643" cy="1273327"/>
              <a:chOff x="3715851" y="1200267"/>
              <a:chExt cx="2121861" cy="2430476"/>
            </a:xfrm>
          </p:grpSpPr>
          <p:sp>
            <p:nvSpPr>
              <p:cNvPr id="400" name="Google Shape;400;p24"/>
              <p:cNvSpPr/>
              <p:nvPr/>
            </p:nvSpPr>
            <p:spPr>
              <a:xfrm>
                <a:off x="3770781" y="1200267"/>
                <a:ext cx="2036918" cy="1185790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094" extrusionOk="0">
                    <a:moveTo>
                      <a:pt x="3596" y="2093"/>
                    </a:moveTo>
                    <a:lnTo>
                      <a:pt x="1797" y="1624"/>
                    </a:lnTo>
                    <a:lnTo>
                      <a:pt x="0" y="2093"/>
                    </a:lnTo>
                    <a:cubicBezTo>
                      <a:pt x="17" y="1730"/>
                      <a:pt x="127" y="1314"/>
                      <a:pt x="144" y="1264"/>
                    </a:cubicBezTo>
                    <a:cubicBezTo>
                      <a:pt x="161" y="1216"/>
                      <a:pt x="180" y="1240"/>
                      <a:pt x="182" y="1242"/>
                    </a:cubicBezTo>
                    <a:cubicBezTo>
                      <a:pt x="117" y="1117"/>
                      <a:pt x="407" y="665"/>
                      <a:pt x="437" y="585"/>
                    </a:cubicBezTo>
                    <a:cubicBezTo>
                      <a:pt x="467" y="505"/>
                      <a:pt x="517" y="538"/>
                      <a:pt x="517" y="538"/>
                    </a:cubicBezTo>
                    <a:cubicBezTo>
                      <a:pt x="504" y="408"/>
                      <a:pt x="634" y="266"/>
                      <a:pt x="833" y="154"/>
                    </a:cubicBezTo>
                    <a:cubicBezTo>
                      <a:pt x="1011" y="54"/>
                      <a:pt x="1040" y="125"/>
                      <a:pt x="1044" y="142"/>
                    </a:cubicBezTo>
                    <a:cubicBezTo>
                      <a:pt x="1043" y="130"/>
                      <a:pt x="1053" y="85"/>
                      <a:pt x="1266" y="88"/>
                    </a:cubicBezTo>
                    <a:cubicBezTo>
                      <a:pt x="1512" y="90"/>
                      <a:pt x="1537" y="185"/>
                      <a:pt x="1537" y="185"/>
                    </a:cubicBezTo>
                    <a:cubicBezTo>
                      <a:pt x="1629" y="132"/>
                      <a:pt x="1731" y="312"/>
                      <a:pt x="1775" y="403"/>
                    </a:cubicBezTo>
                    <a:cubicBezTo>
                      <a:pt x="1785" y="422"/>
                      <a:pt x="1811" y="422"/>
                      <a:pt x="1820" y="403"/>
                    </a:cubicBezTo>
                    <a:cubicBezTo>
                      <a:pt x="1865" y="312"/>
                      <a:pt x="1919" y="151"/>
                      <a:pt x="2031" y="159"/>
                    </a:cubicBezTo>
                    <a:cubicBezTo>
                      <a:pt x="2031" y="159"/>
                      <a:pt x="2018" y="103"/>
                      <a:pt x="2201" y="52"/>
                    </a:cubicBezTo>
                    <a:cubicBezTo>
                      <a:pt x="2315" y="21"/>
                      <a:pt x="2444" y="46"/>
                      <a:pt x="2442" y="58"/>
                    </a:cubicBezTo>
                    <a:cubicBezTo>
                      <a:pt x="2447" y="42"/>
                      <a:pt x="2552" y="0"/>
                      <a:pt x="2730" y="100"/>
                    </a:cubicBezTo>
                    <a:cubicBezTo>
                      <a:pt x="2757" y="116"/>
                      <a:pt x="2770" y="164"/>
                      <a:pt x="2770" y="164"/>
                    </a:cubicBezTo>
                    <a:cubicBezTo>
                      <a:pt x="2770" y="164"/>
                      <a:pt x="2827" y="149"/>
                      <a:pt x="2846" y="164"/>
                    </a:cubicBezTo>
                    <a:cubicBezTo>
                      <a:pt x="2976" y="273"/>
                      <a:pt x="3101" y="417"/>
                      <a:pt x="3092" y="514"/>
                    </a:cubicBezTo>
                    <a:cubicBezTo>
                      <a:pt x="3092" y="514"/>
                      <a:pt x="3128" y="516"/>
                      <a:pt x="3180" y="584"/>
                    </a:cubicBezTo>
                    <a:cubicBezTo>
                      <a:pt x="3242" y="664"/>
                      <a:pt x="3479" y="1118"/>
                      <a:pt x="3415" y="1242"/>
                    </a:cubicBezTo>
                    <a:cubicBezTo>
                      <a:pt x="3416" y="1241"/>
                      <a:pt x="3435" y="1217"/>
                      <a:pt x="3452" y="1265"/>
                    </a:cubicBezTo>
                    <a:cubicBezTo>
                      <a:pt x="3470" y="1314"/>
                      <a:pt x="3579" y="1730"/>
                      <a:pt x="3596" y="20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>
                <a:off x="5486052" y="1489637"/>
                <a:ext cx="37375" cy="24916"/>
              </a:xfrm>
              <a:custGeom>
                <a:avLst/>
                <a:gdLst/>
                <a:ahLst/>
                <a:cxnLst/>
                <a:rect l="l" t="t" r="r" b="b"/>
                <a:pathLst>
                  <a:path w="66" h="44" extrusionOk="0">
                    <a:moveTo>
                      <a:pt x="61" y="13"/>
                    </a:moveTo>
                    <a:cubicBezTo>
                      <a:pt x="46" y="22"/>
                      <a:pt x="17" y="37"/>
                      <a:pt x="0" y="43"/>
                    </a:cubicBezTo>
                    <a:cubicBezTo>
                      <a:pt x="15" y="34"/>
                      <a:pt x="40" y="13"/>
                      <a:pt x="53" y="2"/>
                    </a:cubicBezTo>
                    <a:cubicBezTo>
                      <a:pt x="56" y="0"/>
                      <a:pt x="60" y="0"/>
                      <a:pt x="62" y="3"/>
                    </a:cubicBezTo>
                    <a:cubicBezTo>
                      <a:pt x="65" y="6"/>
                      <a:pt x="64" y="11"/>
                      <a:pt x="61" y="13"/>
                    </a:cubicBezTo>
                    <a:close/>
                  </a:path>
                </a:pathLst>
              </a:custGeom>
              <a:solidFill>
                <a:srgbClr val="CF7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4"/>
              <p:cNvSpPr/>
              <p:nvPr/>
            </p:nvSpPr>
            <p:spPr>
              <a:xfrm>
                <a:off x="3770214" y="1289740"/>
                <a:ext cx="2037484" cy="1096318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1936" extrusionOk="0">
                    <a:moveTo>
                      <a:pt x="3453" y="1106"/>
                    </a:moveTo>
                    <a:cubicBezTo>
                      <a:pt x="3437" y="1060"/>
                      <a:pt x="3418" y="1081"/>
                      <a:pt x="3416" y="1084"/>
                    </a:cubicBezTo>
                    <a:cubicBezTo>
                      <a:pt x="3480" y="959"/>
                      <a:pt x="3243" y="506"/>
                      <a:pt x="3181" y="426"/>
                    </a:cubicBezTo>
                    <a:cubicBezTo>
                      <a:pt x="3160" y="398"/>
                      <a:pt x="3141" y="381"/>
                      <a:pt x="3127" y="371"/>
                    </a:cubicBezTo>
                    <a:cubicBezTo>
                      <a:pt x="3106" y="357"/>
                      <a:pt x="3093" y="356"/>
                      <a:pt x="3093" y="356"/>
                    </a:cubicBezTo>
                    <a:cubicBezTo>
                      <a:pt x="3104" y="242"/>
                      <a:pt x="2936" y="80"/>
                      <a:pt x="2847" y="7"/>
                    </a:cubicBezTo>
                    <a:cubicBezTo>
                      <a:pt x="2852" y="13"/>
                      <a:pt x="3017" y="183"/>
                      <a:pt x="3045" y="328"/>
                    </a:cubicBezTo>
                    <a:cubicBezTo>
                      <a:pt x="3047" y="337"/>
                      <a:pt x="3043" y="346"/>
                      <a:pt x="3037" y="351"/>
                    </a:cubicBezTo>
                    <a:cubicBezTo>
                      <a:pt x="3017" y="369"/>
                      <a:pt x="2990" y="393"/>
                      <a:pt x="2990" y="407"/>
                    </a:cubicBezTo>
                    <a:cubicBezTo>
                      <a:pt x="2990" y="440"/>
                      <a:pt x="3063" y="415"/>
                      <a:pt x="3094" y="402"/>
                    </a:cubicBezTo>
                    <a:cubicBezTo>
                      <a:pt x="3103" y="398"/>
                      <a:pt x="3114" y="400"/>
                      <a:pt x="3122" y="406"/>
                    </a:cubicBezTo>
                    <a:cubicBezTo>
                      <a:pt x="3149" y="429"/>
                      <a:pt x="3210" y="495"/>
                      <a:pt x="3267" y="665"/>
                    </a:cubicBezTo>
                    <a:cubicBezTo>
                      <a:pt x="3322" y="831"/>
                      <a:pt x="3365" y="925"/>
                      <a:pt x="3377" y="993"/>
                    </a:cubicBezTo>
                    <a:cubicBezTo>
                      <a:pt x="3382" y="1022"/>
                      <a:pt x="3370" y="1044"/>
                      <a:pt x="3351" y="1057"/>
                    </a:cubicBezTo>
                    <a:cubicBezTo>
                      <a:pt x="3313" y="1084"/>
                      <a:pt x="3259" y="1060"/>
                      <a:pt x="3249" y="1014"/>
                    </a:cubicBezTo>
                    <a:cubicBezTo>
                      <a:pt x="3231" y="923"/>
                      <a:pt x="3214" y="836"/>
                      <a:pt x="3212" y="829"/>
                    </a:cubicBezTo>
                    <a:cubicBezTo>
                      <a:pt x="3207" y="806"/>
                      <a:pt x="3204" y="782"/>
                      <a:pt x="3185" y="758"/>
                    </a:cubicBezTo>
                    <a:cubicBezTo>
                      <a:pt x="3141" y="703"/>
                      <a:pt x="3115" y="665"/>
                      <a:pt x="3052" y="616"/>
                    </a:cubicBezTo>
                    <a:cubicBezTo>
                      <a:pt x="3000" y="575"/>
                      <a:pt x="3018" y="647"/>
                      <a:pt x="3025" y="658"/>
                    </a:cubicBezTo>
                    <a:cubicBezTo>
                      <a:pt x="3062" y="717"/>
                      <a:pt x="3091" y="748"/>
                      <a:pt x="3124" y="801"/>
                    </a:cubicBezTo>
                    <a:cubicBezTo>
                      <a:pt x="3131" y="813"/>
                      <a:pt x="3133" y="822"/>
                      <a:pt x="3136" y="842"/>
                    </a:cubicBezTo>
                    <a:cubicBezTo>
                      <a:pt x="3134" y="836"/>
                      <a:pt x="3145" y="881"/>
                      <a:pt x="3149" y="920"/>
                    </a:cubicBezTo>
                    <a:cubicBezTo>
                      <a:pt x="3150" y="926"/>
                      <a:pt x="3143" y="930"/>
                      <a:pt x="3138" y="926"/>
                    </a:cubicBezTo>
                    <a:cubicBezTo>
                      <a:pt x="3101" y="897"/>
                      <a:pt x="2986" y="815"/>
                      <a:pt x="2878" y="830"/>
                    </a:cubicBezTo>
                    <a:cubicBezTo>
                      <a:pt x="2865" y="831"/>
                      <a:pt x="2855" y="820"/>
                      <a:pt x="2857" y="807"/>
                    </a:cubicBezTo>
                    <a:cubicBezTo>
                      <a:pt x="2859" y="794"/>
                      <a:pt x="2860" y="781"/>
                      <a:pt x="2861" y="769"/>
                    </a:cubicBezTo>
                    <a:cubicBezTo>
                      <a:pt x="2874" y="636"/>
                      <a:pt x="2851" y="633"/>
                      <a:pt x="2847" y="550"/>
                    </a:cubicBezTo>
                    <a:cubicBezTo>
                      <a:pt x="2844" y="501"/>
                      <a:pt x="2857" y="363"/>
                      <a:pt x="2866" y="304"/>
                    </a:cubicBezTo>
                    <a:cubicBezTo>
                      <a:pt x="2868" y="293"/>
                      <a:pt x="2861" y="282"/>
                      <a:pt x="2850" y="278"/>
                    </a:cubicBezTo>
                    <a:cubicBezTo>
                      <a:pt x="2838" y="275"/>
                      <a:pt x="2825" y="282"/>
                      <a:pt x="2822" y="294"/>
                    </a:cubicBezTo>
                    <a:cubicBezTo>
                      <a:pt x="2806" y="352"/>
                      <a:pt x="2769" y="496"/>
                      <a:pt x="2769" y="553"/>
                    </a:cubicBezTo>
                    <a:cubicBezTo>
                      <a:pt x="2769" y="583"/>
                      <a:pt x="2771" y="600"/>
                      <a:pt x="2777" y="631"/>
                    </a:cubicBezTo>
                    <a:cubicBezTo>
                      <a:pt x="2784" y="668"/>
                      <a:pt x="2781" y="719"/>
                      <a:pt x="2772" y="771"/>
                    </a:cubicBezTo>
                    <a:cubicBezTo>
                      <a:pt x="2770" y="783"/>
                      <a:pt x="2759" y="790"/>
                      <a:pt x="2746" y="788"/>
                    </a:cubicBezTo>
                    <a:cubicBezTo>
                      <a:pt x="2704" y="779"/>
                      <a:pt x="2648" y="779"/>
                      <a:pt x="2579" y="801"/>
                    </a:cubicBezTo>
                    <a:cubicBezTo>
                      <a:pt x="2534" y="815"/>
                      <a:pt x="2498" y="826"/>
                      <a:pt x="2468" y="835"/>
                    </a:cubicBezTo>
                    <a:cubicBezTo>
                      <a:pt x="2454" y="839"/>
                      <a:pt x="2442" y="828"/>
                      <a:pt x="2444" y="814"/>
                    </a:cubicBezTo>
                    <a:cubicBezTo>
                      <a:pt x="2449" y="783"/>
                      <a:pt x="2456" y="751"/>
                      <a:pt x="2464" y="719"/>
                    </a:cubicBezTo>
                    <a:cubicBezTo>
                      <a:pt x="2469" y="697"/>
                      <a:pt x="2479" y="677"/>
                      <a:pt x="2493" y="659"/>
                    </a:cubicBezTo>
                    <a:cubicBezTo>
                      <a:pt x="2531" y="614"/>
                      <a:pt x="2586" y="545"/>
                      <a:pt x="2620" y="495"/>
                    </a:cubicBezTo>
                    <a:cubicBezTo>
                      <a:pt x="2659" y="435"/>
                      <a:pt x="2679" y="285"/>
                      <a:pt x="2688" y="214"/>
                    </a:cubicBezTo>
                    <a:cubicBezTo>
                      <a:pt x="2689" y="203"/>
                      <a:pt x="2682" y="192"/>
                      <a:pt x="2671" y="189"/>
                    </a:cubicBezTo>
                    <a:cubicBezTo>
                      <a:pt x="2659" y="187"/>
                      <a:pt x="2648" y="194"/>
                      <a:pt x="2646" y="205"/>
                    </a:cubicBezTo>
                    <a:cubicBezTo>
                      <a:pt x="2629" y="282"/>
                      <a:pt x="2583" y="409"/>
                      <a:pt x="2554" y="448"/>
                    </a:cubicBezTo>
                    <a:cubicBezTo>
                      <a:pt x="2530" y="479"/>
                      <a:pt x="2496" y="519"/>
                      <a:pt x="2464" y="555"/>
                    </a:cubicBezTo>
                    <a:cubicBezTo>
                      <a:pt x="2458" y="560"/>
                      <a:pt x="2448" y="558"/>
                      <a:pt x="2447" y="550"/>
                    </a:cubicBezTo>
                    <a:cubicBezTo>
                      <a:pt x="2412" y="380"/>
                      <a:pt x="2420" y="345"/>
                      <a:pt x="2386" y="274"/>
                    </a:cubicBezTo>
                    <a:cubicBezTo>
                      <a:pt x="2373" y="248"/>
                      <a:pt x="2340" y="176"/>
                      <a:pt x="2302" y="174"/>
                    </a:cubicBezTo>
                    <a:cubicBezTo>
                      <a:pt x="2290" y="174"/>
                      <a:pt x="2279" y="181"/>
                      <a:pt x="2273" y="191"/>
                    </a:cubicBezTo>
                    <a:cubicBezTo>
                      <a:pt x="2260" y="230"/>
                      <a:pt x="2331" y="355"/>
                      <a:pt x="2336" y="410"/>
                    </a:cubicBezTo>
                    <a:cubicBezTo>
                      <a:pt x="2340" y="452"/>
                      <a:pt x="2348" y="547"/>
                      <a:pt x="2364" y="614"/>
                    </a:cubicBezTo>
                    <a:cubicBezTo>
                      <a:pt x="2369" y="634"/>
                      <a:pt x="2369" y="656"/>
                      <a:pt x="2367" y="678"/>
                    </a:cubicBezTo>
                    <a:cubicBezTo>
                      <a:pt x="2360" y="728"/>
                      <a:pt x="2347" y="802"/>
                      <a:pt x="2340" y="853"/>
                    </a:cubicBezTo>
                    <a:cubicBezTo>
                      <a:pt x="2337" y="874"/>
                      <a:pt x="2326" y="892"/>
                      <a:pt x="2310" y="905"/>
                    </a:cubicBezTo>
                    <a:cubicBezTo>
                      <a:pt x="2302" y="912"/>
                      <a:pt x="2294" y="919"/>
                      <a:pt x="2286" y="927"/>
                    </a:cubicBezTo>
                    <a:cubicBezTo>
                      <a:pt x="2216" y="997"/>
                      <a:pt x="2233" y="990"/>
                      <a:pt x="2127" y="1019"/>
                    </a:cubicBezTo>
                    <a:cubicBezTo>
                      <a:pt x="2044" y="1042"/>
                      <a:pt x="1928" y="956"/>
                      <a:pt x="1873" y="869"/>
                    </a:cubicBezTo>
                    <a:cubicBezTo>
                      <a:pt x="1852" y="837"/>
                      <a:pt x="1842" y="799"/>
                      <a:pt x="1842" y="761"/>
                    </a:cubicBezTo>
                    <a:lnTo>
                      <a:pt x="1842" y="329"/>
                    </a:lnTo>
                    <a:cubicBezTo>
                      <a:pt x="1842" y="329"/>
                      <a:pt x="1872" y="73"/>
                      <a:pt x="1999" y="4"/>
                    </a:cubicBezTo>
                    <a:lnTo>
                      <a:pt x="1999" y="4"/>
                    </a:lnTo>
                    <a:cubicBezTo>
                      <a:pt x="1908" y="25"/>
                      <a:pt x="1860" y="163"/>
                      <a:pt x="1820" y="245"/>
                    </a:cubicBezTo>
                    <a:cubicBezTo>
                      <a:pt x="1811" y="264"/>
                      <a:pt x="1784" y="264"/>
                      <a:pt x="1775" y="245"/>
                    </a:cubicBezTo>
                    <a:cubicBezTo>
                      <a:pt x="1744" y="180"/>
                      <a:pt x="1683" y="71"/>
                      <a:pt x="1617" y="32"/>
                    </a:cubicBezTo>
                    <a:lnTo>
                      <a:pt x="1617" y="34"/>
                    </a:lnTo>
                    <a:cubicBezTo>
                      <a:pt x="1617" y="34"/>
                      <a:pt x="1720" y="130"/>
                      <a:pt x="1754" y="329"/>
                    </a:cubicBezTo>
                    <a:lnTo>
                      <a:pt x="1754" y="780"/>
                    </a:lnTo>
                    <a:cubicBezTo>
                      <a:pt x="1754" y="793"/>
                      <a:pt x="1751" y="808"/>
                      <a:pt x="1745" y="820"/>
                    </a:cubicBezTo>
                    <a:cubicBezTo>
                      <a:pt x="1717" y="882"/>
                      <a:pt x="1612" y="1048"/>
                      <a:pt x="1319" y="981"/>
                    </a:cubicBezTo>
                    <a:cubicBezTo>
                      <a:pt x="1319" y="981"/>
                      <a:pt x="1258" y="879"/>
                      <a:pt x="1165" y="865"/>
                    </a:cubicBezTo>
                    <a:cubicBezTo>
                      <a:pt x="1165" y="865"/>
                      <a:pt x="1123" y="788"/>
                      <a:pt x="950" y="788"/>
                    </a:cubicBezTo>
                    <a:cubicBezTo>
                      <a:pt x="777" y="788"/>
                      <a:pt x="747" y="840"/>
                      <a:pt x="747" y="840"/>
                    </a:cubicBezTo>
                    <a:cubicBezTo>
                      <a:pt x="747" y="840"/>
                      <a:pt x="735" y="825"/>
                      <a:pt x="690" y="839"/>
                    </a:cubicBezTo>
                    <a:cubicBezTo>
                      <a:pt x="676" y="843"/>
                      <a:pt x="661" y="834"/>
                      <a:pt x="659" y="820"/>
                    </a:cubicBezTo>
                    <a:cubicBezTo>
                      <a:pt x="649" y="764"/>
                      <a:pt x="643" y="706"/>
                      <a:pt x="666" y="664"/>
                    </a:cubicBezTo>
                    <a:cubicBezTo>
                      <a:pt x="670" y="656"/>
                      <a:pt x="669" y="647"/>
                      <a:pt x="664" y="640"/>
                    </a:cubicBezTo>
                    <a:cubicBezTo>
                      <a:pt x="614" y="577"/>
                      <a:pt x="600" y="500"/>
                      <a:pt x="570" y="421"/>
                    </a:cubicBezTo>
                    <a:cubicBezTo>
                      <a:pt x="566" y="411"/>
                      <a:pt x="563" y="401"/>
                      <a:pt x="561" y="391"/>
                    </a:cubicBezTo>
                    <a:cubicBezTo>
                      <a:pt x="556" y="365"/>
                      <a:pt x="554" y="321"/>
                      <a:pt x="602" y="254"/>
                    </a:cubicBezTo>
                    <a:cubicBezTo>
                      <a:pt x="646" y="193"/>
                      <a:pt x="777" y="32"/>
                      <a:pt x="828" y="0"/>
                    </a:cubicBezTo>
                    <a:cubicBezTo>
                      <a:pt x="638" y="107"/>
                      <a:pt x="513" y="242"/>
                      <a:pt x="516" y="367"/>
                    </a:cubicBezTo>
                    <a:cubicBezTo>
                      <a:pt x="516" y="371"/>
                      <a:pt x="513" y="374"/>
                      <a:pt x="509" y="375"/>
                    </a:cubicBezTo>
                    <a:cubicBezTo>
                      <a:pt x="507" y="375"/>
                      <a:pt x="505" y="375"/>
                      <a:pt x="503" y="375"/>
                    </a:cubicBezTo>
                    <a:cubicBezTo>
                      <a:pt x="486" y="371"/>
                      <a:pt x="457" y="374"/>
                      <a:pt x="437" y="428"/>
                    </a:cubicBezTo>
                    <a:cubicBezTo>
                      <a:pt x="407" y="507"/>
                      <a:pt x="117" y="960"/>
                      <a:pt x="181" y="1084"/>
                    </a:cubicBezTo>
                    <a:cubicBezTo>
                      <a:pt x="179" y="1081"/>
                      <a:pt x="161" y="1060"/>
                      <a:pt x="144" y="1107"/>
                    </a:cubicBezTo>
                    <a:cubicBezTo>
                      <a:pt x="127" y="1157"/>
                      <a:pt x="18" y="1572"/>
                      <a:pt x="0" y="1935"/>
                    </a:cubicBezTo>
                    <a:lnTo>
                      <a:pt x="1797" y="1467"/>
                    </a:lnTo>
                    <a:lnTo>
                      <a:pt x="3597" y="1935"/>
                    </a:lnTo>
                    <a:cubicBezTo>
                      <a:pt x="3580" y="1572"/>
                      <a:pt x="3471" y="1156"/>
                      <a:pt x="3453" y="1106"/>
                    </a:cubicBezTo>
                    <a:moveTo>
                      <a:pt x="571" y="896"/>
                    </a:moveTo>
                    <a:cubicBezTo>
                      <a:pt x="490" y="942"/>
                      <a:pt x="382" y="1015"/>
                      <a:pt x="298" y="1116"/>
                    </a:cubicBezTo>
                    <a:cubicBezTo>
                      <a:pt x="286" y="1131"/>
                      <a:pt x="263" y="1130"/>
                      <a:pt x="252" y="1113"/>
                    </a:cubicBezTo>
                    <a:lnTo>
                      <a:pt x="252" y="1113"/>
                    </a:lnTo>
                    <a:cubicBezTo>
                      <a:pt x="237" y="1090"/>
                      <a:pt x="230" y="1061"/>
                      <a:pt x="234" y="1033"/>
                    </a:cubicBezTo>
                    <a:cubicBezTo>
                      <a:pt x="239" y="1001"/>
                      <a:pt x="250" y="952"/>
                      <a:pt x="275" y="884"/>
                    </a:cubicBezTo>
                    <a:cubicBezTo>
                      <a:pt x="317" y="774"/>
                      <a:pt x="432" y="579"/>
                      <a:pt x="477" y="503"/>
                    </a:cubicBezTo>
                    <a:cubicBezTo>
                      <a:pt x="484" y="492"/>
                      <a:pt x="500" y="495"/>
                      <a:pt x="503" y="508"/>
                    </a:cubicBezTo>
                    <a:cubicBezTo>
                      <a:pt x="515" y="557"/>
                      <a:pt x="540" y="619"/>
                      <a:pt x="574" y="658"/>
                    </a:cubicBezTo>
                    <a:cubicBezTo>
                      <a:pt x="579" y="664"/>
                      <a:pt x="581" y="672"/>
                      <a:pt x="580" y="680"/>
                    </a:cubicBezTo>
                    <a:cubicBezTo>
                      <a:pt x="578" y="687"/>
                      <a:pt x="577" y="695"/>
                      <a:pt x="576" y="702"/>
                    </a:cubicBezTo>
                    <a:cubicBezTo>
                      <a:pt x="569" y="742"/>
                      <a:pt x="579" y="800"/>
                      <a:pt x="591" y="850"/>
                    </a:cubicBezTo>
                    <a:cubicBezTo>
                      <a:pt x="596" y="868"/>
                      <a:pt x="588" y="887"/>
                      <a:pt x="571" y="8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4"/>
              <p:cNvSpPr/>
              <p:nvPr/>
            </p:nvSpPr>
            <p:spPr>
              <a:xfrm>
                <a:off x="4782728" y="1456793"/>
                <a:ext cx="12458" cy="52664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30" extrusionOk="0">
                    <a:moveTo>
                      <a:pt x="21" y="34"/>
                    </a:moveTo>
                    <a:lnTo>
                      <a:pt x="21" y="929"/>
                    </a:lnTo>
                    <a:lnTo>
                      <a:pt x="0" y="929"/>
                    </a:lnTo>
                    <a:lnTo>
                      <a:pt x="0" y="34"/>
                    </a:lnTo>
                    <a:cubicBezTo>
                      <a:pt x="0" y="27"/>
                      <a:pt x="2" y="19"/>
                      <a:pt x="5" y="13"/>
                    </a:cubicBezTo>
                    <a:cubicBezTo>
                      <a:pt x="7" y="7"/>
                      <a:pt x="9" y="1"/>
                      <a:pt x="11" y="0"/>
                    </a:cubicBezTo>
                    <a:cubicBezTo>
                      <a:pt x="13" y="0"/>
                      <a:pt x="15" y="7"/>
                      <a:pt x="17" y="12"/>
                    </a:cubicBezTo>
                    <a:cubicBezTo>
                      <a:pt x="20" y="19"/>
                      <a:pt x="21" y="27"/>
                      <a:pt x="21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4"/>
              <p:cNvSpPr/>
              <p:nvPr/>
            </p:nvSpPr>
            <p:spPr>
              <a:xfrm>
                <a:off x="4066947" y="1519650"/>
                <a:ext cx="67388" cy="29050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513" extrusionOk="0">
                    <a:moveTo>
                      <a:pt x="101" y="380"/>
                    </a:moveTo>
                    <a:cubicBezTo>
                      <a:pt x="95" y="335"/>
                      <a:pt x="86" y="289"/>
                      <a:pt x="110" y="249"/>
                    </a:cubicBezTo>
                    <a:cubicBezTo>
                      <a:pt x="93" y="228"/>
                      <a:pt x="88" y="215"/>
                      <a:pt x="75" y="188"/>
                    </a:cubicBezTo>
                    <a:cubicBezTo>
                      <a:pt x="63" y="161"/>
                      <a:pt x="24" y="48"/>
                      <a:pt x="3" y="0"/>
                    </a:cubicBezTo>
                    <a:lnTo>
                      <a:pt x="0" y="1"/>
                    </a:lnTo>
                    <a:cubicBezTo>
                      <a:pt x="0" y="42"/>
                      <a:pt x="10" y="97"/>
                      <a:pt x="24" y="136"/>
                    </a:cubicBezTo>
                    <a:cubicBezTo>
                      <a:pt x="32" y="158"/>
                      <a:pt x="42" y="179"/>
                      <a:pt x="54" y="199"/>
                    </a:cubicBezTo>
                    <a:cubicBezTo>
                      <a:pt x="64" y="219"/>
                      <a:pt x="79" y="236"/>
                      <a:pt x="96" y="251"/>
                    </a:cubicBezTo>
                    <a:cubicBezTo>
                      <a:pt x="89" y="272"/>
                      <a:pt x="86" y="299"/>
                      <a:pt x="83" y="314"/>
                    </a:cubicBezTo>
                    <a:cubicBezTo>
                      <a:pt x="74" y="370"/>
                      <a:pt x="74" y="395"/>
                      <a:pt x="89" y="449"/>
                    </a:cubicBezTo>
                    <a:cubicBezTo>
                      <a:pt x="96" y="474"/>
                      <a:pt x="104" y="492"/>
                      <a:pt x="115" y="512"/>
                    </a:cubicBezTo>
                    <a:lnTo>
                      <a:pt x="118" y="511"/>
                    </a:lnTo>
                    <a:cubicBezTo>
                      <a:pt x="116" y="488"/>
                      <a:pt x="110" y="457"/>
                      <a:pt x="101" y="3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4"/>
              <p:cNvSpPr/>
              <p:nvPr/>
            </p:nvSpPr>
            <p:spPr>
              <a:xfrm>
                <a:off x="5065303" y="1393369"/>
                <a:ext cx="2265" cy="3964"/>
              </a:xfrm>
              <a:custGeom>
                <a:avLst/>
                <a:gdLst/>
                <a:ahLst/>
                <a:cxnLst/>
                <a:rect l="l" t="t" r="r" b="b"/>
                <a:pathLst>
                  <a:path w="4" h="7" extrusionOk="0">
                    <a:moveTo>
                      <a:pt x="3" y="6"/>
                    </a:moveTo>
                    <a:cubicBezTo>
                      <a:pt x="2" y="4"/>
                      <a:pt x="1" y="3"/>
                      <a:pt x="0" y="0"/>
                    </a:cubicBezTo>
                    <a:cubicBezTo>
                      <a:pt x="0" y="3"/>
                      <a:pt x="1" y="4"/>
                      <a:pt x="3" y="6"/>
                    </a:cubicBezTo>
                    <a:close/>
                  </a:path>
                </a:pathLst>
              </a:custGeom>
              <a:solidFill>
                <a:srgbClr val="CF7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>
                <a:off x="5070966" y="1402996"/>
                <a:ext cx="204994" cy="444530"/>
              </a:xfrm>
              <a:custGeom>
                <a:avLst/>
                <a:gdLst/>
                <a:ahLst/>
                <a:cxnLst/>
                <a:rect l="l" t="t" r="r" b="b"/>
                <a:pathLst>
                  <a:path w="362" h="785" extrusionOk="0">
                    <a:moveTo>
                      <a:pt x="361" y="39"/>
                    </a:moveTo>
                    <a:cubicBezTo>
                      <a:pt x="350" y="104"/>
                      <a:pt x="324" y="217"/>
                      <a:pt x="284" y="269"/>
                    </a:cubicBezTo>
                    <a:cubicBezTo>
                      <a:pt x="247" y="318"/>
                      <a:pt x="183" y="389"/>
                      <a:pt x="137" y="439"/>
                    </a:cubicBezTo>
                    <a:cubicBezTo>
                      <a:pt x="131" y="420"/>
                      <a:pt x="116" y="350"/>
                      <a:pt x="114" y="338"/>
                    </a:cubicBezTo>
                    <a:cubicBezTo>
                      <a:pt x="83" y="187"/>
                      <a:pt x="91" y="154"/>
                      <a:pt x="60" y="90"/>
                    </a:cubicBezTo>
                    <a:cubicBezTo>
                      <a:pt x="45" y="60"/>
                      <a:pt x="31" y="42"/>
                      <a:pt x="7" y="10"/>
                    </a:cubicBezTo>
                    <a:cubicBezTo>
                      <a:pt x="0" y="0"/>
                      <a:pt x="37" y="57"/>
                      <a:pt x="50" y="94"/>
                    </a:cubicBezTo>
                    <a:cubicBezTo>
                      <a:pt x="76" y="158"/>
                      <a:pt x="66" y="186"/>
                      <a:pt x="89" y="343"/>
                    </a:cubicBezTo>
                    <a:cubicBezTo>
                      <a:pt x="93" y="375"/>
                      <a:pt x="97" y="403"/>
                      <a:pt x="109" y="438"/>
                    </a:cubicBezTo>
                    <a:cubicBezTo>
                      <a:pt x="112" y="446"/>
                      <a:pt x="80" y="625"/>
                      <a:pt x="71" y="699"/>
                    </a:cubicBezTo>
                    <a:cubicBezTo>
                      <a:pt x="65" y="757"/>
                      <a:pt x="67" y="748"/>
                      <a:pt x="71" y="784"/>
                    </a:cubicBezTo>
                    <a:lnTo>
                      <a:pt x="106" y="776"/>
                    </a:lnTo>
                    <a:cubicBezTo>
                      <a:pt x="102" y="748"/>
                      <a:pt x="102" y="760"/>
                      <a:pt x="102" y="721"/>
                    </a:cubicBezTo>
                    <a:cubicBezTo>
                      <a:pt x="103" y="645"/>
                      <a:pt x="124" y="553"/>
                      <a:pt x="145" y="470"/>
                    </a:cubicBezTo>
                    <a:cubicBezTo>
                      <a:pt x="189" y="418"/>
                      <a:pt x="258" y="334"/>
                      <a:pt x="296" y="277"/>
                    </a:cubicBezTo>
                    <a:cubicBezTo>
                      <a:pt x="333" y="220"/>
                      <a:pt x="353" y="107"/>
                      <a:pt x="361" y="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4"/>
              <p:cNvSpPr/>
              <p:nvPr/>
            </p:nvSpPr>
            <p:spPr>
              <a:xfrm>
                <a:off x="5342782" y="1483408"/>
                <a:ext cx="35676" cy="321647"/>
              </a:xfrm>
              <a:custGeom>
                <a:avLst/>
                <a:gdLst/>
                <a:ahLst/>
                <a:cxnLst/>
                <a:rect l="l" t="t" r="r" b="b"/>
                <a:pathLst>
                  <a:path w="63" h="568" extrusionOk="0">
                    <a:moveTo>
                      <a:pt x="59" y="0"/>
                    </a:moveTo>
                    <a:cubicBezTo>
                      <a:pt x="43" y="65"/>
                      <a:pt x="33" y="142"/>
                      <a:pt x="36" y="211"/>
                    </a:cubicBezTo>
                    <a:cubicBezTo>
                      <a:pt x="38" y="239"/>
                      <a:pt x="37" y="225"/>
                      <a:pt x="40" y="246"/>
                    </a:cubicBezTo>
                    <a:cubicBezTo>
                      <a:pt x="43" y="274"/>
                      <a:pt x="62" y="309"/>
                      <a:pt x="51" y="424"/>
                    </a:cubicBezTo>
                    <a:cubicBezTo>
                      <a:pt x="47" y="469"/>
                      <a:pt x="36" y="525"/>
                      <a:pt x="26" y="567"/>
                    </a:cubicBezTo>
                    <a:lnTo>
                      <a:pt x="0" y="559"/>
                    </a:lnTo>
                    <a:cubicBezTo>
                      <a:pt x="23" y="482"/>
                      <a:pt x="48" y="362"/>
                      <a:pt x="34" y="283"/>
                    </a:cubicBezTo>
                    <a:cubicBezTo>
                      <a:pt x="30" y="257"/>
                      <a:pt x="29" y="253"/>
                      <a:pt x="28" y="247"/>
                    </a:cubicBezTo>
                    <a:cubicBezTo>
                      <a:pt x="27" y="226"/>
                      <a:pt x="27" y="239"/>
                      <a:pt x="26" y="211"/>
                    </a:cubicBezTo>
                    <a:cubicBezTo>
                      <a:pt x="26" y="142"/>
                      <a:pt x="40" y="66"/>
                      <a:pt x="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5506438" y="1666316"/>
                <a:ext cx="107027" cy="31032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48" extrusionOk="0">
                    <a:moveTo>
                      <a:pt x="161" y="547"/>
                    </a:moveTo>
                    <a:cubicBezTo>
                      <a:pt x="154" y="503"/>
                      <a:pt x="113" y="232"/>
                      <a:pt x="106" y="186"/>
                    </a:cubicBezTo>
                    <a:cubicBezTo>
                      <a:pt x="101" y="157"/>
                      <a:pt x="101" y="140"/>
                      <a:pt x="87" y="118"/>
                    </a:cubicBezTo>
                    <a:cubicBezTo>
                      <a:pt x="58" y="79"/>
                      <a:pt x="29" y="40"/>
                      <a:pt x="0" y="0"/>
                    </a:cubicBezTo>
                    <a:cubicBezTo>
                      <a:pt x="30" y="38"/>
                      <a:pt x="61" y="76"/>
                      <a:pt x="92" y="114"/>
                    </a:cubicBezTo>
                    <a:cubicBezTo>
                      <a:pt x="108" y="137"/>
                      <a:pt x="109" y="155"/>
                      <a:pt x="115" y="185"/>
                    </a:cubicBezTo>
                    <a:cubicBezTo>
                      <a:pt x="124" y="230"/>
                      <a:pt x="178" y="499"/>
                      <a:pt x="188" y="543"/>
                    </a:cubicBezTo>
                    <a:lnTo>
                      <a:pt x="161" y="54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4"/>
              <p:cNvSpPr/>
              <p:nvPr/>
            </p:nvSpPr>
            <p:spPr>
              <a:xfrm>
                <a:off x="4888623" y="1395068"/>
                <a:ext cx="201030" cy="626306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106" extrusionOk="0">
                    <a:moveTo>
                      <a:pt x="101" y="0"/>
                    </a:moveTo>
                    <a:cubicBezTo>
                      <a:pt x="146" y="0"/>
                      <a:pt x="160" y="212"/>
                      <a:pt x="139" y="292"/>
                    </a:cubicBezTo>
                    <a:cubicBezTo>
                      <a:pt x="118" y="374"/>
                      <a:pt x="119" y="415"/>
                      <a:pt x="128" y="618"/>
                    </a:cubicBezTo>
                    <a:cubicBezTo>
                      <a:pt x="138" y="821"/>
                      <a:pt x="354" y="892"/>
                      <a:pt x="354" y="892"/>
                    </a:cubicBezTo>
                    <a:lnTo>
                      <a:pt x="343" y="1105"/>
                    </a:lnTo>
                    <a:lnTo>
                      <a:pt x="28" y="1048"/>
                    </a:lnTo>
                    <a:cubicBezTo>
                      <a:pt x="28" y="1048"/>
                      <a:pt x="0" y="818"/>
                      <a:pt x="37" y="618"/>
                    </a:cubicBezTo>
                    <a:cubicBezTo>
                      <a:pt x="67" y="451"/>
                      <a:pt x="84" y="374"/>
                      <a:pt x="63" y="292"/>
                    </a:cubicBezTo>
                    <a:cubicBezTo>
                      <a:pt x="43" y="211"/>
                      <a:pt x="57" y="0"/>
                      <a:pt x="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4"/>
              <p:cNvSpPr/>
              <p:nvPr/>
            </p:nvSpPr>
            <p:spPr>
              <a:xfrm>
                <a:off x="4492225" y="1395068"/>
                <a:ext cx="200464" cy="62630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1106" extrusionOk="0">
                    <a:moveTo>
                      <a:pt x="252" y="0"/>
                    </a:moveTo>
                    <a:cubicBezTo>
                      <a:pt x="213" y="0"/>
                      <a:pt x="193" y="212"/>
                      <a:pt x="214" y="292"/>
                    </a:cubicBezTo>
                    <a:cubicBezTo>
                      <a:pt x="235" y="374"/>
                      <a:pt x="235" y="415"/>
                      <a:pt x="226" y="618"/>
                    </a:cubicBezTo>
                    <a:cubicBezTo>
                      <a:pt x="217" y="821"/>
                      <a:pt x="0" y="892"/>
                      <a:pt x="0" y="892"/>
                    </a:cubicBezTo>
                    <a:lnTo>
                      <a:pt x="10" y="1105"/>
                    </a:lnTo>
                    <a:lnTo>
                      <a:pt x="326" y="1048"/>
                    </a:lnTo>
                    <a:cubicBezTo>
                      <a:pt x="326" y="1048"/>
                      <a:pt x="353" y="818"/>
                      <a:pt x="317" y="618"/>
                    </a:cubicBezTo>
                    <a:cubicBezTo>
                      <a:pt x="286" y="451"/>
                      <a:pt x="269" y="374"/>
                      <a:pt x="290" y="292"/>
                    </a:cubicBezTo>
                    <a:cubicBezTo>
                      <a:pt x="311" y="211"/>
                      <a:pt x="291" y="0"/>
                      <a:pt x="2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4"/>
              <p:cNvSpPr/>
              <p:nvPr/>
            </p:nvSpPr>
            <p:spPr>
              <a:xfrm>
                <a:off x="3878374" y="3186214"/>
                <a:ext cx="1823430" cy="443964"/>
              </a:xfrm>
              <a:custGeom>
                <a:avLst/>
                <a:gdLst/>
                <a:ahLst/>
                <a:cxnLst/>
                <a:rect l="l" t="t" r="r" b="b"/>
                <a:pathLst>
                  <a:path w="3220" h="784" extrusionOk="0">
                    <a:moveTo>
                      <a:pt x="3000" y="361"/>
                    </a:moveTo>
                    <a:cubicBezTo>
                      <a:pt x="2780" y="584"/>
                      <a:pt x="2707" y="571"/>
                      <a:pt x="2707" y="571"/>
                    </a:cubicBezTo>
                    <a:cubicBezTo>
                      <a:pt x="2707" y="592"/>
                      <a:pt x="2635" y="700"/>
                      <a:pt x="2438" y="736"/>
                    </a:cubicBezTo>
                    <a:cubicBezTo>
                      <a:pt x="2242" y="772"/>
                      <a:pt x="2050" y="723"/>
                      <a:pt x="2050" y="723"/>
                    </a:cubicBezTo>
                    <a:cubicBezTo>
                      <a:pt x="2039" y="744"/>
                      <a:pt x="1995" y="783"/>
                      <a:pt x="1818" y="670"/>
                    </a:cubicBezTo>
                    <a:cubicBezTo>
                      <a:pt x="1696" y="592"/>
                      <a:pt x="1643" y="503"/>
                      <a:pt x="1621" y="454"/>
                    </a:cubicBezTo>
                    <a:cubicBezTo>
                      <a:pt x="1617" y="444"/>
                      <a:pt x="1602" y="444"/>
                      <a:pt x="1597" y="454"/>
                    </a:cubicBezTo>
                    <a:cubicBezTo>
                      <a:pt x="1576" y="503"/>
                      <a:pt x="1522" y="592"/>
                      <a:pt x="1400" y="670"/>
                    </a:cubicBezTo>
                    <a:cubicBezTo>
                      <a:pt x="1223" y="783"/>
                      <a:pt x="1179" y="744"/>
                      <a:pt x="1168" y="723"/>
                    </a:cubicBezTo>
                    <a:cubicBezTo>
                      <a:pt x="1168" y="723"/>
                      <a:pt x="976" y="772"/>
                      <a:pt x="780" y="736"/>
                    </a:cubicBezTo>
                    <a:cubicBezTo>
                      <a:pt x="584" y="700"/>
                      <a:pt x="511" y="592"/>
                      <a:pt x="511" y="571"/>
                    </a:cubicBezTo>
                    <a:cubicBezTo>
                      <a:pt x="511" y="571"/>
                      <a:pt x="438" y="584"/>
                      <a:pt x="218" y="361"/>
                    </a:cubicBezTo>
                    <a:cubicBezTo>
                      <a:pt x="0" y="139"/>
                      <a:pt x="4" y="26"/>
                      <a:pt x="40" y="0"/>
                    </a:cubicBezTo>
                    <a:cubicBezTo>
                      <a:pt x="42" y="0"/>
                      <a:pt x="677" y="164"/>
                      <a:pt x="991" y="162"/>
                    </a:cubicBezTo>
                    <a:cubicBezTo>
                      <a:pt x="1293" y="160"/>
                      <a:pt x="1608" y="95"/>
                      <a:pt x="1608" y="94"/>
                    </a:cubicBezTo>
                    <a:lnTo>
                      <a:pt x="1609" y="94"/>
                    </a:lnTo>
                    <a:lnTo>
                      <a:pt x="1609" y="94"/>
                    </a:lnTo>
                    <a:cubicBezTo>
                      <a:pt x="1609" y="95"/>
                      <a:pt x="1924" y="160"/>
                      <a:pt x="2227" y="162"/>
                    </a:cubicBezTo>
                    <a:cubicBezTo>
                      <a:pt x="2538" y="164"/>
                      <a:pt x="3177" y="0"/>
                      <a:pt x="3177" y="0"/>
                    </a:cubicBezTo>
                    <a:lnTo>
                      <a:pt x="3177" y="0"/>
                    </a:lnTo>
                    <a:cubicBezTo>
                      <a:pt x="3215" y="26"/>
                      <a:pt x="3219" y="139"/>
                      <a:pt x="3000" y="36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4"/>
              <p:cNvSpPr/>
              <p:nvPr/>
            </p:nvSpPr>
            <p:spPr>
              <a:xfrm>
                <a:off x="3715851" y="1764283"/>
                <a:ext cx="2121861" cy="1579921"/>
              </a:xfrm>
              <a:custGeom>
                <a:avLst/>
                <a:gdLst/>
                <a:ahLst/>
                <a:cxnLst/>
                <a:rect l="l" t="t" r="r" b="b"/>
                <a:pathLst>
                  <a:path w="3747" h="2790" extrusionOk="0">
                    <a:moveTo>
                      <a:pt x="3658" y="2070"/>
                    </a:moveTo>
                    <a:cubicBezTo>
                      <a:pt x="3669" y="2104"/>
                      <a:pt x="3673" y="2183"/>
                      <a:pt x="3607" y="2340"/>
                    </a:cubicBezTo>
                    <a:cubicBezTo>
                      <a:pt x="3529" y="2528"/>
                      <a:pt x="3465" y="2511"/>
                      <a:pt x="3465" y="2511"/>
                    </a:cubicBezTo>
                    <a:lnTo>
                      <a:pt x="2562" y="2789"/>
                    </a:lnTo>
                    <a:lnTo>
                      <a:pt x="1895" y="2601"/>
                    </a:lnTo>
                    <a:lnTo>
                      <a:pt x="1228" y="2789"/>
                    </a:lnTo>
                    <a:lnTo>
                      <a:pt x="327" y="2511"/>
                    </a:lnTo>
                    <a:cubicBezTo>
                      <a:pt x="327" y="2511"/>
                      <a:pt x="254" y="2506"/>
                      <a:pt x="184" y="2340"/>
                    </a:cubicBezTo>
                    <a:cubicBezTo>
                      <a:pt x="134" y="2220"/>
                      <a:pt x="124" y="2146"/>
                      <a:pt x="127" y="2102"/>
                    </a:cubicBezTo>
                    <a:cubicBezTo>
                      <a:pt x="131" y="2058"/>
                      <a:pt x="146" y="2045"/>
                      <a:pt x="146" y="2045"/>
                    </a:cubicBezTo>
                    <a:cubicBezTo>
                      <a:pt x="104" y="2028"/>
                      <a:pt x="0" y="1681"/>
                      <a:pt x="97" y="1090"/>
                    </a:cubicBezTo>
                    <a:cubicBezTo>
                      <a:pt x="195" y="494"/>
                      <a:pt x="439" y="319"/>
                      <a:pt x="608" y="159"/>
                    </a:cubicBezTo>
                    <a:cubicBezTo>
                      <a:pt x="725" y="49"/>
                      <a:pt x="801" y="45"/>
                      <a:pt x="836" y="53"/>
                    </a:cubicBezTo>
                    <a:cubicBezTo>
                      <a:pt x="852" y="56"/>
                      <a:pt x="860" y="62"/>
                      <a:pt x="860" y="62"/>
                    </a:cubicBezTo>
                    <a:cubicBezTo>
                      <a:pt x="864" y="50"/>
                      <a:pt x="874" y="41"/>
                      <a:pt x="888" y="34"/>
                    </a:cubicBezTo>
                    <a:cubicBezTo>
                      <a:pt x="932" y="10"/>
                      <a:pt x="1017" y="8"/>
                      <a:pt x="1104" y="12"/>
                    </a:cubicBezTo>
                    <a:cubicBezTo>
                      <a:pt x="1160" y="15"/>
                      <a:pt x="1188" y="33"/>
                      <a:pt x="1202" y="51"/>
                    </a:cubicBezTo>
                    <a:cubicBezTo>
                      <a:pt x="1217" y="69"/>
                      <a:pt x="1217" y="88"/>
                      <a:pt x="1217" y="88"/>
                    </a:cubicBezTo>
                    <a:cubicBezTo>
                      <a:pt x="1217" y="88"/>
                      <a:pt x="1234" y="81"/>
                      <a:pt x="1263" y="88"/>
                    </a:cubicBezTo>
                    <a:cubicBezTo>
                      <a:pt x="1288" y="94"/>
                      <a:pt x="1321" y="110"/>
                      <a:pt x="1360" y="149"/>
                    </a:cubicBezTo>
                    <a:cubicBezTo>
                      <a:pt x="1446" y="233"/>
                      <a:pt x="1425" y="338"/>
                      <a:pt x="1425" y="338"/>
                    </a:cubicBezTo>
                    <a:lnTo>
                      <a:pt x="1510" y="799"/>
                    </a:lnTo>
                    <a:lnTo>
                      <a:pt x="1894" y="622"/>
                    </a:lnTo>
                    <a:lnTo>
                      <a:pt x="2278" y="799"/>
                    </a:lnTo>
                    <a:lnTo>
                      <a:pt x="2364" y="338"/>
                    </a:lnTo>
                    <a:cubicBezTo>
                      <a:pt x="2364" y="338"/>
                      <a:pt x="2343" y="233"/>
                      <a:pt x="2429" y="149"/>
                    </a:cubicBezTo>
                    <a:cubicBezTo>
                      <a:pt x="2464" y="114"/>
                      <a:pt x="2495" y="98"/>
                      <a:pt x="2518" y="90"/>
                    </a:cubicBezTo>
                    <a:cubicBezTo>
                      <a:pt x="2552" y="79"/>
                      <a:pt x="2572" y="88"/>
                      <a:pt x="2572" y="88"/>
                    </a:cubicBezTo>
                    <a:cubicBezTo>
                      <a:pt x="2572" y="88"/>
                      <a:pt x="2571" y="68"/>
                      <a:pt x="2588" y="49"/>
                    </a:cubicBezTo>
                    <a:cubicBezTo>
                      <a:pt x="2603" y="32"/>
                      <a:pt x="2631" y="15"/>
                      <a:pt x="2685" y="13"/>
                    </a:cubicBezTo>
                    <a:cubicBezTo>
                      <a:pt x="2799" y="7"/>
                      <a:pt x="2909" y="12"/>
                      <a:pt x="2929" y="63"/>
                    </a:cubicBezTo>
                    <a:cubicBezTo>
                      <a:pt x="2929" y="63"/>
                      <a:pt x="3012" y="0"/>
                      <a:pt x="3181" y="160"/>
                    </a:cubicBezTo>
                    <a:cubicBezTo>
                      <a:pt x="3268" y="242"/>
                      <a:pt x="3375" y="328"/>
                      <a:pt x="3472" y="474"/>
                    </a:cubicBezTo>
                    <a:cubicBezTo>
                      <a:pt x="3478" y="483"/>
                      <a:pt x="3478" y="503"/>
                      <a:pt x="3478" y="514"/>
                    </a:cubicBezTo>
                    <a:cubicBezTo>
                      <a:pt x="3478" y="514"/>
                      <a:pt x="3492" y="511"/>
                      <a:pt x="3506" y="529"/>
                    </a:cubicBezTo>
                    <a:cubicBezTo>
                      <a:pt x="3507" y="531"/>
                      <a:pt x="3508" y="532"/>
                      <a:pt x="3509" y="534"/>
                    </a:cubicBezTo>
                    <a:cubicBezTo>
                      <a:pt x="3591" y="663"/>
                      <a:pt x="3652" y="841"/>
                      <a:pt x="3693" y="1091"/>
                    </a:cubicBezTo>
                    <a:cubicBezTo>
                      <a:pt x="3707" y="1171"/>
                      <a:pt x="3716" y="1247"/>
                      <a:pt x="3722" y="1317"/>
                    </a:cubicBezTo>
                    <a:cubicBezTo>
                      <a:pt x="3724" y="1332"/>
                      <a:pt x="3704" y="1355"/>
                      <a:pt x="3693" y="1366"/>
                    </a:cubicBezTo>
                    <a:cubicBezTo>
                      <a:pt x="3707" y="1378"/>
                      <a:pt x="3729" y="1406"/>
                      <a:pt x="3730" y="1425"/>
                    </a:cubicBezTo>
                    <a:cubicBezTo>
                      <a:pt x="3746" y="1791"/>
                      <a:pt x="3677" y="2032"/>
                      <a:pt x="3644" y="2045"/>
                    </a:cubicBezTo>
                    <a:cubicBezTo>
                      <a:pt x="3645" y="2045"/>
                      <a:pt x="3653" y="2051"/>
                      <a:pt x="3658" y="20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4137166" y="2159547"/>
                <a:ext cx="127414" cy="425276"/>
              </a:xfrm>
              <a:custGeom>
                <a:avLst/>
                <a:gdLst/>
                <a:ahLst/>
                <a:cxnLst/>
                <a:rect l="l" t="t" r="r" b="b"/>
                <a:pathLst>
                  <a:path w="225" h="751" extrusionOk="0">
                    <a:moveTo>
                      <a:pt x="186" y="0"/>
                    </a:moveTo>
                    <a:cubicBezTo>
                      <a:pt x="176" y="0"/>
                      <a:pt x="166" y="5"/>
                      <a:pt x="160" y="14"/>
                    </a:cubicBezTo>
                    <a:cubicBezTo>
                      <a:pt x="92" y="121"/>
                      <a:pt x="51" y="226"/>
                      <a:pt x="26" y="357"/>
                    </a:cubicBezTo>
                    <a:cubicBezTo>
                      <a:pt x="1" y="487"/>
                      <a:pt x="0" y="607"/>
                      <a:pt x="24" y="725"/>
                    </a:cubicBezTo>
                    <a:cubicBezTo>
                      <a:pt x="27" y="739"/>
                      <a:pt x="39" y="750"/>
                      <a:pt x="54" y="750"/>
                    </a:cubicBezTo>
                    <a:cubicBezTo>
                      <a:pt x="72" y="750"/>
                      <a:pt x="86" y="735"/>
                      <a:pt x="85" y="717"/>
                    </a:cubicBezTo>
                    <a:cubicBezTo>
                      <a:pt x="74" y="574"/>
                      <a:pt x="89" y="418"/>
                      <a:pt x="128" y="275"/>
                    </a:cubicBezTo>
                    <a:cubicBezTo>
                      <a:pt x="146" y="204"/>
                      <a:pt x="173" y="130"/>
                      <a:pt x="214" y="44"/>
                    </a:cubicBezTo>
                    <a:cubicBezTo>
                      <a:pt x="224" y="22"/>
                      <a:pt x="208" y="0"/>
                      <a:pt x="1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4"/>
              <p:cNvSpPr/>
              <p:nvPr/>
            </p:nvSpPr>
            <p:spPr>
              <a:xfrm>
                <a:off x="3834204" y="2080834"/>
                <a:ext cx="154029" cy="522110"/>
              </a:xfrm>
              <a:custGeom>
                <a:avLst/>
                <a:gdLst/>
                <a:ahLst/>
                <a:cxnLst/>
                <a:rect l="l" t="t" r="r" b="b"/>
                <a:pathLst>
                  <a:path w="272" h="922" extrusionOk="0">
                    <a:moveTo>
                      <a:pt x="235" y="0"/>
                    </a:moveTo>
                    <a:cubicBezTo>
                      <a:pt x="225" y="0"/>
                      <a:pt x="216" y="5"/>
                      <a:pt x="210" y="14"/>
                    </a:cubicBezTo>
                    <a:cubicBezTo>
                      <a:pt x="97" y="188"/>
                      <a:pt x="26" y="426"/>
                      <a:pt x="6" y="683"/>
                    </a:cubicBezTo>
                    <a:cubicBezTo>
                      <a:pt x="1" y="753"/>
                      <a:pt x="0" y="832"/>
                      <a:pt x="4" y="894"/>
                    </a:cubicBezTo>
                    <a:cubicBezTo>
                      <a:pt x="5" y="909"/>
                      <a:pt x="18" y="921"/>
                      <a:pt x="33" y="921"/>
                    </a:cubicBezTo>
                    <a:cubicBezTo>
                      <a:pt x="49" y="921"/>
                      <a:pt x="62" y="909"/>
                      <a:pt x="63" y="893"/>
                    </a:cubicBezTo>
                    <a:cubicBezTo>
                      <a:pt x="69" y="786"/>
                      <a:pt x="82" y="667"/>
                      <a:pt x="97" y="573"/>
                    </a:cubicBezTo>
                    <a:cubicBezTo>
                      <a:pt x="127" y="391"/>
                      <a:pt x="179" y="210"/>
                      <a:pt x="261" y="43"/>
                    </a:cubicBezTo>
                    <a:cubicBezTo>
                      <a:pt x="271" y="23"/>
                      <a:pt x="256" y="0"/>
                      <a:pt x="2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4"/>
              <p:cNvSpPr/>
              <p:nvPr/>
            </p:nvSpPr>
            <p:spPr>
              <a:xfrm>
                <a:off x="3723213" y="1763717"/>
                <a:ext cx="2113933" cy="1585018"/>
              </a:xfrm>
              <a:custGeom>
                <a:avLst/>
                <a:gdLst/>
                <a:ahLst/>
                <a:cxnLst/>
                <a:rect l="l" t="t" r="r" b="b"/>
                <a:pathLst>
                  <a:path w="3733" h="2799" extrusionOk="0">
                    <a:moveTo>
                      <a:pt x="3641" y="2058"/>
                    </a:moveTo>
                    <a:cubicBezTo>
                      <a:pt x="3639" y="2054"/>
                      <a:pt x="3635" y="2048"/>
                      <a:pt x="3632" y="2045"/>
                    </a:cubicBezTo>
                    <a:cubicBezTo>
                      <a:pt x="3637" y="2043"/>
                      <a:pt x="3642" y="2036"/>
                      <a:pt x="3648" y="2025"/>
                    </a:cubicBezTo>
                    <a:lnTo>
                      <a:pt x="3648" y="2025"/>
                    </a:lnTo>
                    <a:cubicBezTo>
                      <a:pt x="3683" y="1960"/>
                      <a:pt x="3732" y="1743"/>
                      <a:pt x="3719" y="1425"/>
                    </a:cubicBezTo>
                    <a:cubicBezTo>
                      <a:pt x="3718" y="1411"/>
                      <a:pt x="3707" y="1395"/>
                      <a:pt x="3697" y="1382"/>
                    </a:cubicBezTo>
                    <a:lnTo>
                      <a:pt x="3697" y="1382"/>
                    </a:lnTo>
                    <a:cubicBezTo>
                      <a:pt x="3691" y="1376"/>
                      <a:pt x="3685" y="1369"/>
                      <a:pt x="3682" y="1365"/>
                    </a:cubicBezTo>
                    <a:cubicBezTo>
                      <a:pt x="3682" y="1365"/>
                      <a:pt x="3689" y="1359"/>
                      <a:pt x="3696" y="1350"/>
                    </a:cubicBezTo>
                    <a:cubicBezTo>
                      <a:pt x="3695" y="1349"/>
                      <a:pt x="3712" y="1331"/>
                      <a:pt x="3711" y="1316"/>
                    </a:cubicBezTo>
                    <a:cubicBezTo>
                      <a:pt x="3704" y="1247"/>
                      <a:pt x="3695" y="1171"/>
                      <a:pt x="3682" y="1091"/>
                    </a:cubicBezTo>
                    <a:cubicBezTo>
                      <a:pt x="3640" y="842"/>
                      <a:pt x="3579" y="662"/>
                      <a:pt x="3497" y="534"/>
                    </a:cubicBezTo>
                    <a:cubicBezTo>
                      <a:pt x="3493" y="527"/>
                      <a:pt x="3487" y="520"/>
                      <a:pt x="3480" y="517"/>
                    </a:cubicBezTo>
                    <a:cubicBezTo>
                      <a:pt x="3474" y="514"/>
                      <a:pt x="3469" y="513"/>
                      <a:pt x="3466" y="514"/>
                    </a:cubicBezTo>
                    <a:cubicBezTo>
                      <a:pt x="3467" y="502"/>
                      <a:pt x="3466" y="483"/>
                      <a:pt x="3460" y="473"/>
                    </a:cubicBezTo>
                    <a:cubicBezTo>
                      <a:pt x="3363" y="328"/>
                      <a:pt x="3256" y="242"/>
                      <a:pt x="3169" y="160"/>
                    </a:cubicBezTo>
                    <a:cubicBezTo>
                      <a:pt x="3000" y="0"/>
                      <a:pt x="2918" y="62"/>
                      <a:pt x="2918" y="62"/>
                    </a:cubicBezTo>
                    <a:lnTo>
                      <a:pt x="2918" y="62"/>
                    </a:lnTo>
                    <a:cubicBezTo>
                      <a:pt x="2898" y="12"/>
                      <a:pt x="2787" y="8"/>
                      <a:pt x="2673" y="13"/>
                    </a:cubicBezTo>
                    <a:cubicBezTo>
                      <a:pt x="2559" y="18"/>
                      <a:pt x="2560" y="87"/>
                      <a:pt x="2560" y="88"/>
                    </a:cubicBezTo>
                    <a:lnTo>
                      <a:pt x="2560" y="88"/>
                    </a:lnTo>
                    <a:cubicBezTo>
                      <a:pt x="2560" y="88"/>
                      <a:pt x="2503" y="64"/>
                      <a:pt x="2417" y="149"/>
                    </a:cubicBezTo>
                    <a:cubicBezTo>
                      <a:pt x="2332" y="234"/>
                      <a:pt x="2352" y="339"/>
                      <a:pt x="2352" y="339"/>
                    </a:cubicBezTo>
                    <a:cubicBezTo>
                      <a:pt x="2353" y="341"/>
                      <a:pt x="2266" y="800"/>
                      <a:pt x="2267" y="800"/>
                    </a:cubicBezTo>
                    <a:lnTo>
                      <a:pt x="1882" y="623"/>
                    </a:lnTo>
                    <a:cubicBezTo>
                      <a:pt x="1881" y="622"/>
                      <a:pt x="1499" y="801"/>
                      <a:pt x="1499" y="800"/>
                    </a:cubicBezTo>
                    <a:lnTo>
                      <a:pt x="1413" y="339"/>
                    </a:lnTo>
                    <a:cubicBezTo>
                      <a:pt x="1413" y="338"/>
                      <a:pt x="1434" y="234"/>
                      <a:pt x="1348" y="150"/>
                    </a:cubicBezTo>
                    <a:cubicBezTo>
                      <a:pt x="1263" y="65"/>
                      <a:pt x="1206" y="88"/>
                      <a:pt x="1205" y="88"/>
                    </a:cubicBezTo>
                    <a:lnTo>
                      <a:pt x="1205" y="88"/>
                    </a:lnTo>
                    <a:cubicBezTo>
                      <a:pt x="1205" y="79"/>
                      <a:pt x="1201" y="64"/>
                      <a:pt x="1191" y="52"/>
                    </a:cubicBezTo>
                    <a:lnTo>
                      <a:pt x="1191" y="52"/>
                    </a:lnTo>
                    <a:cubicBezTo>
                      <a:pt x="1176" y="34"/>
                      <a:pt x="1148" y="16"/>
                      <a:pt x="1092" y="13"/>
                    </a:cubicBezTo>
                    <a:cubicBezTo>
                      <a:pt x="1027" y="10"/>
                      <a:pt x="871" y="3"/>
                      <a:pt x="848" y="63"/>
                    </a:cubicBezTo>
                    <a:lnTo>
                      <a:pt x="848" y="63"/>
                    </a:lnTo>
                    <a:cubicBezTo>
                      <a:pt x="842" y="59"/>
                      <a:pt x="831" y="55"/>
                      <a:pt x="824" y="54"/>
                    </a:cubicBezTo>
                    <a:lnTo>
                      <a:pt x="824" y="54"/>
                    </a:lnTo>
                    <a:cubicBezTo>
                      <a:pt x="789" y="46"/>
                      <a:pt x="713" y="50"/>
                      <a:pt x="596" y="160"/>
                    </a:cubicBezTo>
                    <a:cubicBezTo>
                      <a:pt x="427" y="320"/>
                      <a:pt x="183" y="495"/>
                      <a:pt x="85" y="1091"/>
                    </a:cubicBezTo>
                    <a:cubicBezTo>
                      <a:pt x="0" y="1601"/>
                      <a:pt x="67" y="1925"/>
                      <a:pt x="113" y="2018"/>
                    </a:cubicBezTo>
                    <a:lnTo>
                      <a:pt x="113" y="2018"/>
                    </a:lnTo>
                    <a:cubicBezTo>
                      <a:pt x="117" y="2026"/>
                      <a:pt x="126" y="2042"/>
                      <a:pt x="134" y="2045"/>
                    </a:cubicBezTo>
                    <a:cubicBezTo>
                      <a:pt x="134" y="2046"/>
                      <a:pt x="71" y="2101"/>
                      <a:pt x="172" y="2341"/>
                    </a:cubicBezTo>
                    <a:cubicBezTo>
                      <a:pt x="242" y="2507"/>
                      <a:pt x="314" y="2511"/>
                      <a:pt x="314" y="2511"/>
                    </a:cubicBezTo>
                    <a:cubicBezTo>
                      <a:pt x="1244" y="2798"/>
                      <a:pt x="1215" y="2789"/>
                      <a:pt x="1216" y="2789"/>
                    </a:cubicBezTo>
                    <a:cubicBezTo>
                      <a:pt x="1896" y="2597"/>
                      <a:pt x="1882" y="2601"/>
                      <a:pt x="1883" y="2601"/>
                    </a:cubicBezTo>
                    <a:cubicBezTo>
                      <a:pt x="2563" y="2794"/>
                      <a:pt x="2549" y="2790"/>
                      <a:pt x="2550" y="2789"/>
                    </a:cubicBezTo>
                    <a:cubicBezTo>
                      <a:pt x="3463" y="2508"/>
                      <a:pt x="3453" y="2512"/>
                      <a:pt x="3452" y="2511"/>
                    </a:cubicBezTo>
                    <a:cubicBezTo>
                      <a:pt x="3452" y="2511"/>
                      <a:pt x="3517" y="2529"/>
                      <a:pt x="3595" y="2341"/>
                    </a:cubicBezTo>
                    <a:cubicBezTo>
                      <a:pt x="3625" y="2269"/>
                      <a:pt x="3674" y="2130"/>
                      <a:pt x="3641" y="2058"/>
                    </a:cubicBezTo>
                    <a:moveTo>
                      <a:pt x="1136" y="661"/>
                    </a:moveTo>
                    <a:cubicBezTo>
                      <a:pt x="1010" y="884"/>
                      <a:pt x="1051" y="1219"/>
                      <a:pt x="1038" y="1269"/>
                    </a:cubicBezTo>
                    <a:cubicBezTo>
                      <a:pt x="1026" y="1321"/>
                      <a:pt x="920" y="1359"/>
                      <a:pt x="852" y="1421"/>
                    </a:cubicBezTo>
                    <a:cubicBezTo>
                      <a:pt x="784" y="1484"/>
                      <a:pt x="789" y="1576"/>
                      <a:pt x="718" y="1603"/>
                    </a:cubicBezTo>
                    <a:cubicBezTo>
                      <a:pt x="667" y="1623"/>
                      <a:pt x="580" y="1693"/>
                      <a:pt x="537" y="1732"/>
                    </a:cubicBezTo>
                    <a:cubicBezTo>
                      <a:pt x="525" y="1743"/>
                      <a:pt x="505" y="1736"/>
                      <a:pt x="502" y="1720"/>
                    </a:cubicBezTo>
                    <a:cubicBezTo>
                      <a:pt x="477" y="1580"/>
                      <a:pt x="497" y="1398"/>
                      <a:pt x="514" y="1242"/>
                    </a:cubicBezTo>
                    <a:cubicBezTo>
                      <a:pt x="515" y="1225"/>
                      <a:pt x="517" y="1207"/>
                      <a:pt x="516" y="1189"/>
                    </a:cubicBezTo>
                    <a:cubicBezTo>
                      <a:pt x="515" y="1182"/>
                      <a:pt x="518" y="1175"/>
                      <a:pt x="523" y="1171"/>
                    </a:cubicBezTo>
                    <a:cubicBezTo>
                      <a:pt x="545" y="1152"/>
                      <a:pt x="557" y="1126"/>
                      <a:pt x="561" y="1088"/>
                    </a:cubicBezTo>
                    <a:cubicBezTo>
                      <a:pt x="569" y="1012"/>
                      <a:pt x="599" y="883"/>
                      <a:pt x="646" y="765"/>
                    </a:cubicBezTo>
                    <a:cubicBezTo>
                      <a:pt x="686" y="664"/>
                      <a:pt x="728" y="601"/>
                      <a:pt x="750" y="572"/>
                    </a:cubicBezTo>
                    <a:cubicBezTo>
                      <a:pt x="761" y="558"/>
                      <a:pt x="794" y="501"/>
                      <a:pt x="858" y="448"/>
                    </a:cubicBezTo>
                    <a:cubicBezTo>
                      <a:pt x="868" y="439"/>
                      <a:pt x="871" y="426"/>
                      <a:pt x="867" y="413"/>
                    </a:cubicBezTo>
                    <a:cubicBezTo>
                      <a:pt x="860" y="394"/>
                      <a:pt x="838" y="387"/>
                      <a:pt x="821" y="397"/>
                    </a:cubicBezTo>
                    <a:cubicBezTo>
                      <a:pt x="772" y="429"/>
                      <a:pt x="726" y="470"/>
                      <a:pt x="685" y="522"/>
                    </a:cubicBezTo>
                    <a:lnTo>
                      <a:pt x="684" y="523"/>
                    </a:lnTo>
                    <a:cubicBezTo>
                      <a:pt x="578" y="672"/>
                      <a:pt x="502" y="880"/>
                      <a:pt x="481" y="1080"/>
                    </a:cubicBezTo>
                    <a:cubicBezTo>
                      <a:pt x="479" y="1090"/>
                      <a:pt x="478" y="1102"/>
                      <a:pt x="474" y="1106"/>
                    </a:cubicBezTo>
                    <a:cubicBezTo>
                      <a:pt x="473" y="1107"/>
                      <a:pt x="459" y="1112"/>
                      <a:pt x="458" y="1112"/>
                    </a:cubicBezTo>
                    <a:cubicBezTo>
                      <a:pt x="439" y="1118"/>
                      <a:pt x="412" y="1127"/>
                      <a:pt x="409" y="1154"/>
                    </a:cubicBezTo>
                    <a:cubicBezTo>
                      <a:pt x="408" y="1163"/>
                      <a:pt x="409" y="1179"/>
                      <a:pt x="426" y="1190"/>
                    </a:cubicBezTo>
                    <a:cubicBezTo>
                      <a:pt x="432" y="1193"/>
                      <a:pt x="435" y="1200"/>
                      <a:pt x="435" y="1207"/>
                    </a:cubicBezTo>
                    <a:cubicBezTo>
                      <a:pt x="433" y="1249"/>
                      <a:pt x="422" y="1330"/>
                      <a:pt x="414" y="1447"/>
                    </a:cubicBezTo>
                    <a:cubicBezTo>
                      <a:pt x="408" y="1556"/>
                      <a:pt x="404" y="1650"/>
                      <a:pt x="427" y="1764"/>
                    </a:cubicBezTo>
                    <a:cubicBezTo>
                      <a:pt x="432" y="1789"/>
                      <a:pt x="438" y="1813"/>
                      <a:pt x="444" y="1835"/>
                    </a:cubicBezTo>
                    <a:lnTo>
                      <a:pt x="444" y="1835"/>
                    </a:lnTo>
                    <a:cubicBezTo>
                      <a:pt x="452" y="1927"/>
                      <a:pt x="427" y="2000"/>
                      <a:pt x="409" y="2107"/>
                    </a:cubicBezTo>
                    <a:cubicBezTo>
                      <a:pt x="392" y="2215"/>
                      <a:pt x="436" y="2391"/>
                      <a:pt x="427" y="2438"/>
                    </a:cubicBezTo>
                    <a:cubicBezTo>
                      <a:pt x="419" y="2484"/>
                      <a:pt x="264" y="2451"/>
                      <a:pt x="202" y="2283"/>
                    </a:cubicBezTo>
                    <a:cubicBezTo>
                      <a:pt x="140" y="2119"/>
                      <a:pt x="165" y="2093"/>
                      <a:pt x="166" y="2092"/>
                    </a:cubicBezTo>
                    <a:lnTo>
                      <a:pt x="166" y="2092"/>
                    </a:lnTo>
                    <a:cubicBezTo>
                      <a:pt x="195" y="2080"/>
                      <a:pt x="240" y="2041"/>
                      <a:pt x="268" y="2007"/>
                    </a:cubicBezTo>
                    <a:cubicBezTo>
                      <a:pt x="280" y="1992"/>
                      <a:pt x="274" y="1970"/>
                      <a:pt x="257" y="1962"/>
                    </a:cubicBezTo>
                    <a:cubicBezTo>
                      <a:pt x="246" y="1957"/>
                      <a:pt x="233" y="1960"/>
                      <a:pt x="224" y="1969"/>
                    </a:cubicBezTo>
                    <a:cubicBezTo>
                      <a:pt x="214" y="1979"/>
                      <a:pt x="197" y="1995"/>
                      <a:pt x="184" y="1999"/>
                    </a:cubicBezTo>
                    <a:cubicBezTo>
                      <a:pt x="165" y="2006"/>
                      <a:pt x="145" y="1994"/>
                      <a:pt x="141" y="1975"/>
                    </a:cubicBezTo>
                    <a:cubicBezTo>
                      <a:pt x="38" y="1486"/>
                      <a:pt x="121" y="1003"/>
                      <a:pt x="260" y="660"/>
                    </a:cubicBezTo>
                    <a:cubicBezTo>
                      <a:pt x="358" y="416"/>
                      <a:pt x="557" y="244"/>
                      <a:pt x="653" y="158"/>
                    </a:cubicBezTo>
                    <a:cubicBezTo>
                      <a:pt x="749" y="73"/>
                      <a:pt x="813" y="99"/>
                      <a:pt x="813" y="99"/>
                    </a:cubicBezTo>
                    <a:lnTo>
                      <a:pt x="813" y="99"/>
                    </a:lnTo>
                    <a:cubicBezTo>
                      <a:pt x="813" y="128"/>
                      <a:pt x="815" y="166"/>
                      <a:pt x="819" y="195"/>
                    </a:cubicBezTo>
                    <a:cubicBezTo>
                      <a:pt x="823" y="220"/>
                      <a:pt x="831" y="258"/>
                      <a:pt x="839" y="289"/>
                    </a:cubicBezTo>
                    <a:cubicBezTo>
                      <a:pt x="843" y="303"/>
                      <a:pt x="856" y="313"/>
                      <a:pt x="871" y="311"/>
                    </a:cubicBezTo>
                    <a:cubicBezTo>
                      <a:pt x="887" y="309"/>
                      <a:pt x="898" y="294"/>
                      <a:pt x="895" y="278"/>
                    </a:cubicBezTo>
                    <a:cubicBezTo>
                      <a:pt x="891" y="251"/>
                      <a:pt x="886" y="216"/>
                      <a:pt x="886" y="190"/>
                    </a:cubicBezTo>
                    <a:cubicBezTo>
                      <a:pt x="886" y="155"/>
                      <a:pt x="891" y="123"/>
                      <a:pt x="895" y="106"/>
                    </a:cubicBezTo>
                    <a:cubicBezTo>
                      <a:pt x="896" y="98"/>
                      <a:pt x="898" y="87"/>
                      <a:pt x="898" y="88"/>
                    </a:cubicBezTo>
                    <a:cubicBezTo>
                      <a:pt x="899" y="84"/>
                      <a:pt x="921" y="43"/>
                      <a:pt x="1030" y="45"/>
                    </a:cubicBezTo>
                    <a:cubicBezTo>
                      <a:pt x="1141" y="47"/>
                      <a:pt x="1162" y="105"/>
                      <a:pt x="1162" y="105"/>
                    </a:cubicBezTo>
                    <a:cubicBezTo>
                      <a:pt x="1163" y="106"/>
                      <a:pt x="1159" y="136"/>
                      <a:pt x="1132" y="172"/>
                    </a:cubicBezTo>
                    <a:cubicBezTo>
                      <a:pt x="1123" y="183"/>
                      <a:pt x="1123" y="202"/>
                      <a:pt x="1132" y="212"/>
                    </a:cubicBezTo>
                    <a:cubicBezTo>
                      <a:pt x="1144" y="225"/>
                      <a:pt x="1165" y="224"/>
                      <a:pt x="1176" y="212"/>
                    </a:cubicBezTo>
                    <a:cubicBezTo>
                      <a:pt x="1197" y="189"/>
                      <a:pt x="1220" y="159"/>
                      <a:pt x="1232" y="139"/>
                    </a:cubicBezTo>
                    <a:lnTo>
                      <a:pt x="1232" y="139"/>
                    </a:lnTo>
                    <a:cubicBezTo>
                      <a:pt x="1292" y="135"/>
                      <a:pt x="1355" y="217"/>
                      <a:pt x="1358" y="297"/>
                    </a:cubicBezTo>
                    <a:cubicBezTo>
                      <a:pt x="1360" y="376"/>
                      <a:pt x="1263" y="438"/>
                      <a:pt x="1136" y="661"/>
                    </a:cubicBezTo>
                    <a:moveTo>
                      <a:pt x="3544" y="1992"/>
                    </a:moveTo>
                    <a:cubicBezTo>
                      <a:pt x="3512" y="1982"/>
                      <a:pt x="3497" y="1951"/>
                      <a:pt x="3503" y="1922"/>
                    </a:cubicBezTo>
                    <a:cubicBezTo>
                      <a:pt x="3518" y="1852"/>
                      <a:pt x="3529" y="1781"/>
                      <a:pt x="3535" y="1734"/>
                    </a:cubicBezTo>
                    <a:cubicBezTo>
                      <a:pt x="3548" y="1643"/>
                      <a:pt x="3554" y="1564"/>
                      <a:pt x="3549" y="1437"/>
                    </a:cubicBezTo>
                    <a:cubicBezTo>
                      <a:pt x="3549" y="1427"/>
                      <a:pt x="3556" y="1419"/>
                      <a:pt x="3566" y="1417"/>
                    </a:cubicBezTo>
                    <a:cubicBezTo>
                      <a:pt x="3576" y="1415"/>
                      <a:pt x="3589" y="1414"/>
                      <a:pt x="3597" y="1414"/>
                    </a:cubicBezTo>
                    <a:cubicBezTo>
                      <a:pt x="3613" y="1414"/>
                      <a:pt x="3631" y="1412"/>
                      <a:pt x="3646" y="1411"/>
                    </a:cubicBezTo>
                    <a:cubicBezTo>
                      <a:pt x="3657" y="1409"/>
                      <a:pt x="3667" y="1418"/>
                      <a:pt x="3668" y="1429"/>
                    </a:cubicBezTo>
                    <a:cubicBezTo>
                      <a:pt x="3683" y="1721"/>
                      <a:pt x="3644" y="1883"/>
                      <a:pt x="3617" y="1957"/>
                    </a:cubicBezTo>
                    <a:cubicBezTo>
                      <a:pt x="3606" y="1987"/>
                      <a:pt x="3573" y="2002"/>
                      <a:pt x="3544" y="1992"/>
                    </a:cubicBezTo>
                    <a:moveTo>
                      <a:pt x="3253" y="290"/>
                    </a:moveTo>
                    <a:cubicBezTo>
                      <a:pt x="3346" y="363"/>
                      <a:pt x="3395" y="448"/>
                      <a:pt x="3418" y="498"/>
                    </a:cubicBezTo>
                    <a:cubicBezTo>
                      <a:pt x="3420" y="503"/>
                      <a:pt x="3419" y="510"/>
                      <a:pt x="3416" y="514"/>
                    </a:cubicBezTo>
                    <a:cubicBezTo>
                      <a:pt x="3400" y="539"/>
                      <a:pt x="3381" y="562"/>
                      <a:pt x="3349" y="595"/>
                    </a:cubicBezTo>
                    <a:cubicBezTo>
                      <a:pt x="3339" y="605"/>
                      <a:pt x="3338" y="622"/>
                      <a:pt x="3347" y="633"/>
                    </a:cubicBezTo>
                    <a:cubicBezTo>
                      <a:pt x="3356" y="646"/>
                      <a:pt x="3374" y="650"/>
                      <a:pt x="3388" y="640"/>
                    </a:cubicBezTo>
                    <a:cubicBezTo>
                      <a:pt x="3413" y="623"/>
                      <a:pt x="3445" y="597"/>
                      <a:pt x="3466" y="576"/>
                    </a:cubicBezTo>
                    <a:cubicBezTo>
                      <a:pt x="3471" y="572"/>
                      <a:pt x="3477" y="573"/>
                      <a:pt x="3480" y="578"/>
                    </a:cubicBezTo>
                    <a:cubicBezTo>
                      <a:pt x="3504" y="612"/>
                      <a:pt x="3534" y="676"/>
                      <a:pt x="3563" y="796"/>
                    </a:cubicBezTo>
                    <a:cubicBezTo>
                      <a:pt x="3620" y="1022"/>
                      <a:pt x="3650" y="1243"/>
                      <a:pt x="3657" y="1308"/>
                    </a:cubicBezTo>
                    <a:cubicBezTo>
                      <a:pt x="3658" y="1318"/>
                      <a:pt x="3651" y="1327"/>
                      <a:pt x="3641" y="1329"/>
                    </a:cubicBezTo>
                    <a:cubicBezTo>
                      <a:pt x="3619" y="1333"/>
                      <a:pt x="3592" y="1340"/>
                      <a:pt x="3565" y="1343"/>
                    </a:cubicBezTo>
                    <a:cubicBezTo>
                      <a:pt x="3554" y="1345"/>
                      <a:pt x="3544" y="1337"/>
                      <a:pt x="3544" y="1325"/>
                    </a:cubicBezTo>
                    <a:cubicBezTo>
                      <a:pt x="3534" y="1198"/>
                      <a:pt x="3514" y="1098"/>
                      <a:pt x="3484" y="1022"/>
                    </a:cubicBezTo>
                    <a:cubicBezTo>
                      <a:pt x="3439" y="908"/>
                      <a:pt x="3336" y="852"/>
                      <a:pt x="3213" y="854"/>
                    </a:cubicBezTo>
                    <a:cubicBezTo>
                      <a:pt x="3202" y="855"/>
                      <a:pt x="3193" y="847"/>
                      <a:pt x="3192" y="837"/>
                    </a:cubicBezTo>
                    <a:cubicBezTo>
                      <a:pt x="3147" y="542"/>
                      <a:pt x="3024" y="384"/>
                      <a:pt x="3010" y="299"/>
                    </a:cubicBezTo>
                    <a:cubicBezTo>
                      <a:pt x="3008" y="285"/>
                      <a:pt x="3019" y="268"/>
                      <a:pt x="3003" y="213"/>
                    </a:cubicBezTo>
                    <a:cubicBezTo>
                      <a:pt x="2987" y="163"/>
                      <a:pt x="2975" y="131"/>
                      <a:pt x="2964" y="112"/>
                    </a:cubicBezTo>
                    <a:cubicBezTo>
                      <a:pt x="2958" y="102"/>
                      <a:pt x="2967" y="89"/>
                      <a:pt x="2979" y="91"/>
                    </a:cubicBezTo>
                    <a:cubicBezTo>
                      <a:pt x="3058" y="99"/>
                      <a:pt x="3135" y="197"/>
                      <a:pt x="3253" y="290"/>
                    </a:cubicBezTo>
                    <a:moveTo>
                      <a:pt x="3119" y="1612"/>
                    </a:moveTo>
                    <a:cubicBezTo>
                      <a:pt x="3117" y="1629"/>
                      <a:pt x="3100" y="1640"/>
                      <a:pt x="3083" y="1634"/>
                    </a:cubicBezTo>
                    <a:cubicBezTo>
                      <a:pt x="3053" y="1623"/>
                      <a:pt x="3010" y="1598"/>
                      <a:pt x="2995" y="1551"/>
                    </a:cubicBezTo>
                    <a:cubicBezTo>
                      <a:pt x="2979" y="1496"/>
                      <a:pt x="2934" y="1429"/>
                      <a:pt x="2909" y="1394"/>
                    </a:cubicBezTo>
                    <a:cubicBezTo>
                      <a:pt x="2900" y="1381"/>
                      <a:pt x="2893" y="1356"/>
                      <a:pt x="2895" y="1340"/>
                    </a:cubicBezTo>
                    <a:cubicBezTo>
                      <a:pt x="2905" y="1241"/>
                      <a:pt x="2916" y="1140"/>
                      <a:pt x="2931" y="1062"/>
                    </a:cubicBezTo>
                    <a:cubicBezTo>
                      <a:pt x="2957" y="923"/>
                      <a:pt x="2841" y="388"/>
                      <a:pt x="2836" y="365"/>
                    </a:cubicBezTo>
                    <a:cubicBezTo>
                      <a:pt x="2832" y="347"/>
                      <a:pt x="2813" y="334"/>
                      <a:pt x="2794" y="338"/>
                    </a:cubicBezTo>
                    <a:cubicBezTo>
                      <a:pt x="2775" y="341"/>
                      <a:pt x="2763" y="361"/>
                      <a:pt x="2766" y="380"/>
                    </a:cubicBezTo>
                    <a:cubicBezTo>
                      <a:pt x="2767" y="380"/>
                      <a:pt x="2869" y="951"/>
                      <a:pt x="2849" y="1046"/>
                    </a:cubicBezTo>
                    <a:cubicBezTo>
                      <a:pt x="2839" y="1096"/>
                      <a:pt x="2827" y="1166"/>
                      <a:pt x="2815" y="1255"/>
                    </a:cubicBezTo>
                    <a:cubicBezTo>
                      <a:pt x="2811" y="1285"/>
                      <a:pt x="2774" y="1298"/>
                      <a:pt x="2753" y="1276"/>
                    </a:cubicBezTo>
                    <a:cubicBezTo>
                      <a:pt x="2740" y="1261"/>
                      <a:pt x="2729" y="1237"/>
                      <a:pt x="2731" y="1195"/>
                    </a:cubicBezTo>
                    <a:cubicBezTo>
                      <a:pt x="2734" y="1082"/>
                      <a:pt x="2675" y="719"/>
                      <a:pt x="2615" y="597"/>
                    </a:cubicBezTo>
                    <a:cubicBezTo>
                      <a:pt x="2554" y="474"/>
                      <a:pt x="2420" y="383"/>
                      <a:pt x="2397" y="338"/>
                    </a:cubicBezTo>
                    <a:cubicBezTo>
                      <a:pt x="2373" y="293"/>
                      <a:pt x="2415" y="210"/>
                      <a:pt x="2462" y="162"/>
                    </a:cubicBezTo>
                    <a:cubicBezTo>
                      <a:pt x="2509" y="114"/>
                      <a:pt x="2538" y="136"/>
                      <a:pt x="2538" y="136"/>
                    </a:cubicBezTo>
                    <a:cubicBezTo>
                      <a:pt x="2538" y="136"/>
                      <a:pt x="2576" y="190"/>
                      <a:pt x="2599" y="213"/>
                    </a:cubicBezTo>
                    <a:cubicBezTo>
                      <a:pt x="2617" y="232"/>
                      <a:pt x="2653" y="264"/>
                      <a:pt x="2682" y="286"/>
                    </a:cubicBezTo>
                    <a:cubicBezTo>
                      <a:pt x="2694" y="296"/>
                      <a:pt x="2712" y="294"/>
                      <a:pt x="2722" y="282"/>
                    </a:cubicBezTo>
                    <a:cubicBezTo>
                      <a:pt x="2731" y="271"/>
                      <a:pt x="2730" y="254"/>
                      <a:pt x="2720" y="244"/>
                    </a:cubicBezTo>
                    <a:cubicBezTo>
                      <a:pt x="2697" y="222"/>
                      <a:pt x="2666" y="190"/>
                      <a:pt x="2650" y="169"/>
                    </a:cubicBezTo>
                    <a:cubicBezTo>
                      <a:pt x="2640" y="155"/>
                      <a:pt x="2622" y="128"/>
                      <a:pt x="2610" y="108"/>
                    </a:cubicBezTo>
                    <a:cubicBezTo>
                      <a:pt x="2601" y="94"/>
                      <a:pt x="2608" y="75"/>
                      <a:pt x="2623" y="70"/>
                    </a:cubicBezTo>
                    <a:cubicBezTo>
                      <a:pt x="2699" y="44"/>
                      <a:pt x="2773" y="40"/>
                      <a:pt x="2855" y="64"/>
                    </a:cubicBezTo>
                    <a:cubicBezTo>
                      <a:pt x="2869" y="68"/>
                      <a:pt x="2880" y="79"/>
                      <a:pt x="2885" y="93"/>
                    </a:cubicBezTo>
                    <a:cubicBezTo>
                      <a:pt x="2893" y="119"/>
                      <a:pt x="2912" y="164"/>
                      <a:pt x="2938" y="234"/>
                    </a:cubicBezTo>
                    <a:cubicBezTo>
                      <a:pt x="2952" y="272"/>
                      <a:pt x="2939" y="281"/>
                      <a:pt x="2943" y="310"/>
                    </a:cubicBezTo>
                    <a:cubicBezTo>
                      <a:pt x="2949" y="349"/>
                      <a:pt x="2969" y="392"/>
                      <a:pt x="2994" y="446"/>
                    </a:cubicBezTo>
                    <a:cubicBezTo>
                      <a:pt x="3041" y="551"/>
                      <a:pt x="3117" y="748"/>
                      <a:pt x="3119" y="898"/>
                    </a:cubicBezTo>
                    <a:cubicBezTo>
                      <a:pt x="3119" y="923"/>
                      <a:pt x="3096" y="1054"/>
                      <a:pt x="3098" y="1126"/>
                    </a:cubicBezTo>
                    <a:cubicBezTo>
                      <a:pt x="3101" y="1223"/>
                      <a:pt x="3121" y="1269"/>
                      <a:pt x="3130" y="1350"/>
                    </a:cubicBezTo>
                    <a:cubicBezTo>
                      <a:pt x="3136" y="1413"/>
                      <a:pt x="3125" y="1549"/>
                      <a:pt x="3119" y="1612"/>
                    </a:cubicBezTo>
                    <a:moveTo>
                      <a:pt x="3539" y="2330"/>
                    </a:moveTo>
                    <a:cubicBezTo>
                      <a:pt x="3512" y="2399"/>
                      <a:pt x="3300" y="2518"/>
                      <a:pt x="3309" y="2437"/>
                    </a:cubicBezTo>
                    <a:cubicBezTo>
                      <a:pt x="3318" y="2355"/>
                      <a:pt x="3349" y="2094"/>
                      <a:pt x="3309" y="1895"/>
                    </a:cubicBezTo>
                    <a:cubicBezTo>
                      <a:pt x="3294" y="1820"/>
                      <a:pt x="3263" y="1766"/>
                      <a:pt x="3230" y="1727"/>
                    </a:cubicBezTo>
                    <a:cubicBezTo>
                      <a:pt x="3216" y="1711"/>
                      <a:pt x="3210" y="1689"/>
                      <a:pt x="3213" y="1668"/>
                    </a:cubicBezTo>
                    <a:cubicBezTo>
                      <a:pt x="3233" y="1547"/>
                      <a:pt x="3233" y="1405"/>
                      <a:pt x="3216" y="1310"/>
                    </a:cubicBezTo>
                    <a:cubicBezTo>
                      <a:pt x="3204" y="1235"/>
                      <a:pt x="3189" y="1210"/>
                      <a:pt x="3184" y="1122"/>
                    </a:cubicBezTo>
                    <a:cubicBezTo>
                      <a:pt x="3181" y="1069"/>
                      <a:pt x="3184" y="1009"/>
                      <a:pt x="3191" y="953"/>
                    </a:cubicBezTo>
                    <a:cubicBezTo>
                      <a:pt x="3193" y="944"/>
                      <a:pt x="3201" y="936"/>
                      <a:pt x="3211" y="936"/>
                    </a:cubicBezTo>
                    <a:cubicBezTo>
                      <a:pt x="3283" y="933"/>
                      <a:pt x="3360" y="952"/>
                      <a:pt x="3395" y="1016"/>
                    </a:cubicBezTo>
                    <a:cubicBezTo>
                      <a:pt x="3458" y="1131"/>
                      <a:pt x="3479" y="1369"/>
                      <a:pt x="3477" y="1555"/>
                    </a:cubicBezTo>
                    <a:cubicBezTo>
                      <a:pt x="3475" y="1734"/>
                      <a:pt x="3426" y="1976"/>
                      <a:pt x="3395" y="2059"/>
                    </a:cubicBezTo>
                    <a:cubicBezTo>
                      <a:pt x="3389" y="2074"/>
                      <a:pt x="3394" y="2092"/>
                      <a:pt x="3407" y="2100"/>
                    </a:cubicBezTo>
                    <a:cubicBezTo>
                      <a:pt x="3426" y="2112"/>
                      <a:pt x="3450" y="2104"/>
                      <a:pt x="3457" y="2085"/>
                    </a:cubicBezTo>
                    <a:cubicBezTo>
                      <a:pt x="3461" y="2075"/>
                      <a:pt x="3465" y="2065"/>
                      <a:pt x="3469" y="2053"/>
                    </a:cubicBezTo>
                    <a:cubicBezTo>
                      <a:pt x="3473" y="2041"/>
                      <a:pt x="3487" y="2035"/>
                      <a:pt x="3498" y="2040"/>
                    </a:cubicBezTo>
                    <a:cubicBezTo>
                      <a:pt x="3513" y="2046"/>
                      <a:pt x="3532" y="2053"/>
                      <a:pt x="3551" y="2061"/>
                    </a:cubicBezTo>
                    <a:cubicBezTo>
                      <a:pt x="3572" y="2068"/>
                      <a:pt x="3587" y="2089"/>
                      <a:pt x="3587" y="2112"/>
                    </a:cubicBezTo>
                    <a:cubicBezTo>
                      <a:pt x="3586" y="2173"/>
                      <a:pt x="3561" y="2276"/>
                      <a:pt x="3539" y="2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4"/>
              <p:cNvSpPr/>
              <p:nvPr/>
            </p:nvSpPr>
            <p:spPr>
              <a:xfrm>
                <a:off x="5369397" y="1804489"/>
                <a:ext cx="566" cy="56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7F63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7" name="Google Shape;417;p24"/>
              <p:cNvSpPr/>
              <p:nvPr/>
            </p:nvSpPr>
            <p:spPr>
              <a:xfrm>
                <a:off x="5367132" y="1797694"/>
                <a:ext cx="354493" cy="1144452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021" extrusionOk="0">
                    <a:moveTo>
                      <a:pt x="617" y="1319"/>
                    </a:moveTo>
                    <a:cubicBezTo>
                      <a:pt x="611" y="1209"/>
                      <a:pt x="596" y="1075"/>
                      <a:pt x="556" y="973"/>
                    </a:cubicBezTo>
                    <a:cubicBezTo>
                      <a:pt x="509" y="852"/>
                      <a:pt x="393" y="809"/>
                      <a:pt x="268" y="826"/>
                    </a:cubicBezTo>
                    <a:cubicBezTo>
                      <a:pt x="230" y="503"/>
                      <a:pt x="96" y="341"/>
                      <a:pt x="80" y="243"/>
                    </a:cubicBezTo>
                    <a:cubicBezTo>
                      <a:pt x="77" y="222"/>
                      <a:pt x="89" y="213"/>
                      <a:pt x="74" y="162"/>
                    </a:cubicBezTo>
                    <a:cubicBezTo>
                      <a:pt x="43" y="62"/>
                      <a:pt x="0" y="0"/>
                      <a:pt x="60" y="164"/>
                    </a:cubicBezTo>
                    <a:cubicBezTo>
                      <a:pt x="76" y="208"/>
                      <a:pt x="63" y="224"/>
                      <a:pt x="67" y="246"/>
                    </a:cubicBezTo>
                    <a:cubicBezTo>
                      <a:pt x="83" y="352"/>
                      <a:pt x="221" y="514"/>
                      <a:pt x="243" y="838"/>
                    </a:cubicBezTo>
                    <a:cubicBezTo>
                      <a:pt x="242" y="840"/>
                      <a:pt x="220" y="990"/>
                      <a:pt x="222" y="1065"/>
                    </a:cubicBezTo>
                    <a:cubicBezTo>
                      <a:pt x="225" y="1159"/>
                      <a:pt x="245" y="1204"/>
                      <a:pt x="253" y="1287"/>
                    </a:cubicBezTo>
                    <a:cubicBezTo>
                      <a:pt x="266" y="1413"/>
                      <a:pt x="253" y="1605"/>
                      <a:pt x="202" y="1719"/>
                    </a:cubicBezTo>
                    <a:cubicBezTo>
                      <a:pt x="190" y="1748"/>
                      <a:pt x="235" y="1768"/>
                      <a:pt x="248" y="1738"/>
                    </a:cubicBezTo>
                    <a:cubicBezTo>
                      <a:pt x="301" y="1610"/>
                      <a:pt x="309" y="1385"/>
                      <a:pt x="287" y="1255"/>
                    </a:cubicBezTo>
                    <a:cubicBezTo>
                      <a:pt x="275" y="1183"/>
                      <a:pt x="259" y="1154"/>
                      <a:pt x="254" y="1064"/>
                    </a:cubicBezTo>
                    <a:cubicBezTo>
                      <a:pt x="251" y="994"/>
                      <a:pt x="256" y="917"/>
                      <a:pt x="268" y="853"/>
                    </a:cubicBezTo>
                    <a:cubicBezTo>
                      <a:pt x="359" y="839"/>
                      <a:pt x="468" y="858"/>
                      <a:pt x="516" y="944"/>
                    </a:cubicBezTo>
                    <a:cubicBezTo>
                      <a:pt x="589" y="1076"/>
                      <a:pt x="603" y="1344"/>
                      <a:pt x="601" y="1495"/>
                    </a:cubicBezTo>
                    <a:cubicBezTo>
                      <a:pt x="599" y="1674"/>
                      <a:pt x="551" y="1921"/>
                      <a:pt x="517" y="2010"/>
                    </a:cubicBezTo>
                    <a:cubicBezTo>
                      <a:pt x="515" y="2013"/>
                      <a:pt x="517" y="2017"/>
                      <a:pt x="520" y="2019"/>
                    </a:cubicBezTo>
                    <a:cubicBezTo>
                      <a:pt x="524" y="2020"/>
                      <a:pt x="528" y="2018"/>
                      <a:pt x="530" y="2015"/>
                    </a:cubicBezTo>
                    <a:cubicBezTo>
                      <a:pt x="564" y="1929"/>
                      <a:pt x="593" y="1765"/>
                      <a:pt x="606" y="1671"/>
                    </a:cubicBezTo>
                    <a:cubicBezTo>
                      <a:pt x="621" y="1560"/>
                      <a:pt x="625" y="1474"/>
                      <a:pt x="617" y="1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4"/>
              <p:cNvSpPr/>
              <p:nvPr/>
            </p:nvSpPr>
            <p:spPr>
              <a:xfrm>
                <a:off x="5302576" y="1963614"/>
                <a:ext cx="78713" cy="67387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190" extrusionOk="0">
                    <a:moveTo>
                      <a:pt x="22" y="1167"/>
                    </a:moveTo>
                    <a:cubicBezTo>
                      <a:pt x="36" y="1041"/>
                      <a:pt x="61" y="821"/>
                      <a:pt x="87" y="698"/>
                    </a:cubicBezTo>
                    <a:cubicBezTo>
                      <a:pt x="109" y="592"/>
                      <a:pt x="0" y="0"/>
                      <a:pt x="4" y="21"/>
                    </a:cubicBezTo>
                    <a:cubicBezTo>
                      <a:pt x="3" y="17"/>
                      <a:pt x="6" y="13"/>
                      <a:pt x="11" y="12"/>
                    </a:cubicBezTo>
                    <a:cubicBezTo>
                      <a:pt x="16" y="11"/>
                      <a:pt x="20" y="14"/>
                      <a:pt x="21" y="18"/>
                    </a:cubicBezTo>
                    <a:cubicBezTo>
                      <a:pt x="45" y="127"/>
                      <a:pt x="138" y="583"/>
                      <a:pt x="116" y="704"/>
                    </a:cubicBezTo>
                    <a:cubicBezTo>
                      <a:pt x="88" y="855"/>
                      <a:pt x="61" y="1171"/>
                      <a:pt x="62" y="1170"/>
                    </a:cubicBezTo>
                    <a:cubicBezTo>
                      <a:pt x="61" y="1181"/>
                      <a:pt x="51" y="1189"/>
                      <a:pt x="40" y="1188"/>
                    </a:cubicBezTo>
                    <a:cubicBezTo>
                      <a:pt x="29" y="1188"/>
                      <a:pt x="21" y="1178"/>
                      <a:pt x="22" y="116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3966715" y="2000422"/>
                <a:ext cx="235007" cy="897554"/>
              </a:xfrm>
              <a:custGeom>
                <a:avLst/>
                <a:gdLst/>
                <a:ahLst/>
                <a:cxnLst/>
                <a:rect l="l" t="t" r="r" b="b"/>
                <a:pathLst>
                  <a:path w="415" h="1585" extrusionOk="0">
                    <a:moveTo>
                      <a:pt x="276" y="121"/>
                    </a:moveTo>
                    <a:cubicBezTo>
                      <a:pt x="169" y="273"/>
                      <a:pt x="97" y="482"/>
                      <a:pt x="77" y="665"/>
                    </a:cubicBezTo>
                    <a:cubicBezTo>
                      <a:pt x="76" y="680"/>
                      <a:pt x="75" y="697"/>
                      <a:pt x="62" y="709"/>
                    </a:cubicBezTo>
                    <a:cubicBezTo>
                      <a:pt x="49" y="721"/>
                      <a:pt x="8" y="723"/>
                      <a:pt x="6" y="739"/>
                    </a:cubicBezTo>
                    <a:cubicBezTo>
                      <a:pt x="4" y="753"/>
                      <a:pt x="17" y="752"/>
                      <a:pt x="25" y="756"/>
                    </a:cubicBezTo>
                    <a:cubicBezTo>
                      <a:pt x="42" y="765"/>
                      <a:pt x="22" y="855"/>
                      <a:pt x="10" y="1032"/>
                    </a:cubicBezTo>
                    <a:cubicBezTo>
                      <a:pt x="4" y="1136"/>
                      <a:pt x="0" y="1227"/>
                      <a:pt x="23" y="1342"/>
                    </a:cubicBezTo>
                    <a:cubicBezTo>
                      <a:pt x="32" y="1393"/>
                      <a:pt x="48" y="1443"/>
                      <a:pt x="59" y="1468"/>
                    </a:cubicBezTo>
                    <a:cubicBezTo>
                      <a:pt x="110" y="1584"/>
                      <a:pt x="136" y="1539"/>
                      <a:pt x="93" y="1453"/>
                    </a:cubicBezTo>
                    <a:cubicBezTo>
                      <a:pt x="43" y="1355"/>
                      <a:pt x="31" y="1248"/>
                      <a:pt x="32" y="1135"/>
                    </a:cubicBezTo>
                    <a:cubicBezTo>
                      <a:pt x="33" y="1040"/>
                      <a:pt x="49" y="886"/>
                      <a:pt x="55" y="830"/>
                    </a:cubicBezTo>
                    <a:cubicBezTo>
                      <a:pt x="57" y="805"/>
                      <a:pt x="63" y="769"/>
                      <a:pt x="51" y="746"/>
                    </a:cubicBezTo>
                    <a:cubicBezTo>
                      <a:pt x="86" y="731"/>
                      <a:pt x="99" y="708"/>
                      <a:pt x="103" y="667"/>
                    </a:cubicBezTo>
                    <a:cubicBezTo>
                      <a:pt x="112" y="587"/>
                      <a:pt x="142" y="457"/>
                      <a:pt x="190" y="337"/>
                    </a:cubicBezTo>
                    <a:cubicBezTo>
                      <a:pt x="225" y="250"/>
                      <a:pt x="265" y="182"/>
                      <a:pt x="298" y="138"/>
                    </a:cubicBezTo>
                    <a:cubicBezTo>
                      <a:pt x="329" y="90"/>
                      <a:pt x="366" y="46"/>
                      <a:pt x="410" y="9"/>
                    </a:cubicBezTo>
                    <a:cubicBezTo>
                      <a:pt x="414" y="6"/>
                      <a:pt x="409" y="0"/>
                      <a:pt x="405" y="3"/>
                    </a:cubicBezTo>
                    <a:cubicBezTo>
                      <a:pt x="357" y="34"/>
                      <a:pt x="313" y="75"/>
                      <a:pt x="276" y="1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4"/>
              <p:cNvSpPr/>
              <p:nvPr/>
            </p:nvSpPr>
            <p:spPr>
              <a:xfrm>
                <a:off x="4508647" y="1611953"/>
                <a:ext cx="564584" cy="519279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17" extrusionOk="0">
                    <a:moveTo>
                      <a:pt x="996" y="790"/>
                    </a:moveTo>
                    <a:lnTo>
                      <a:pt x="802" y="916"/>
                    </a:lnTo>
                    <a:lnTo>
                      <a:pt x="194" y="916"/>
                    </a:lnTo>
                    <a:lnTo>
                      <a:pt x="0" y="790"/>
                    </a:lnTo>
                    <a:lnTo>
                      <a:pt x="248" y="528"/>
                    </a:lnTo>
                    <a:cubicBezTo>
                      <a:pt x="296" y="478"/>
                      <a:pt x="298" y="401"/>
                      <a:pt x="255" y="347"/>
                    </a:cubicBezTo>
                    <a:cubicBezTo>
                      <a:pt x="67" y="118"/>
                      <a:pt x="27" y="70"/>
                      <a:pt x="26" y="69"/>
                    </a:cubicBezTo>
                    <a:lnTo>
                      <a:pt x="91" y="0"/>
                    </a:lnTo>
                    <a:lnTo>
                      <a:pt x="440" y="298"/>
                    </a:lnTo>
                    <a:cubicBezTo>
                      <a:pt x="473" y="326"/>
                      <a:pt x="522" y="326"/>
                      <a:pt x="555" y="298"/>
                    </a:cubicBezTo>
                    <a:lnTo>
                      <a:pt x="904" y="0"/>
                    </a:lnTo>
                    <a:lnTo>
                      <a:pt x="969" y="69"/>
                    </a:lnTo>
                    <a:lnTo>
                      <a:pt x="741" y="347"/>
                    </a:lnTo>
                    <a:cubicBezTo>
                      <a:pt x="697" y="401"/>
                      <a:pt x="700" y="478"/>
                      <a:pt x="747" y="528"/>
                    </a:cubicBezTo>
                    <a:lnTo>
                      <a:pt x="996" y="79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4"/>
              <p:cNvSpPr/>
              <p:nvPr/>
            </p:nvSpPr>
            <p:spPr>
              <a:xfrm>
                <a:off x="4506948" y="1651027"/>
                <a:ext cx="211790" cy="480205"/>
              </a:xfrm>
              <a:custGeom>
                <a:avLst/>
                <a:gdLst/>
                <a:ahLst/>
                <a:cxnLst/>
                <a:rect l="l" t="t" r="r" b="b"/>
                <a:pathLst>
                  <a:path w="374" h="848" extrusionOk="0">
                    <a:moveTo>
                      <a:pt x="194" y="847"/>
                    </a:moveTo>
                    <a:lnTo>
                      <a:pt x="0" y="721"/>
                    </a:lnTo>
                    <a:lnTo>
                      <a:pt x="248" y="459"/>
                    </a:lnTo>
                    <a:cubicBezTo>
                      <a:pt x="295" y="409"/>
                      <a:pt x="298" y="332"/>
                      <a:pt x="254" y="278"/>
                    </a:cubicBezTo>
                    <a:lnTo>
                      <a:pt x="26" y="0"/>
                    </a:lnTo>
                    <a:cubicBezTo>
                      <a:pt x="34" y="8"/>
                      <a:pt x="290" y="244"/>
                      <a:pt x="331" y="343"/>
                    </a:cubicBezTo>
                    <a:cubicBezTo>
                      <a:pt x="373" y="443"/>
                      <a:pt x="194" y="847"/>
                      <a:pt x="194" y="84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4860875" y="1651027"/>
                <a:ext cx="211790" cy="480205"/>
              </a:xfrm>
              <a:custGeom>
                <a:avLst/>
                <a:gdLst/>
                <a:ahLst/>
                <a:cxnLst/>
                <a:rect l="l" t="t" r="r" b="b"/>
                <a:pathLst>
                  <a:path w="374" h="848" extrusionOk="0">
                    <a:moveTo>
                      <a:pt x="179" y="847"/>
                    </a:moveTo>
                    <a:lnTo>
                      <a:pt x="373" y="721"/>
                    </a:lnTo>
                    <a:lnTo>
                      <a:pt x="125" y="459"/>
                    </a:lnTo>
                    <a:cubicBezTo>
                      <a:pt x="78" y="409"/>
                      <a:pt x="75" y="332"/>
                      <a:pt x="119" y="278"/>
                    </a:cubicBezTo>
                    <a:lnTo>
                      <a:pt x="347" y="0"/>
                    </a:lnTo>
                    <a:cubicBezTo>
                      <a:pt x="339" y="8"/>
                      <a:pt x="83" y="244"/>
                      <a:pt x="42" y="343"/>
                    </a:cubicBezTo>
                    <a:cubicBezTo>
                      <a:pt x="0" y="443"/>
                      <a:pt x="179" y="847"/>
                      <a:pt x="179" y="84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4"/>
              <p:cNvSpPr/>
              <p:nvPr/>
            </p:nvSpPr>
            <p:spPr>
              <a:xfrm>
                <a:off x="4312713" y="1926806"/>
                <a:ext cx="324480" cy="625173"/>
              </a:xfrm>
              <a:custGeom>
                <a:avLst/>
                <a:gdLst/>
                <a:ahLst/>
                <a:cxnLst/>
                <a:rect l="l" t="t" r="r" b="b"/>
                <a:pathLst>
                  <a:path w="573" h="1104" extrusionOk="0">
                    <a:moveTo>
                      <a:pt x="572" y="571"/>
                    </a:moveTo>
                    <a:cubicBezTo>
                      <a:pt x="572" y="571"/>
                      <a:pt x="505" y="0"/>
                      <a:pt x="372" y="55"/>
                    </a:cubicBezTo>
                    <a:cubicBezTo>
                      <a:pt x="372" y="55"/>
                      <a:pt x="0" y="429"/>
                      <a:pt x="47" y="1027"/>
                    </a:cubicBezTo>
                    <a:lnTo>
                      <a:pt x="279" y="1103"/>
                    </a:lnTo>
                    <a:lnTo>
                      <a:pt x="466" y="1022"/>
                    </a:lnTo>
                    <a:lnTo>
                      <a:pt x="572" y="5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4"/>
              <p:cNvSpPr/>
              <p:nvPr/>
            </p:nvSpPr>
            <p:spPr>
              <a:xfrm>
                <a:off x="4942986" y="1926806"/>
                <a:ext cx="324480" cy="625173"/>
              </a:xfrm>
              <a:custGeom>
                <a:avLst/>
                <a:gdLst/>
                <a:ahLst/>
                <a:cxnLst/>
                <a:rect l="l" t="t" r="r" b="b"/>
                <a:pathLst>
                  <a:path w="573" h="1104" extrusionOk="0">
                    <a:moveTo>
                      <a:pt x="0" y="571"/>
                    </a:moveTo>
                    <a:cubicBezTo>
                      <a:pt x="0" y="571"/>
                      <a:pt x="67" y="0"/>
                      <a:pt x="199" y="55"/>
                    </a:cubicBezTo>
                    <a:cubicBezTo>
                      <a:pt x="199" y="55"/>
                      <a:pt x="572" y="429"/>
                      <a:pt x="524" y="1027"/>
                    </a:cubicBezTo>
                    <a:lnTo>
                      <a:pt x="293" y="1103"/>
                    </a:lnTo>
                    <a:lnTo>
                      <a:pt x="106" y="1022"/>
                    </a:lnTo>
                    <a:lnTo>
                      <a:pt x="0" y="5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4969035" y="2030435"/>
                <a:ext cx="219151" cy="487567"/>
              </a:xfrm>
              <a:custGeom>
                <a:avLst/>
                <a:gdLst/>
                <a:ahLst/>
                <a:cxnLst/>
                <a:rect l="l" t="t" r="r" b="b"/>
                <a:pathLst>
                  <a:path w="387" h="861" extrusionOk="0">
                    <a:moveTo>
                      <a:pt x="11" y="344"/>
                    </a:moveTo>
                    <a:cubicBezTo>
                      <a:pt x="11" y="344"/>
                      <a:pt x="60" y="238"/>
                      <a:pt x="62" y="163"/>
                    </a:cubicBezTo>
                    <a:cubicBezTo>
                      <a:pt x="65" y="88"/>
                      <a:pt x="85" y="5"/>
                      <a:pt x="119" y="3"/>
                    </a:cubicBezTo>
                    <a:cubicBezTo>
                      <a:pt x="154" y="0"/>
                      <a:pt x="326" y="290"/>
                      <a:pt x="356" y="435"/>
                    </a:cubicBezTo>
                    <a:cubicBezTo>
                      <a:pt x="386" y="579"/>
                      <a:pt x="381" y="797"/>
                      <a:pt x="332" y="828"/>
                    </a:cubicBezTo>
                    <a:cubicBezTo>
                      <a:pt x="284" y="860"/>
                      <a:pt x="127" y="802"/>
                      <a:pt x="127" y="802"/>
                    </a:cubicBezTo>
                    <a:lnTo>
                      <a:pt x="0" y="507"/>
                    </a:lnTo>
                    <a:lnTo>
                      <a:pt x="11" y="3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4389728" y="2030435"/>
                <a:ext cx="218585" cy="487567"/>
              </a:xfrm>
              <a:custGeom>
                <a:avLst/>
                <a:gdLst/>
                <a:ahLst/>
                <a:cxnLst/>
                <a:rect l="l" t="t" r="r" b="b"/>
                <a:pathLst>
                  <a:path w="386" h="861" extrusionOk="0">
                    <a:moveTo>
                      <a:pt x="374" y="344"/>
                    </a:moveTo>
                    <a:cubicBezTo>
                      <a:pt x="374" y="344"/>
                      <a:pt x="325" y="238"/>
                      <a:pt x="322" y="163"/>
                    </a:cubicBezTo>
                    <a:cubicBezTo>
                      <a:pt x="320" y="88"/>
                      <a:pt x="300" y="5"/>
                      <a:pt x="265" y="3"/>
                    </a:cubicBezTo>
                    <a:cubicBezTo>
                      <a:pt x="230" y="0"/>
                      <a:pt x="59" y="290"/>
                      <a:pt x="29" y="435"/>
                    </a:cubicBezTo>
                    <a:cubicBezTo>
                      <a:pt x="0" y="579"/>
                      <a:pt x="4" y="797"/>
                      <a:pt x="52" y="828"/>
                    </a:cubicBezTo>
                    <a:cubicBezTo>
                      <a:pt x="101" y="860"/>
                      <a:pt x="258" y="802"/>
                      <a:pt x="258" y="802"/>
                    </a:cubicBezTo>
                    <a:lnTo>
                      <a:pt x="385" y="507"/>
                    </a:lnTo>
                    <a:lnTo>
                      <a:pt x="374" y="3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4"/>
              <p:cNvSpPr/>
              <p:nvPr/>
            </p:nvSpPr>
            <p:spPr>
              <a:xfrm>
                <a:off x="4975264" y="1927938"/>
                <a:ext cx="321648" cy="42018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42" extrusionOk="0">
                    <a:moveTo>
                      <a:pt x="79" y="741"/>
                    </a:moveTo>
                    <a:cubicBezTo>
                      <a:pt x="79" y="732"/>
                      <a:pt x="155" y="599"/>
                      <a:pt x="270" y="527"/>
                    </a:cubicBezTo>
                    <a:cubicBezTo>
                      <a:pt x="385" y="454"/>
                      <a:pt x="567" y="389"/>
                      <a:pt x="567" y="389"/>
                    </a:cubicBezTo>
                    <a:lnTo>
                      <a:pt x="530" y="219"/>
                    </a:lnTo>
                    <a:lnTo>
                      <a:pt x="468" y="237"/>
                    </a:lnTo>
                    <a:cubicBezTo>
                      <a:pt x="433" y="247"/>
                      <a:pt x="402" y="210"/>
                      <a:pt x="419" y="178"/>
                    </a:cubicBezTo>
                    <a:lnTo>
                      <a:pt x="476" y="68"/>
                    </a:lnTo>
                    <a:lnTo>
                      <a:pt x="379" y="21"/>
                    </a:lnTo>
                    <a:lnTo>
                      <a:pt x="312" y="152"/>
                    </a:lnTo>
                    <a:cubicBezTo>
                      <a:pt x="308" y="159"/>
                      <a:pt x="298" y="156"/>
                      <a:pt x="298" y="148"/>
                    </a:cubicBezTo>
                    <a:lnTo>
                      <a:pt x="320" y="0"/>
                    </a:lnTo>
                    <a:lnTo>
                      <a:pt x="228" y="0"/>
                    </a:lnTo>
                    <a:lnTo>
                      <a:pt x="187" y="200"/>
                    </a:lnTo>
                    <a:cubicBezTo>
                      <a:pt x="166" y="303"/>
                      <a:pt x="117" y="398"/>
                      <a:pt x="46" y="475"/>
                    </a:cubicBezTo>
                    <a:lnTo>
                      <a:pt x="0" y="524"/>
                    </a:lnTo>
                    <a:lnTo>
                      <a:pt x="79" y="74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4975264" y="1927372"/>
                <a:ext cx="321648" cy="42131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44" extrusionOk="0">
                    <a:moveTo>
                      <a:pt x="0" y="526"/>
                    </a:moveTo>
                    <a:lnTo>
                      <a:pt x="79" y="743"/>
                    </a:lnTo>
                    <a:cubicBezTo>
                      <a:pt x="79" y="733"/>
                      <a:pt x="155" y="600"/>
                      <a:pt x="269" y="528"/>
                    </a:cubicBezTo>
                    <a:cubicBezTo>
                      <a:pt x="384" y="456"/>
                      <a:pt x="567" y="390"/>
                      <a:pt x="567" y="390"/>
                    </a:cubicBezTo>
                    <a:lnTo>
                      <a:pt x="560" y="354"/>
                    </a:lnTo>
                    <a:lnTo>
                      <a:pt x="548" y="356"/>
                    </a:lnTo>
                    <a:cubicBezTo>
                      <a:pt x="548" y="356"/>
                      <a:pt x="292" y="446"/>
                      <a:pt x="164" y="560"/>
                    </a:cubicBezTo>
                    <a:cubicBezTo>
                      <a:pt x="143" y="578"/>
                      <a:pt x="125" y="617"/>
                      <a:pt x="102" y="553"/>
                    </a:cubicBezTo>
                    <a:cubicBezTo>
                      <a:pt x="79" y="488"/>
                      <a:pt x="135" y="430"/>
                      <a:pt x="177" y="305"/>
                    </a:cubicBezTo>
                    <a:cubicBezTo>
                      <a:pt x="206" y="218"/>
                      <a:pt x="231" y="78"/>
                      <a:pt x="244" y="0"/>
                    </a:cubicBezTo>
                    <a:lnTo>
                      <a:pt x="227" y="0"/>
                    </a:lnTo>
                    <a:lnTo>
                      <a:pt x="186" y="202"/>
                    </a:lnTo>
                    <a:cubicBezTo>
                      <a:pt x="165" y="305"/>
                      <a:pt x="116" y="400"/>
                      <a:pt x="45" y="476"/>
                    </a:cubicBezTo>
                    <a:lnTo>
                      <a:pt x="0" y="52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5194982" y="1962481"/>
                <a:ext cx="85509" cy="120618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13" extrusionOk="0">
                    <a:moveTo>
                      <a:pt x="26" y="173"/>
                    </a:moveTo>
                    <a:cubicBezTo>
                      <a:pt x="51" y="212"/>
                      <a:pt x="134" y="173"/>
                      <a:pt x="134" y="173"/>
                    </a:cubicBezTo>
                    <a:lnTo>
                      <a:pt x="150" y="170"/>
                    </a:lnTo>
                    <a:lnTo>
                      <a:pt x="147" y="156"/>
                    </a:lnTo>
                    <a:lnTo>
                      <a:pt x="81" y="175"/>
                    </a:lnTo>
                    <a:cubicBezTo>
                      <a:pt x="46" y="185"/>
                      <a:pt x="16" y="148"/>
                      <a:pt x="33" y="116"/>
                    </a:cubicBezTo>
                    <a:lnTo>
                      <a:pt x="87" y="8"/>
                    </a:lnTo>
                    <a:lnTo>
                      <a:pt x="70" y="0"/>
                    </a:lnTo>
                    <a:lnTo>
                      <a:pt x="21" y="105"/>
                    </a:lnTo>
                    <a:cubicBezTo>
                      <a:pt x="21" y="105"/>
                      <a:pt x="0" y="135"/>
                      <a:pt x="26" y="1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5137788" y="1929071"/>
                <a:ext cx="62857" cy="98533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4" extrusionOk="0">
                    <a:moveTo>
                      <a:pt x="13" y="169"/>
                    </a:moveTo>
                    <a:cubicBezTo>
                      <a:pt x="26" y="173"/>
                      <a:pt x="33" y="160"/>
                      <a:pt x="33" y="160"/>
                    </a:cubicBezTo>
                    <a:lnTo>
                      <a:pt x="110" y="31"/>
                    </a:lnTo>
                    <a:lnTo>
                      <a:pt x="90" y="21"/>
                    </a:lnTo>
                    <a:lnTo>
                      <a:pt x="25" y="151"/>
                    </a:lnTo>
                    <a:cubicBezTo>
                      <a:pt x="21" y="158"/>
                      <a:pt x="10" y="154"/>
                      <a:pt x="11" y="146"/>
                    </a:cubicBezTo>
                    <a:lnTo>
                      <a:pt x="32" y="1"/>
                    </a:lnTo>
                    <a:lnTo>
                      <a:pt x="21" y="0"/>
                    </a:lnTo>
                    <a:lnTo>
                      <a:pt x="2" y="140"/>
                    </a:lnTo>
                    <a:cubicBezTo>
                      <a:pt x="2" y="139"/>
                      <a:pt x="0" y="164"/>
                      <a:pt x="13" y="1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5052279" y="1956252"/>
                <a:ext cx="199898" cy="265019"/>
              </a:xfrm>
              <a:custGeom>
                <a:avLst/>
                <a:gdLst/>
                <a:ahLst/>
                <a:cxnLst/>
                <a:rect l="l" t="t" r="r" b="b"/>
                <a:pathLst>
                  <a:path w="353" h="468" extrusionOk="0">
                    <a:moveTo>
                      <a:pt x="341" y="236"/>
                    </a:moveTo>
                    <a:cubicBezTo>
                      <a:pt x="341" y="236"/>
                      <a:pt x="256" y="255"/>
                      <a:pt x="238" y="215"/>
                    </a:cubicBezTo>
                    <a:cubicBezTo>
                      <a:pt x="221" y="175"/>
                      <a:pt x="278" y="46"/>
                      <a:pt x="278" y="46"/>
                    </a:cubicBezTo>
                    <a:lnTo>
                      <a:pt x="252" y="37"/>
                    </a:lnTo>
                    <a:cubicBezTo>
                      <a:pt x="252" y="37"/>
                      <a:pt x="184" y="179"/>
                      <a:pt x="153" y="160"/>
                    </a:cubicBezTo>
                    <a:cubicBezTo>
                      <a:pt x="122" y="140"/>
                      <a:pt x="148" y="2"/>
                      <a:pt x="148" y="2"/>
                    </a:cubicBezTo>
                    <a:lnTo>
                      <a:pt x="118" y="0"/>
                    </a:lnTo>
                    <a:cubicBezTo>
                      <a:pt x="118" y="0"/>
                      <a:pt x="93" y="164"/>
                      <a:pt x="58" y="258"/>
                    </a:cubicBezTo>
                    <a:cubicBezTo>
                      <a:pt x="22" y="353"/>
                      <a:pt x="0" y="385"/>
                      <a:pt x="41" y="426"/>
                    </a:cubicBezTo>
                    <a:cubicBezTo>
                      <a:pt x="82" y="467"/>
                      <a:pt x="174" y="357"/>
                      <a:pt x="263" y="321"/>
                    </a:cubicBezTo>
                    <a:cubicBezTo>
                      <a:pt x="352" y="285"/>
                      <a:pt x="352" y="285"/>
                      <a:pt x="352" y="285"/>
                    </a:cubicBezTo>
                    <a:lnTo>
                      <a:pt x="341" y="23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4286098" y="1927372"/>
                <a:ext cx="321648" cy="42131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44" extrusionOk="0">
                    <a:moveTo>
                      <a:pt x="567" y="526"/>
                    </a:moveTo>
                    <a:lnTo>
                      <a:pt x="488" y="743"/>
                    </a:lnTo>
                    <a:cubicBezTo>
                      <a:pt x="488" y="733"/>
                      <a:pt x="412" y="600"/>
                      <a:pt x="298" y="528"/>
                    </a:cubicBezTo>
                    <a:cubicBezTo>
                      <a:pt x="182" y="456"/>
                      <a:pt x="0" y="390"/>
                      <a:pt x="0" y="390"/>
                    </a:cubicBezTo>
                    <a:cubicBezTo>
                      <a:pt x="14" y="317"/>
                      <a:pt x="27" y="256"/>
                      <a:pt x="34" y="220"/>
                    </a:cubicBezTo>
                    <a:lnTo>
                      <a:pt x="100" y="238"/>
                    </a:lnTo>
                    <a:cubicBezTo>
                      <a:pt x="135" y="248"/>
                      <a:pt x="165" y="211"/>
                      <a:pt x="148" y="179"/>
                    </a:cubicBezTo>
                    <a:lnTo>
                      <a:pt x="94" y="71"/>
                    </a:lnTo>
                    <a:cubicBezTo>
                      <a:pt x="126" y="56"/>
                      <a:pt x="143" y="48"/>
                      <a:pt x="190" y="24"/>
                    </a:cubicBezTo>
                    <a:lnTo>
                      <a:pt x="255" y="154"/>
                    </a:lnTo>
                    <a:cubicBezTo>
                      <a:pt x="259" y="161"/>
                      <a:pt x="269" y="157"/>
                      <a:pt x="269" y="149"/>
                    </a:cubicBezTo>
                    <a:lnTo>
                      <a:pt x="247" y="4"/>
                    </a:lnTo>
                    <a:cubicBezTo>
                      <a:pt x="269" y="3"/>
                      <a:pt x="304" y="2"/>
                      <a:pt x="339" y="0"/>
                    </a:cubicBezTo>
                    <a:lnTo>
                      <a:pt x="380" y="203"/>
                    </a:lnTo>
                    <a:cubicBezTo>
                      <a:pt x="401" y="305"/>
                      <a:pt x="450" y="400"/>
                      <a:pt x="521" y="477"/>
                    </a:cubicBezTo>
                    <a:lnTo>
                      <a:pt x="567" y="52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4286098" y="1927372"/>
                <a:ext cx="321648" cy="42131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44" extrusionOk="0">
                    <a:moveTo>
                      <a:pt x="567" y="526"/>
                    </a:moveTo>
                    <a:lnTo>
                      <a:pt x="488" y="743"/>
                    </a:lnTo>
                    <a:cubicBezTo>
                      <a:pt x="488" y="733"/>
                      <a:pt x="412" y="600"/>
                      <a:pt x="298" y="528"/>
                    </a:cubicBezTo>
                    <a:cubicBezTo>
                      <a:pt x="182" y="456"/>
                      <a:pt x="0" y="390"/>
                      <a:pt x="0" y="390"/>
                    </a:cubicBezTo>
                    <a:lnTo>
                      <a:pt x="7" y="354"/>
                    </a:lnTo>
                    <a:lnTo>
                      <a:pt x="19" y="356"/>
                    </a:lnTo>
                    <a:cubicBezTo>
                      <a:pt x="19" y="356"/>
                      <a:pt x="275" y="446"/>
                      <a:pt x="403" y="560"/>
                    </a:cubicBezTo>
                    <a:cubicBezTo>
                      <a:pt x="424" y="578"/>
                      <a:pt x="442" y="617"/>
                      <a:pt x="465" y="553"/>
                    </a:cubicBezTo>
                    <a:cubicBezTo>
                      <a:pt x="488" y="488"/>
                      <a:pt x="432" y="430"/>
                      <a:pt x="390" y="305"/>
                    </a:cubicBezTo>
                    <a:cubicBezTo>
                      <a:pt x="361" y="218"/>
                      <a:pt x="336" y="78"/>
                      <a:pt x="323" y="0"/>
                    </a:cubicBezTo>
                    <a:lnTo>
                      <a:pt x="340" y="0"/>
                    </a:lnTo>
                    <a:lnTo>
                      <a:pt x="381" y="202"/>
                    </a:lnTo>
                    <a:cubicBezTo>
                      <a:pt x="402" y="305"/>
                      <a:pt x="451" y="400"/>
                      <a:pt x="522" y="476"/>
                    </a:cubicBezTo>
                    <a:lnTo>
                      <a:pt x="567" y="52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3944629" y="2660705"/>
                <a:ext cx="1689787" cy="859613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518" extrusionOk="0">
                    <a:moveTo>
                      <a:pt x="2318" y="1407"/>
                    </a:moveTo>
                    <a:cubicBezTo>
                      <a:pt x="1842" y="1517"/>
                      <a:pt x="1568" y="1292"/>
                      <a:pt x="1513" y="1173"/>
                    </a:cubicBezTo>
                    <a:cubicBezTo>
                      <a:pt x="1505" y="1156"/>
                      <a:pt x="1479" y="1156"/>
                      <a:pt x="1471" y="1173"/>
                    </a:cubicBezTo>
                    <a:cubicBezTo>
                      <a:pt x="1416" y="1292"/>
                      <a:pt x="1142" y="1517"/>
                      <a:pt x="667" y="1407"/>
                    </a:cubicBezTo>
                    <a:cubicBezTo>
                      <a:pt x="38" y="1261"/>
                      <a:pt x="0" y="435"/>
                      <a:pt x="169" y="230"/>
                    </a:cubicBezTo>
                    <a:cubicBezTo>
                      <a:pt x="249" y="134"/>
                      <a:pt x="324" y="76"/>
                      <a:pt x="399" y="43"/>
                    </a:cubicBezTo>
                    <a:cubicBezTo>
                      <a:pt x="481" y="7"/>
                      <a:pt x="564" y="0"/>
                      <a:pt x="652" y="4"/>
                    </a:cubicBezTo>
                    <a:cubicBezTo>
                      <a:pt x="822" y="13"/>
                      <a:pt x="1081" y="28"/>
                      <a:pt x="1222" y="83"/>
                    </a:cubicBezTo>
                    <a:lnTo>
                      <a:pt x="1763" y="83"/>
                    </a:lnTo>
                    <a:cubicBezTo>
                      <a:pt x="1904" y="28"/>
                      <a:pt x="2162" y="13"/>
                      <a:pt x="2332" y="4"/>
                    </a:cubicBezTo>
                    <a:cubicBezTo>
                      <a:pt x="2421" y="0"/>
                      <a:pt x="2502" y="7"/>
                      <a:pt x="2584" y="42"/>
                    </a:cubicBezTo>
                    <a:cubicBezTo>
                      <a:pt x="2660" y="75"/>
                      <a:pt x="2736" y="133"/>
                      <a:pt x="2816" y="230"/>
                    </a:cubicBezTo>
                    <a:cubicBezTo>
                      <a:pt x="2983" y="433"/>
                      <a:pt x="2949" y="1261"/>
                      <a:pt x="2318" y="140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991065" y="2709972"/>
                <a:ext cx="728806" cy="708983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52" extrusionOk="0">
                    <a:moveTo>
                      <a:pt x="1280" y="610"/>
                    </a:moveTo>
                    <a:cubicBezTo>
                      <a:pt x="1286" y="696"/>
                      <a:pt x="1279" y="787"/>
                      <a:pt x="1269" y="866"/>
                    </a:cubicBezTo>
                    <a:cubicBezTo>
                      <a:pt x="1242" y="1074"/>
                      <a:pt x="1072" y="1237"/>
                      <a:pt x="863" y="1248"/>
                    </a:cubicBezTo>
                    <a:cubicBezTo>
                      <a:pt x="794" y="1251"/>
                      <a:pt x="703" y="1244"/>
                      <a:pt x="608" y="1222"/>
                    </a:cubicBezTo>
                    <a:cubicBezTo>
                      <a:pt x="331" y="1158"/>
                      <a:pt x="207" y="949"/>
                      <a:pt x="152" y="785"/>
                    </a:cubicBezTo>
                    <a:cubicBezTo>
                      <a:pt x="0" y="336"/>
                      <a:pt x="186" y="0"/>
                      <a:pt x="565" y="19"/>
                    </a:cubicBezTo>
                    <a:cubicBezTo>
                      <a:pt x="679" y="25"/>
                      <a:pt x="883" y="35"/>
                      <a:pt x="1027" y="68"/>
                    </a:cubicBezTo>
                    <a:lnTo>
                      <a:pt x="1035" y="73"/>
                    </a:lnTo>
                    <a:cubicBezTo>
                      <a:pt x="1035" y="73"/>
                      <a:pt x="1100" y="95"/>
                      <a:pt x="1117" y="214"/>
                    </a:cubicBezTo>
                    <a:cubicBezTo>
                      <a:pt x="1131" y="313"/>
                      <a:pt x="1105" y="337"/>
                      <a:pt x="1096" y="343"/>
                    </a:cubicBezTo>
                    <a:cubicBezTo>
                      <a:pt x="1055" y="351"/>
                      <a:pt x="1012" y="360"/>
                      <a:pt x="965" y="369"/>
                    </a:cubicBezTo>
                    <a:cubicBezTo>
                      <a:pt x="871" y="387"/>
                      <a:pt x="778" y="382"/>
                      <a:pt x="726" y="368"/>
                    </a:cubicBezTo>
                    <a:cubicBezTo>
                      <a:pt x="693" y="358"/>
                      <a:pt x="660" y="385"/>
                      <a:pt x="665" y="419"/>
                    </a:cubicBezTo>
                    <a:cubicBezTo>
                      <a:pt x="673" y="471"/>
                      <a:pt x="743" y="476"/>
                      <a:pt x="816" y="476"/>
                    </a:cubicBezTo>
                    <a:cubicBezTo>
                      <a:pt x="905" y="476"/>
                      <a:pt x="1018" y="454"/>
                      <a:pt x="1114" y="454"/>
                    </a:cubicBezTo>
                    <a:cubicBezTo>
                      <a:pt x="1201" y="454"/>
                      <a:pt x="1274" y="522"/>
                      <a:pt x="1280" y="6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4858610" y="2709406"/>
                <a:ext cx="728239" cy="710115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1254" extrusionOk="0">
                    <a:moveTo>
                      <a:pt x="1137" y="787"/>
                    </a:moveTo>
                    <a:cubicBezTo>
                      <a:pt x="1082" y="950"/>
                      <a:pt x="957" y="1159"/>
                      <a:pt x="681" y="1223"/>
                    </a:cubicBezTo>
                    <a:cubicBezTo>
                      <a:pt x="572" y="1248"/>
                      <a:pt x="474" y="1253"/>
                      <a:pt x="410" y="1247"/>
                    </a:cubicBezTo>
                    <a:cubicBezTo>
                      <a:pt x="207" y="1230"/>
                      <a:pt x="44" y="1070"/>
                      <a:pt x="18" y="868"/>
                    </a:cubicBezTo>
                    <a:cubicBezTo>
                      <a:pt x="7" y="785"/>
                      <a:pt x="0" y="688"/>
                      <a:pt x="7" y="598"/>
                    </a:cubicBezTo>
                    <a:cubicBezTo>
                      <a:pt x="15" y="505"/>
                      <a:pt x="97" y="437"/>
                      <a:pt x="190" y="446"/>
                    </a:cubicBezTo>
                    <a:cubicBezTo>
                      <a:pt x="275" y="454"/>
                      <a:pt x="370" y="478"/>
                      <a:pt x="441" y="477"/>
                    </a:cubicBezTo>
                    <a:cubicBezTo>
                      <a:pt x="440" y="477"/>
                      <a:pt x="556" y="484"/>
                      <a:pt x="607" y="445"/>
                    </a:cubicBezTo>
                    <a:cubicBezTo>
                      <a:pt x="620" y="435"/>
                      <a:pt x="625" y="418"/>
                      <a:pt x="620" y="402"/>
                    </a:cubicBezTo>
                    <a:cubicBezTo>
                      <a:pt x="613" y="376"/>
                      <a:pt x="587" y="361"/>
                      <a:pt x="561" y="368"/>
                    </a:cubicBezTo>
                    <a:cubicBezTo>
                      <a:pt x="508" y="382"/>
                      <a:pt x="415" y="387"/>
                      <a:pt x="321" y="370"/>
                    </a:cubicBezTo>
                    <a:cubicBezTo>
                      <a:pt x="304" y="366"/>
                      <a:pt x="257" y="356"/>
                      <a:pt x="196" y="345"/>
                    </a:cubicBezTo>
                    <a:lnTo>
                      <a:pt x="196" y="345"/>
                    </a:lnTo>
                    <a:cubicBezTo>
                      <a:pt x="196" y="345"/>
                      <a:pt x="155" y="334"/>
                      <a:pt x="172" y="215"/>
                    </a:cubicBezTo>
                    <a:cubicBezTo>
                      <a:pt x="189" y="101"/>
                      <a:pt x="250" y="76"/>
                      <a:pt x="254" y="74"/>
                    </a:cubicBezTo>
                    <a:lnTo>
                      <a:pt x="254" y="74"/>
                    </a:lnTo>
                    <a:cubicBezTo>
                      <a:pt x="400" y="39"/>
                      <a:pt x="595" y="27"/>
                      <a:pt x="724" y="20"/>
                    </a:cubicBezTo>
                    <a:cubicBezTo>
                      <a:pt x="1117" y="0"/>
                      <a:pt x="1285" y="348"/>
                      <a:pt x="1137" y="78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132635" y="2770564"/>
                <a:ext cx="490401" cy="509652"/>
              </a:xfrm>
              <a:custGeom>
                <a:avLst/>
                <a:gdLst/>
                <a:ahLst/>
                <a:cxnLst/>
                <a:rect l="l" t="t" r="r" b="b"/>
                <a:pathLst>
                  <a:path w="866" h="900" extrusionOk="0">
                    <a:moveTo>
                      <a:pt x="579" y="899"/>
                    </a:moveTo>
                    <a:cubicBezTo>
                      <a:pt x="386" y="899"/>
                      <a:pt x="132" y="762"/>
                      <a:pt x="63" y="558"/>
                    </a:cubicBezTo>
                    <a:cubicBezTo>
                      <a:pt x="0" y="372"/>
                      <a:pt x="4" y="208"/>
                      <a:pt x="75" y="110"/>
                    </a:cubicBezTo>
                    <a:cubicBezTo>
                      <a:pt x="123" y="42"/>
                      <a:pt x="251" y="0"/>
                      <a:pt x="408" y="0"/>
                    </a:cubicBezTo>
                    <a:cubicBezTo>
                      <a:pt x="441" y="0"/>
                      <a:pt x="474" y="2"/>
                      <a:pt x="507" y="6"/>
                    </a:cubicBezTo>
                    <a:cubicBezTo>
                      <a:pt x="532" y="9"/>
                      <a:pt x="530" y="46"/>
                      <a:pt x="505" y="46"/>
                    </a:cubicBezTo>
                    <a:cubicBezTo>
                      <a:pt x="360" y="45"/>
                      <a:pt x="217" y="59"/>
                      <a:pt x="249" y="272"/>
                    </a:cubicBezTo>
                    <a:cubicBezTo>
                      <a:pt x="257" y="324"/>
                      <a:pt x="287" y="396"/>
                      <a:pt x="385" y="435"/>
                    </a:cubicBezTo>
                    <a:cubicBezTo>
                      <a:pt x="506" y="483"/>
                      <a:pt x="685" y="462"/>
                      <a:pt x="801" y="454"/>
                    </a:cubicBezTo>
                    <a:cubicBezTo>
                      <a:pt x="836" y="452"/>
                      <a:pt x="865" y="479"/>
                      <a:pt x="865" y="514"/>
                    </a:cubicBezTo>
                    <a:cubicBezTo>
                      <a:pt x="864" y="562"/>
                      <a:pt x="860" y="615"/>
                      <a:pt x="853" y="671"/>
                    </a:cubicBezTo>
                    <a:cubicBezTo>
                      <a:pt x="825" y="860"/>
                      <a:pt x="688" y="899"/>
                      <a:pt x="579" y="8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958276" y="2770564"/>
                <a:ext cx="490401" cy="509652"/>
              </a:xfrm>
              <a:custGeom>
                <a:avLst/>
                <a:gdLst/>
                <a:ahLst/>
                <a:cxnLst/>
                <a:rect l="l" t="t" r="r" b="b"/>
                <a:pathLst>
                  <a:path w="866" h="900" extrusionOk="0">
                    <a:moveTo>
                      <a:pt x="13" y="671"/>
                    </a:moveTo>
                    <a:cubicBezTo>
                      <a:pt x="5" y="614"/>
                      <a:pt x="1" y="561"/>
                      <a:pt x="1" y="513"/>
                    </a:cubicBezTo>
                    <a:cubicBezTo>
                      <a:pt x="0" y="479"/>
                      <a:pt x="30" y="451"/>
                      <a:pt x="64" y="454"/>
                    </a:cubicBezTo>
                    <a:cubicBezTo>
                      <a:pt x="181" y="462"/>
                      <a:pt x="359" y="482"/>
                      <a:pt x="480" y="434"/>
                    </a:cubicBezTo>
                    <a:cubicBezTo>
                      <a:pt x="579" y="395"/>
                      <a:pt x="609" y="324"/>
                      <a:pt x="616" y="271"/>
                    </a:cubicBezTo>
                    <a:cubicBezTo>
                      <a:pt x="651" y="39"/>
                      <a:pt x="502" y="42"/>
                      <a:pt x="351" y="47"/>
                    </a:cubicBezTo>
                    <a:cubicBezTo>
                      <a:pt x="326" y="47"/>
                      <a:pt x="323" y="10"/>
                      <a:pt x="348" y="7"/>
                    </a:cubicBezTo>
                    <a:cubicBezTo>
                      <a:pt x="383" y="2"/>
                      <a:pt x="420" y="0"/>
                      <a:pt x="457" y="0"/>
                    </a:cubicBezTo>
                    <a:cubicBezTo>
                      <a:pt x="614" y="0"/>
                      <a:pt x="742" y="42"/>
                      <a:pt x="790" y="109"/>
                    </a:cubicBezTo>
                    <a:cubicBezTo>
                      <a:pt x="861" y="208"/>
                      <a:pt x="865" y="371"/>
                      <a:pt x="802" y="558"/>
                    </a:cubicBezTo>
                    <a:cubicBezTo>
                      <a:pt x="733" y="762"/>
                      <a:pt x="479" y="899"/>
                      <a:pt x="286" y="899"/>
                    </a:cubicBezTo>
                    <a:cubicBezTo>
                      <a:pt x="136" y="899"/>
                      <a:pt x="36" y="826"/>
                      <a:pt x="13" y="67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4029572" y="2898543"/>
                <a:ext cx="1521035" cy="622908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1100" extrusionOk="0">
                    <a:moveTo>
                      <a:pt x="2684" y="517"/>
                    </a:moveTo>
                    <a:cubicBezTo>
                      <a:pt x="2642" y="593"/>
                      <a:pt x="2564" y="695"/>
                      <a:pt x="2473" y="775"/>
                    </a:cubicBezTo>
                    <a:lnTo>
                      <a:pt x="2472" y="775"/>
                    </a:lnTo>
                    <a:cubicBezTo>
                      <a:pt x="2325" y="904"/>
                      <a:pt x="2149" y="978"/>
                      <a:pt x="1953" y="978"/>
                    </a:cubicBezTo>
                    <a:cubicBezTo>
                      <a:pt x="1859" y="978"/>
                      <a:pt x="1770" y="957"/>
                      <a:pt x="1685" y="910"/>
                    </a:cubicBezTo>
                    <a:cubicBezTo>
                      <a:pt x="1591" y="858"/>
                      <a:pt x="1507" y="771"/>
                      <a:pt x="1457" y="662"/>
                    </a:cubicBezTo>
                    <a:cubicBezTo>
                      <a:pt x="1456" y="662"/>
                      <a:pt x="1455" y="661"/>
                      <a:pt x="1453" y="661"/>
                    </a:cubicBezTo>
                    <a:cubicBezTo>
                      <a:pt x="1454" y="661"/>
                      <a:pt x="1456" y="662"/>
                      <a:pt x="1457" y="662"/>
                    </a:cubicBezTo>
                    <a:cubicBezTo>
                      <a:pt x="1445" y="636"/>
                      <a:pt x="1434" y="608"/>
                      <a:pt x="1427" y="581"/>
                    </a:cubicBezTo>
                    <a:lnTo>
                      <a:pt x="1427" y="580"/>
                    </a:lnTo>
                    <a:cubicBezTo>
                      <a:pt x="1421" y="560"/>
                      <a:pt x="1417" y="540"/>
                      <a:pt x="1414" y="519"/>
                    </a:cubicBezTo>
                    <a:cubicBezTo>
                      <a:pt x="1413" y="519"/>
                      <a:pt x="1412" y="519"/>
                      <a:pt x="1412" y="519"/>
                    </a:cubicBezTo>
                    <a:cubicBezTo>
                      <a:pt x="1412" y="519"/>
                      <a:pt x="1413" y="519"/>
                      <a:pt x="1414" y="519"/>
                    </a:cubicBezTo>
                    <a:cubicBezTo>
                      <a:pt x="1403" y="456"/>
                      <a:pt x="1404" y="389"/>
                      <a:pt x="1418" y="323"/>
                    </a:cubicBezTo>
                    <a:cubicBezTo>
                      <a:pt x="1417" y="323"/>
                      <a:pt x="1416" y="322"/>
                      <a:pt x="1416" y="322"/>
                    </a:cubicBezTo>
                    <a:cubicBezTo>
                      <a:pt x="1416" y="322"/>
                      <a:pt x="1417" y="323"/>
                      <a:pt x="1418" y="323"/>
                    </a:cubicBezTo>
                    <a:cubicBezTo>
                      <a:pt x="1424" y="290"/>
                      <a:pt x="1441" y="229"/>
                      <a:pt x="1452" y="198"/>
                    </a:cubicBezTo>
                    <a:cubicBezTo>
                      <a:pt x="1471" y="139"/>
                      <a:pt x="1518" y="96"/>
                      <a:pt x="1576" y="83"/>
                    </a:cubicBezTo>
                    <a:cubicBezTo>
                      <a:pt x="1618" y="73"/>
                      <a:pt x="1671" y="70"/>
                      <a:pt x="1730" y="88"/>
                    </a:cubicBezTo>
                    <a:cubicBezTo>
                      <a:pt x="1778" y="102"/>
                      <a:pt x="1791" y="103"/>
                      <a:pt x="1818" y="108"/>
                    </a:cubicBezTo>
                    <a:cubicBezTo>
                      <a:pt x="1862" y="116"/>
                      <a:pt x="1935" y="113"/>
                      <a:pt x="1950" y="112"/>
                    </a:cubicBezTo>
                    <a:cubicBezTo>
                      <a:pt x="2003" y="106"/>
                      <a:pt x="2042" y="84"/>
                      <a:pt x="2043" y="83"/>
                    </a:cubicBezTo>
                    <a:cubicBezTo>
                      <a:pt x="2044" y="81"/>
                      <a:pt x="2044" y="80"/>
                      <a:pt x="2044" y="78"/>
                    </a:cubicBezTo>
                    <a:cubicBezTo>
                      <a:pt x="2042" y="74"/>
                      <a:pt x="2039" y="71"/>
                      <a:pt x="2035" y="72"/>
                    </a:cubicBezTo>
                    <a:cubicBezTo>
                      <a:pt x="2020" y="78"/>
                      <a:pt x="2004" y="82"/>
                      <a:pt x="1985" y="86"/>
                    </a:cubicBezTo>
                    <a:lnTo>
                      <a:pt x="1985" y="86"/>
                    </a:lnTo>
                    <a:cubicBezTo>
                      <a:pt x="1912" y="99"/>
                      <a:pt x="1829" y="94"/>
                      <a:pt x="1741" y="65"/>
                    </a:cubicBezTo>
                    <a:cubicBezTo>
                      <a:pt x="1697" y="49"/>
                      <a:pt x="1670" y="42"/>
                      <a:pt x="1630" y="32"/>
                    </a:cubicBezTo>
                    <a:cubicBezTo>
                      <a:pt x="1581" y="22"/>
                      <a:pt x="1516" y="12"/>
                      <a:pt x="1427" y="10"/>
                    </a:cubicBezTo>
                    <a:cubicBezTo>
                      <a:pt x="1040" y="0"/>
                      <a:pt x="1004" y="53"/>
                      <a:pt x="884" y="81"/>
                    </a:cubicBezTo>
                    <a:cubicBezTo>
                      <a:pt x="823" y="94"/>
                      <a:pt x="756" y="98"/>
                      <a:pt x="691" y="85"/>
                    </a:cubicBezTo>
                    <a:cubicBezTo>
                      <a:pt x="647" y="76"/>
                      <a:pt x="645" y="69"/>
                      <a:pt x="640" y="74"/>
                    </a:cubicBezTo>
                    <a:cubicBezTo>
                      <a:pt x="635" y="77"/>
                      <a:pt x="635" y="83"/>
                      <a:pt x="638" y="89"/>
                    </a:cubicBezTo>
                    <a:cubicBezTo>
                      <a:pt x="650" y="106"/>
                      <a:pt x="719" y="113"/>
                      <a:pt x="736" y="113"/>
                    </a:cubicBezTo>
                    <a:cubicBezTo>
                      <a:pt x="788" y="114"/>
                      <a:pt x="873" y="108"/>
                      <a:pt x="921" y="96"/>
                    </a:cubicBezTo>
                    <a:cubicBezTo>
                      <a:pt x="966" y="87"/>
                      <a:pt x="1035" y="80"/>
                      <a:pt x="1087" y="84"/>
                    </a:cubicBezTo>
                    <a:cubicBezTo>
                      <a:pt x="1154" y="88"/>
                      <a:pt x="1210" y="133"/>
                      <a:pt x="1231" y="196"/>
                    </a:cubicBezTo>
                    <a:cubicBezTo>
                      <a:pt x="1242" y="230"/>
                      <a:pt x="1253" y="269"/>
                      <a:pt x="1261" y="302"/>
                    </a:cubicBezTo>
                    <a:cubicBezTo>
                      <a:pt x="1285" y="397"/>
                      <a:pt x="1282" y="492"/>
                      <a:pt x="1258" y="579"/>
                    </a:cubicBezTo>
                    <a:lnTo>
                      <a:pt x="1259" y="578"/>
                    </a:lnTo>
                    <a:lnTo>
                      <a:pt x="1258" y="579"/>
                    </a:lnTo>
                    <a:cubicBezTo>
                      <a:pt x="1195" y="806"/>
                      <a:pt x="993" y="974"/>
                      <a:pt x="748" y="979"/>
                    </a:cubicBezTo>
                    <a:cubicBezTo>
                      <a:pt x="559" y="983"/>
                      <a:pt x="376" y="918"/>
                      <a:pt x="215" y="779"/>
                    </a:cubicBezTo>
                    <a:cubicBezTo>
                      <a:pt x="201" y="767"/>
                      <a:pt x="152" y="721"/>
                      <a:pt x="152" y="720"/>
                    </a:cubicBezTo>
                    <a:cubicBezTo>
                      <a:pt x="107" y="674"/>
                      <a:pt x="41" y="591"/>
                      <a:pt x="2" y="519"/>
                    </a:cubicBezTo>
                    <a:lnTo>
                      <a:pt x="2" y="519"/>
                    </a:lnTo>
                    <a:cubicBezTo>
                      <a:pt x="1" y="519"/>
                      <a:pt x="0" y="519"/>
                      <a:pt x="0" y="519"/>
                    </a:cubicBezTo>
                    <a:lnTo>
                      <a:pt x="0" y="522"/>
                    </a:lnTo>
                    <a:cubicBezTo>
                      <a:pt x="91" y="760"/>
                      <a:pt x="266" y="930"/>
                      <a:pt x="516" y="989"/>
                    </a:cubicBezTo>
                    <a:cubicBezTo>
                      <a:pt x="992" y="1099"/>
                      <a:pt x="1266" y="873"/>
                      <a:pt x="1320" y="754"/>
                    </a:cubicBezTo>
                    <a:cubicBezTo>
                      <a:pt x="1329" y="737"/>
                      <a:pt x="1354" y="737"/>
                      <a:pt x="1362" y="754"/>
                    </a:cubicBezTo>
                    <a:cubicBezTo>
                      <a:pt x="1417" y="873"/>
                      <a:pt x="1692" y="1099"/>
                      <a:pt x="2167" y="989"/>
                    </a:cubicBezTo>
                    <a:cubicBezTo>
                      <a:pt x="2418" y="930"/>
                      <a:pt x="2594" y="759"/>
                      <a:pt x="2685" y="517"/>
                    </a:cubicBezTo>
                    <a:cubicBezTo>
                      <a:pt x="2685" y="516"/>
                      <a:pt x="2685" y="517"/>
                      <a:pt x="2684" y="517"/>
                    </a:cubicBezTo>
                    <a:moveTo>
                      <a:pt x="1260" y="577"/>
                    </a:moveTo>
                    <a:cubicBezTo>
                      <a:pt x="1262" y="576"/>
                      <a:pt x="1263" y="576"/>
                      <a:pt x="1264" y="576"/>
                    </a:cubicBezTo>
                    <a:cubicBezTo>
                      <a:pt x="1263" y="576"/>
                      <a:pt x="1262" y="576"/>
                      <a:pt x="1260" y="57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4029572" y="3189612"/>
                <a:ext cx="1699" cy="2831"/>
              </a:xfrm>
              <a:custGeom>
                <a:avLst/>
                <a:gdLst/>
                <a:ahLst/>
                <a:cxnLst/>
                <a:rect l="l" t="t" r="r" b="b"/>
                <a:pathLst>
                  <a:path w="3" h="5" extrusionOk="0">
                    <a:moveTo>
                      <a:pt x="0" y="4"/>
                    </a:moveTo>
                    <a:cubicBezTo>
                      <a:pt x="0" y="3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4"/>
                    </a:cubicBezTo>
                    <a:lnTo>
                      <a:pt x="2" y="4"/>
                    </a:lnTo>
                    <a:cubicBezTo>
                      <a:pt x="2" y="4"/>
                      <a:pt x="1" y="4"/>
                      <a:pt x="0" y="4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4389728" y="2943279"/>
                <a:ext cx="5663" cy="2831"/>
              </a:xfrm>
              <a:custGeom>
                <a:avLst/>
                <a:gdLst/>
                <a:ahLst/>
                <a:cxnLst/>
                <a:rect l="l" t="t" r="r" b="b"/>
                <a:pathLst>
                  <a:path w="10" h="5" extrusionOk="0">
                    <a:moveTo>
                      <a:pt x="9" y="4"/>
                    </a:moveTo>
                    <a:cubicBezTo>
                      <a:pt x="0" y="3"/>
                      <a:pt x="1" y="4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ubicBezTo>
                      <a:pt x="4" y="1"/>
                      <a:pt x="6" y="2"/>
                      <a:pt x="9" y="4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4390860" y="2947243"/>
                <a:ext cx="16422" cy="1699"/>
              </a:xfrm>
              <a:custGeom>
                <a:avLst/>
                <a:gdLst/>
                <a:ahLst/>
                <a:cxnLst/>
                <a:rect l="l" t="t" r="r" b="b"/>
                <a:pathLst>
                  <a:path w="29" h="3" extrusionOk="0">
                    <a:moveTo>
                      <a:pt x="28" y="1"/>
                    </a:moveTo>
                    <a:cubicBezTo>
                      <a:pt x="19" y="1"/>
                      <a:pt x="10" y="1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  <a:cubicBezTo>
                      <a:pt x="10" y="1"/>
                      <a:pt x="19" y="1"/>
                      <a:pt x="28" y="1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40127" y="2959702"/>
                <a:ext cx="22085" cy="3398"/>
              </a:xfrm>
              <a:custGeom>
                <a:avLst/>
                <a:gdLst/>
                <a:ahLst/>
                <a:cxnLst/>
                <a:rect l="l" t="t" r="r" b="b"/>
                <a:pathLst>
                  <a:path w="39" h="6" extrusionOk="0">
                    <a:moveTo>
                      <a:pt x="38" y="0"/>
                    </a:moveTo>
                    <a:cubicBezTo>
                      <a:pt x="33" y="1"/>
                      <a:pt x="12" y="5"/>
                      <a:pt x="11" y="5"/>
                    </a:cubicBezTo>
                    <a:cubicBezTo>
                      <a:pt x="0" y="4"/>
                      <a:pt x="0" y="5"/>
                      <a:pt x="38" y="0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4"/>
              <p:cNvSpPr/>
              <p:nvPr/>
            </p:nvSpPr>
            <p:spPr>
              <a:xfrm>
                <a:off x="4742522" y="3223588"/>
                <a:ext cx="5663" cy="2831"/>
              </a:xfrm>
              <a:custGeom>
                <a:avLst/>
                <a:gdLst/>
                <a:ahLst/>
                <a:cxnLst/>
                <a:rect l="l" t="t" r="r" b="b"/>
                <a:pathLst>
                  <a:path w="10" h="5" extrusionOk="0">
                    <a:moveTo>
                      <a:pt x="0" y="4"/>
                    </a:moveTo>
                    <a:cubicBezTo>
                      <a:pt x="0" y="4"/>
                      <a:pt x="9" y="0"/>
                      <a:pt x="0" y="4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4"/>
              <p:cNvSpPr/>
              <p:nvPr/>
            </p:nvSpPr>
            <p:spPr>
              <a:xfrm>
                <a:off x="4828597" y="3191877"/>
                <a:ext cx="2265" cy="1133"/>
              </a:xfrm>
              <a:custGeom>
                <a:avLst/>
                <a:gdLst/>
                <a:ahLst/>
                <a:cxnLst/>
                <a:rect l="l" t="t" r="r" b="b"/>
                <a:pathLst>
                  <a:path w="4" h="2" extrusionOk="0">
                    <a:moveTo>
                      <a:pt x="3" y="1"/>
                    </a:moveTo>
                    <a:cubicBezTo>
                      <a:pt x="3" y="1"/>
                      <a:pt x="0" y="0"/>
                      <a:pt x="3" y="1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4829163" y="3080319"/>
                <a:ext cx="3964" cy="1699"/>
              </a:xfrm>
              <a:custGeom>
                <a:avLst/>
                <a:gdLst/>
                <a:ahLst/>
                <a:cxnLst/>
                <a:rect l="l" t="t" r="r" b="b"/>
                <a:pathLst>
                  <a:path w="7" h="3" extrusionOk="0">
                    <a:moveTo>
                      <a:pt x="6" y="2"/>
                    </a:moveTo>
                    <a:cubicBezTo>
                      <a:pt x="6" y="2"/>
                      <a:pt x="0" y="0"/>
                      <a:pt x="6" y="2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4852947" y="3272855"/>
                <a:ext cx="2265" cy="1133"/>
              </a:xfrm>
              <a:custGeom>
                <a:avLst/>
                <a:gdLst/>
                <a:ahLst/>
                <a:cxnLst/>
                <a:rect l="l" t="t" r="r" b="b"/>
                <a:pathLst>
                  <a:path w="4" h="2" extrusionOk="0">
                    <a:moveTo>
                      <a:pt x="3" y="1"/>
                    </a:moveTo>
                    <a:cubicBezTo>
                      <a:pt x="2" y="1"/>
                      <a:pt x="1" y="0"/>
                      <a:pt x="0" y="0"/>
                    </a:cubicBezTo>
                    <a:cubicBezTo>
                      <a:pt x="1" y="0"/>
                      <a:pt x="2" y="1"/>
                      <a:pt x="3" y="1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5114570" y="2959702"/>
                <a:ext cx="15856" cy="3398"/>
              </a:xfrm>
              <a:custGeom>
                <a:avLst/>
                <a:gdLst/>
                <a:ahLst/>
                <a:cxnLst/>
                <a:rect l="l" t="t" r="r" b="b"/>
                <a:pathLst>
                  <a:path w="28" h="6" extrusionOk="0">
                    <a:moveTo>
                      <a:pt x="27" y="4"/>
                    </a:moveTo>
                    <a:cubicBezTo>
                      <a:pt x="23" y="4"/>
                      <a:pt x="24" y="5"/>
                      <a:pt x="0" y="0"/>
                    </a:cubicBezTo>
                    <a:cubicBezTo>
                      <a:pt x="9" y="2"/>
                      <a:pt x="18" y="3"/>
                      <a:pt x="27" y="4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5164403" y="2947243"/>
                <a:ext cx="19254" cy="113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" extrusionOk="0">
                    <a:moveTo>
                      <a:pt x="33" y="0"/>
                    </a:moveTo>
                    <a:cubicBezTo>
                      <a:pt x="32" y="1"/>
                      <a:pt x="31" y="1"/>
                      <a:pt x="31" y="1"/>
                    </a:cubicBezTo>
                    <a:cubicBezTo>
                      <a:pt x="0" y="1"/>
                      <a:pt x="4" y="1"/>
                      <a:pt x="33" y="0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5181392" y="2942713"/>
                <a:ext cx="6795" cy="3398"/>
              </a:xfrm>
              <a:custGeom>
                <a:avLst/>
                <a:gdLst/>
                <a:ahLst/>
                <a:cxnLst/>
                <a:rect l="l" t="t" r="r" b="b"/>
                <a:pathLst>
                  <a:path w="12" h="6" extrusionOk="0">
                    <a:moveTo>
                      <a:pt x="11" y="2"/>
                    </a:moveTo>
                    <a:cubicBezTo>
                      <a:pt x="11" y="3"/>
                      <a:pt x="10" y="4"/>
                      <a:pt x="10" y="4"/>
                    </a:cubicBezTo>
                    <a:cubicBezTo>
                      <a:pt x="6" y="4"/>
                      <a:pt x="3" y="5"/>
                      <a:pt x="0" y="5"/>
                    </a:cubicBezTo>
                    <a:cubicBezTo>
                      <a:pt x="3" y="3"/>
                      <a:pt x="7" y="1"/>
                      <a:pt x="10" y="0"/>
                    </a:cubicBezTo>
                    <a:lnTo>
                      <a:pt x="10" y="0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1"/>
                    </a:lnTo>
                    <a:cubicBezTo>
                      <a:pt x="11" y="1"/>
                      <a:pt x="11" y="2"/>
                      <a:pt x="11" y="2"/>
                    </a:cubicBez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5549475" y="3189612"/>
                <a:ext cx="1699" cy="2265"/>
              </a:xfrm>
              <a:custGeom>
                <a:avLst/>
                <a:gdLst/>
                <a:ahLst/>
                <a:cxnLst/>
                <a:rect l="l" t="t" r="r" b="b"/>
                <a:pathLst>
                  <a:path w="3" h="4" extrusionOk="0">
                    <a:moveTo>
                      <a:pt x="2" y="2"/>
                    </a:moveTo>
                    <a:cubicBezTo>
                      <a:pt x="1" y="2"/>
                      <a:pt x="1" y="3"/>
                      <a:pt x="0" y="3"/>
                    </a:cubicBezTo>
                    <a:lnTo>
                      <a:pt x="0" y="3"/>
                    </a:lnTo>
                    <a:cubicBezTo>
                      <a:pt x="1" y="1"/>
                      <a:pt x="1" y="0"/>
                      <a:pt x="1" y="0"/>
                    </a:cubicBez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6270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4164347" y="2395120"/>
                <a:ext cx="1244123" cy="313719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554" extrusionOk="0">
                    <a:moveTo>
                      <a:pt x="2196" y="511"/>
                    </a:moveTo>
                    <a:cubicBezTo>
                      <a:pt x="2114" y="476"/>
                      <a:pt x="2033" y="469"/>
                      <a:pt x="1944" y="474"/>
                    </a:cubicBezTo>
                    <a:cubicBezTo>
                      <a:pt x="1774" y="483"/>
                      <a:pt x="1516" y="497"/>
                      <a:pt x="1374" y="553"/>
                    </a:cubicBezTo>
                    <a:lnTo>
                      <a:pt x="834" y="553"/>
                    </a:lnTo>
                    <a:cubicBezTo>
                      <a:pt x="692" y="497"/>
                      <a:pt x="434" y="483"/>
                      <a:pt x="264" y="474"/>
                    </a:cubicBezTo>
                    <a:cubicBezTo>
                      <a:pt x="175" y="469"/>
                      <a:pt x="93" y="476"/>
                      <a:pt x="11" y="512"/>
                    </a:cubicBezTo>
                    <a:lnTo>
                      <a:pt x="11" y="512"/>
                    </a:lnTo>
                    <a:cubicBezTo>
                      <a:pt x="25" y="506"/>
                      <a:pt x="0" y="348"/>
                      <a:pt x="309" y="200"/>
                    </a:cubicBezTo>
                    <a:cubicBezTo>
                      <a:pt x="636" y="44"/>
                      <a:pt x="1027" y="0"/>
                      <a:pt x="1385" y="50"/>
                    </a:cubicBezTo>
                    <a:cubicBezTo>
                      <a:pt x="1645" y="86"/>
                      <a:pt x="1868" y="173"/>
                      <a:pt x="1995" y="253"/>
                    </a:cubicBezTo>
                    <a:cubicBezTo>
                      <a:pt x="2196" y="380"/>
                      <a:pt x="2185" y="501"/>
                      <a:pt x="2196" y="5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>
                <a:off x="4262314" y="2479496"/>
                <a:ext cx="295033" cy="13251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4" extrusionOk="0">
                    <a:moveTo>
                      <a:pt x="80" y="129"/>
                    </a:moveTo>
                    <a:cubicBezTo>
                      <a:pt x="113" y="109"/>
                      <a:pt x="215" y="49"/>
                      <a:pt x="340" y="15"/>
                    </a:cubicBezTo>
                    <a:cubicBezTo>
                      <a:pt x="392" y="0"/>
                      <a:pt x="450" y="13"/>
                      <a:pt x="490" y="51"/>
                    </a:cubicBezTo>
                    <a:cubicBezTo>
                      <a:pt x="508" y="69"/>
                      <a:pt x="520" y="89"/>
                      <a:pt x="511" y="107"/>
                    </a:cubicBezTo>
                    <a:cubicBezTo>
                      <a:pt x="487" y="156"/>
                      <a:pt x="470" y="197"/>
                      <a:pt x="362" y="199"/>
                    </a:cubicBezTo>
                    <a:cubicBezTo>
                      <a:pt x="260" y="201"/>
                      <a:pt x="0" y="233"/>
                      <a:pt x="56" y="152"/>
                    </a:cubicBezTo>
                    <a:cubicBezTo>
                      <a:pt x="62" y="142"/>
                      <a:pt x="71" y="135"/>
                      <a:pt x="80" y="12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>
                <a:off x="5010374" y="2479496"/>
                <a:ext cx="295033" cy="13251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4" extrusionOk="0">
                    <a:moveTo>
                      <a:pt x="440" y="129"/>
                    </a:moveTo>
                    <a:cubicBezTo>
                      <a:pt x="407" y="109"/>
                      <a:pt x="305" y="49"/>
                      <a:pt x="181" y="15"/>
                    </a:cubicBezTo>
                    <a:cubicBezTo>
                      <a:pt x="128" y="0"/>
                      <a:pt x="70" y="13"/>
                      <a:pt x="31" y="51"/>
                    </a:cubicBezTo>
                    <a:cubicBezTo>
                      <a:pt x="12" y="69"/>
                      <a:pt x="0" y="89"/>
                      <a:pt x="9" y="107"/>
                    </a:cubicBezTo>
                    <a:cubicBezTo>
                      <a:pt x="34" y="156"/>
                      <a:pt x="51" y="197"/>
                      <a:pt x="158" y="199"/>
                    </a:cubicBezTo>
                    <a:cubicBezTo>
                      <a:pt x="260" y="201"/>
                      <a:pt x="520" y="233"/>
                      <a:pt x="465" y="152"/>
                    </a:cubicBezTo>
                    <a:cubicBezTo>
                      <a:pt x="458" y="142"/>
                      <a:pt x="450" y="135"/>
                      <a:pt x="440" y="12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>
                <a:off x="4167745" y="2408710"/>
                <a:ext cx="1240725" cy="300128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530" extrusionOk="0">
                    <a:moveTo>
                      <a:pt x="2190" y="487"/>
                    </a:moveTo>
                    <a:cubicBezTo>
                      <a:pt x="2108" y="452"/>
                      <a:pt x="2027" y="445"/>
                      <a:pt x="1938" y="450"/>
                    </a:cubicBezTo>
                    <a:cubicBezTo>
                      <a:pt x="1768" y="459"/>
                      <a:pt x="1510" y="473"/>
                      <a:pt x="1368" y="529"/>
                    </a:cubicBezTo>
                    <a:lnTo>
                      <a:pt x="828" y="529"/>
                    </a:lnTo>
                    <a:cubicBezTo>
                      <a:pt x="686" y="473"/>
                      <a:pt x="428" y="459"/>
                      <a:pt x="258" y="450"/>
                    </a:cubicBezTo>
                    <a:cubicBezTo>
                      <a:pt x="169" y="445"/>
                      <a:pt x="87" y="452"/>
                      <a:pt x="5" y="488"/>
                    </a:cubicBezTo>
                    <a:lnTo>
                      <a:pt x="5" y="488"/>
                    </a:lnTo>
                    <a:cubicBezTo>
                      <a:pt x="17" y="483"/>
                      <a:pt x="0" y="359"/>
                      <a:pt x="206" y="229"/>
                    </a:cubicBezTo>
                    <a:cubicBezTo>
                      <a:pt x="207" y="229"/>
                      <a:pt x="175" y="262"/>
                      <a:pt x="157" y="310"/>
                    </a:cubicBezTo>
                    <a:cubicBezTo>
                      <a:pt x="146" y="338"/>
                      <a:pt x="167" y="367"/>
                      <a:pt x="197" y="365"/>
                    </a:cubicBezTo>
                    <a:cubicBezTo>
                      <a:pt x="309" y="356"/>
                      <a:pt x="433" y="373"/>
                      <a:pt x="533" y="392"/>
                    </a:cubicBezTo>
                    <a:cubicBezTo>
                      <a:pt x="629" y="411"/>
                      <a:pt x="722" y="348"/>
                      <a:pt x="740" y="251"/>
                    </a:cubicBezTo>
                    <a:cubicBezTo>
                      <a:pt x="755" y="172"/>
                      <a:pt x="773" y="112"/>
                      <a:pt x="773" y="112"/>
                    </a:cubicBezTo>
                    <a:lnTo>
                      <a:pt x="816" y="26"/>
                    </a:lnTo>
                    <a:cubicBezTo>
                      <a:pt x="1000" y="0"/>
                      <a:pt x="1195" y="0"/>
                      <a:pt x="1379" y="26"/>
                    </a:cubicBezTo>
                    <a:lnTo>
                      <a:pt x="1422" y="112"/>
                    </a:lnTo>
                    <a:cubicBezTo>
                      <a:pt x="1422" y="112"/>
                      <a:pt x="1441" y="172"/>
                      <a:pt x="1455" y="251"/>
                    </a:cubicBezTo>
                    <a:cubicBezTo>
                      <a:pt x="1473" y="347"/>
                      <a:pt x="1566" y="411"/>
                      <a:pt x="1662" y="392"/>
                    </a:cubicBezTo>
                    <a:cubicBezTo>
                      <a:pt x="1765" y="372"/>
                      <a:pt x="1894" y="355"/>
                      <a:pt x="2009" y="366"/>
                    </a:cubicBezTo>
                    <a:cubicBezTo>
                      <a:pt x="2032" y="368"/>
                      <a:pt x="2049" y="346"/>
                      <a:pt x="2043" y="324"/>
                    </a:cubicBezTo>
                    <a:cubicBezTo>
                      <a:pt x="2035" y="300"/>
                      <a:pt x="2020" y="267"/>
                      <a:pt x="1988" y="230"/>
                    </a:cubicBezTo>
                    <a:cubicBezTo>
                      <a:pt x="2190" y="356"/>
                      <a:pt x="2179" y="477"/>
                      <a:pt x="2190" y="4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>
                <a:off x="4603783" y="1917179"/>
                <a:ext cx="372614" cy="258790"/>
              </a:xfrm>
              <a:custGeom>
                <a:avLst/>
                <a:gdLst/>
                <a:ahLst/>
                <a:cxnLst/>
                <a:rect l="l" t="t" r="r" b="b"/>
                <a:pathLst>
                  <a:path w="658" h="457" extrusionOk="0">
                    <a:moveTo>
                      <a:pt x="644" y="421"/>
                    </a:moveTo>
                    <a:cubicBezTo>
                      <a:pt x="640" y="442"/>
                      <a:pt x="635" y="455"/>
                      <a:pt x="635" y="455"/>
                    </a:cubicBezTo>
                    <a:lnTo>
                      <a:pt x="328" y="408"/>
                    </a:lnTo>
                    <a:cubicBezTo>
                      <a:pt x="21" y="456"/>
                      <a:pt x="83" y="446"/>
                      <a:pt x="22" y="455"/>
                    </a:cubicBezTo>
                    <a:cubicBezTo>
                      <a:pt x="22" y="455"/>
                      <a:pt x="18" y="443"/>
                      <a:pt x="13" y="423"/>
                    </a:cubicBezTo>
                    <a:cubicBezTo>
                      <a:pt x="0" y="362"/>
                      <a:pt x="3" y="295"/>
                      <a:pt x="48" y="251"/>
                    </a:cubicBezTo>
                    <a:cubicBezTo>
                      <a:pt x="124" y="179"/>
                      <a:pt x="230" y="112"/>
                      <a:pt x="255" y="0"/>
                    </a:cubicBezTo>
                    <a:lnTo>
                      <a:pt x="399" y="0"/>
                    </a:lnTo>
                    <a:cubicBezTo>
                      <a:pt x="424" y="113"/>
                      <a:pt x="533" y="179"/>
                      <a:pt x="608" y="251"/>
                    </a:cubicBezTo>
                    <a:cubicBezTo>
                      <a:pt x="653" y="294"/>
                      <a:pt x="657" y="361"/>
                      <a:pt x="644" y="4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4"/>
              <p:cNvSpPr/>
              <p:nvPr/>
            </p:nvSpPr>
            <p:spPr>
              <a:xfrm>
                <a:off x="4603217" y="2031567"/>
                <a:ext cx="373180" cy="144401"/>
              </a:xfrm>
              <a:custGeom>
                <a:avLst/>
                <a:gdLst/>
                <a:ahLst/>
                <a:cxnLst/>
                <a:rect l="l" t="t" r="r" b="b"/>
                <a:pathLst>
                  <a:path w="659" h="255" extrusionOk="0">
                    <a:moveTo>
                      <a:pt x="645" y="219"/>
                    </a:moveTo>
                    <a:cubicBezTo>
                      <a:pt x="641" y="240"/>
                      <a:pt x="636" y="253"/>
                      <a:pt x="636" y="253"/>
                    </a:cubicBezTo>
                    <a:lnTo>
                      <a:pt x="329" y="206"/>
                    </a:lnTo>
                    <a:cubicBezTo>
                      <a:pt x="22" y="254"/>
                      <a:pt x="84" y="244"/>
                      <a:pt x="23" y="253"/>
                    </a:cubicBezTo>
                    <a:cubicBezTo>
                      <a:pt x="23" y="253"/>
                      <a:pt x="19" y="241"/>
                      <a:pt x="14" y="221"/>
                    </a:cubicBezTo>
                    <a:cubicBezTo>
                      <a:pt x="6" y="184"/>
                      <a:pt x="0" y="125"/>
                      <a:pt x="28" y="76"/>
                    </a:cubicBezTo>
                    <a:cubicBezTo>
                      <a:pt x="19" y="121"/>
                      <a:pt x="44" y="178"/>
                      <a:pt x="130" y="102"/>
                    </a:cubicBezTo>
                    <a:cubicBezTo>
                      <a:pt x="244" y="0"/>
                      <a:pt x="418" y="1"/>
                      <a:pt x="532" y="102"/>
                    </a:cubicBezTo>
                    <a:cubicBezTo>
                      <a:pt x="613" y="174"/>
                      <a:pt x="640" y="126"/>
                      <a:pt x="635" y="83"/>
                    </a:cubicBezTo>
                    <a:cubicBezTo>
                      <a:pt x="658" y="129"/>
                      <a:pt x="652" y="184"/>
                      <a:pt x="645" y="2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4"/>
              <p:cNvSpPr/>
              <p:nvPr/>
            </p:nvSpPr>
            <p:spPr>
              <a:xfrm>
                <a:off x="4531865" y="2113678"/>
                <a:ext cx="519281" cy="327310"/>
              </a:xfrm>
              <a:custGeom>
                <a:avLst/>
                <a:gdLst/>
                <a:ahLst/>
                <a:cxnLst/>
                <a:rect l="l" t="t" r="r" b="b"/>
                <a:pathLst>
                  <a:path w="917" h="578" extrusionOk="0">
                    <a:moveTo>
                      <a:pt x="899" y="577"/>
                    </a:moveTo>
                    <a:lnTo>
                      <a:pt x="8" y="577"/>
                    </a:lnTo>
                    <a:cubicBezTo>
                      <a:pt x="0" y="362"/>
                      <a:pt x="47" y="227"/>
                      <a:pt x="116" y="142"/>
                    </a:cubicBezTo>
                    <a:lnTo>
                      <a:pt x="116" y="142"/>
                    </a:lnTo>
                    <a:cubicBezTo>
                      <a:pt x="198" y="40"/>
                      <a:pt x="319" y="0"/>
                      <a:pt x="453" y="0"/>
                    </a:cubicBezTo>
                    <a:cubicBezTo>
                      <a:pt x="722" y="0"/>
                      <a:pt x="916" y="163"/>
                      <a:pt x="899" y="5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4626434" y="2143125"/>
                <a:ext cx="327311" cy="174414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08" extrusionOk="0">
                    <a:moveTo>
                      <a:pt x="422" y="29"/>
                    </a:moveTo>
                    <a:cubicBezTo>
                      <a:pt x="336" y="2"/>
                      <a:pt x="244" y="0"/>
                      <a:pt x="153" y="29"/>
                    </a:cubicBezTo>
                    <a:cubicBezTo>
                      <a:pt x="59" y="58"/>
                      <a:pt x="0" y="151"/>
                      <a:pt x="16" y="248"/>
                    </a:cubicBezTo>
                    <a:cubicBezTo>
                      <a:pt x="21" y="276"/>
                      <a:pt x="32" y="300"/>
                      <a:pt x="54" y="307"/>
                    </a:cubicBezTo>
                    <a:cubicBezTo>
                      <a:pt x="218" y="204"/>
                      <a:pt x="374" y="212"/>
                      <a:pt x="522" y="307"/>
                    </a:cubicBezTo>
                    <a:cubicBezTo>
                      <a:pt x="544" y="300"/>
                      <a:pt x="555" y="276"/>
                      <a:pt x="560" y="248"/>
                    </a:cubicBezTo>
                    <a:cubicBezTo>
                      <a:pt x="577" y="152"/>
                      <a:pt x="516" y="58"/>
                      <a:pt x="422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4531865" y="2194090"/>
                <a:ext cx="514185" cy="246898"/>
              </a:xfrm>
              <a:custGeom>
                <a:avLst/>
                <a:gdLst/>
                <a:ahLst/>
                <a:cxnLst/>
                <a:rect l="l" t="t" r="r" b="b"/>
                <a:pathLst>
                  <a:path w="908" h="436" extrusionOk="0">
                    <a:moveTo>
                      <a:pt x="791" y="0"/>
                    </a:moveTo>
                    <a:cubicBezTo>
                      <a:pt x="791" y="5"/>
                      <a:pt x="820" y="256"/>
                      <a:pt x="754" y="335"/>
                    </a:cubicBezTo>
                    <a:cubicBezTo>
                      <a:pt x="689" y="414"/>
                      <a:pt x="610" y="271"/>
                      <a:pt x="454" y="271"/>
                    </a:cubicBezTo>
                    <a:cubicBezTo>
                      <a:pt x="298" y="271"/>
                      <a:pt x="219" y="414"/>
                      <a:pt x="153" y="335"/>
                    </a:cubicBezTo>
                    <a:cubicBezTo>
                      <a:pt x="88" y="256"/>
                      <a:pt x="116" y="5"/>
                      <a:pt x="117" y="0"/>
                    </a:cubicBezTo>
                    <a:cubicBezTo>
                      <a:pt x="48" y="85"/>
                      <a:pt x="0" y="220"/>
                      <a:pt x="9" y="435"/>
                    </a:cubicBezTo>
                    <a:cubicBezTo>
                      <a:pt x="116" y="435"/>
                      <a:pt x="790" y="435"/>
                      <a:pt x="899" y="435"/>
                    </a:cubicBezTo>
                    <a:cubicBezTo>
                      <a:pt x="907" y="220"/>
                      <a:pt x="859" y="85"/>
                      <a:pt x="7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4894286" y="1887732"/>
                <a:ext cx="91738" cy="257091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54" extrusionOk="0">
                    <a:moveTo>
                      <a:pt x="161" y="21"/>
                    </a:moveTo>
                    <a:cubicBezTo>
                      <a:pt x="95" y="158"/>
                      <a:pt x="65" y="307"/>
                      <a:pt x="45" y="453"/>
                    </a:cubicBezTo>
                    <a:cubicBezTo>
                      <a:pt x="30" y="444"/>
                      <a:pt x="15" y="437"/>
                      <a:pt x="0" y="431"/>
                    </a:cubicBezTo>
                    <a:cubicBezTo>
                      <a:pt x="9" y="365"/>
                      <a:pt x="36" y="172"/>
                      <a:pt x="118" y="0"/>
                    </a:cubicBezTo>
                    <a:lnTo>
                      <a:pt x="161" y="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4591891" y="1888298"/>
                <a:ext cx="91738" cy="25652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53" extrusionOk="0">
                    <a:moveTo>
                      <a:pt x="161" y="430"/>
                    </a:moveTo>
                    <a:cubicBezTo>
                      <a:pt x="146" y="436"/>
                      <a:pt x="131" y="443"/>
                      <a:pt x="116" y="452"/>
                    </a:cubicBezTo>
                    <a:cubicBezTo>
                      <a:pt x="106" y="391"/>
                      <a:pt x="85" y="197"/>
                      <a:pt x="0" y="21"/>
                    </a:cubicBezTo>
                    <a:lnTo>
                      <a:pt x="43" y="0"/>
                    </a:lnTo>
                    <a:cubicBezTo>
                      <a:pt x="126" y="173"/>
                      <a:pt x="152" y="364"/>
                      <a:pt x="161" y="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4790090" y="2020242"/>
                <a:ext cx="94003" cy="94002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66" extrusionOk="0">
                    <a:moveTo>
                      <a:pt x="165" y="83"/>
                    </a:moveTo>
                    <a:cubicBezTo>
                      <a:pt x="165" y="128"/>
                      <a:pt x="129" y="165"/>
                      <a:pt x="83" y="165"/>
                    </a:cubicBezTo>
                    <a:cubicBezTo>
                      <a:pt x="38" y="165"/>
                      <a:pt x="0" y="128"/>
                      <a:pt x="0" y="83"/>
                    </a:cubicBezTo>
                    <a:cubicBezTo>
                      <a:pt x="0" y="37"/>
                      <a:pt x="37" y="0"/>
                      <a:pt x="83" y="0"/>
                    </a:cubicBezTo>
                    <a:cubicBezTo>
                      <a:pt x="128" y="0"/>
                      <a:pt x="165" y="37"/>
                      <a:pt x="165" y="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4695521" y="2020242"/>
                <a:ext cx="94003" cy="94002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66" extrusionOk="0">
                    <a:moveTo>
                      <a:pt x="165" y="83"/>
                    </a:moveTo>
                    <a:cubicBezTo>
                      <a:pt x="165" y="128"/>
                      <a:pt x="129" y="165"/>
                      <a:pt x="83" y="165"/>
                    </a:cubicBezTo>
                    <a:cubicBezTo>
                      <a:pt x="38" y="165"/>
                      <a:pt x="0" y="128"/>
                      <a:pt x="0" y="83"/>
                    </a:cubicBezTo>
                    <a:cubicBezTo>
                      <a:pt x="0" y="37"/>
                      <a:pt x="38" y="0"/>
                      <a:pt x="83" y="0"/>
                    </a:cubicBezTo>
                    <a:cubicBezTo>
                      <a:pt x="129" y="0"/>
                      <a:pt x="165" y="37"/>
                      <a:pt x="165" y="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4809910" y="2027603"/>
                <a:ext cx="54363" cy="543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96" extrusionOk="0">
                    <a:moveTo>
                      <a:pt x="95" y="48"/>
                    </a:moveTo>
                    <a:cubicBezTo>
                      <a:pt x="95" y="74"/>
                      <a:pt x="75" y="95"/>
                      <a:pt x="48" y="95"/>
                    </a:cubicBezTo>
                    <a:cubicBezTo>
                      <a:pt x="22" y="95"/>
                      <a:pt x="0" y="74"/>
                      <a:pt x="0" y="48"/>
                    </a:cubicBezTo>
                    <a:cubicBezTo>
                      <a:pt x="0" y="22"/>
                      <a:pt x="21" y="0"/>
                      <a:pt x="48" y="0"/>
                    </a:cubicBezTo>
                    <a:cubicBezTo>
                      <a:pt x="74" y="1"/>
                      <a:pt x="95" y="22"/>
                      <a:pt x="95" y="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4842754" y="2196921"/>
                <a:ext cx="86075" cy="218018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85" extrusionOk="0">
                    <a:moveTo>
                      <a:pt x="11" y="384"/>
                    </a:moveTo>
                    <a:cubicBezTo>
                      <a:pt x="5" y="384"/>
                      <a:pt x="1" y="380"/>
                      <a:pt x="1" y="374"/>
                    </a:cubicBezTo>
                    <a:cubicBezTo>
                      <a:pt x="0" y="317"/>
                      <a:pt x="10" y="254"/>
                      <a:pt x="41" y="206"/>
                    </a:cubicBezTo>
                    <a:cubicBezTo>
                      <a:pt x="85" y="139"/>
                      <a:pt x="117" y="89"/>
                      <a:pt x="130" y="9"/>
                    </a:cubicBezTo>
                    <a:cubicBezTo>
                      <a:pt x="131" y="4"/>
                      <a:pt x="137" y="0"/>
                      <a:pt x="142" y="1"/>
                    </a:cubicBezTo>
                    <a:cubicBezTo>
                      <a:pt x="148" y="2"/>
                      <a:pt x="151" y="7"/>
                      <a:pt x="150" y="13"/>
                    </a:cubicBezTo>
                    <a:cubicBezTo>
                      <a:pt x="137" y="96"/>
                      <a:pt x="103" y="147"/>
                      <a:pt x="58" y="217"/>
                    </a:cubicBezTo>
                    <a:cubicBezTo>
                      <a:pt x="29" y="261"/>
                      <a:pt x="20" y="320"/>
                      <a:pt x="21" y="374"/>
                    </a:cubicBezTo>
                    <a:cubicBezTo>
                      <a:pt x="21" y="380"/>
                      <a:pt x="16" y="384"/>
                      <a:pt x="11" y="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4653049" y="2196921"/>
                <a:ext cx="86075" cy="218018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85" extrusionOk="0">
                    <a:moveTo>
                      <a:pt x="140" y="384"/>
                    </a:moveTo>
                    <a:lnTo>
                      <a:pt x="140" y="384"/>
                    </a:lnTo>
                    <a:cubicBezTo>
                      <a:pt x="134" y="384"/>
                      <a:pt x="130" y="380"/>
                      <a:pt x="130" y="374"/>
                    </a:cubicBezTo>
                    <a:cubicBezTo>
                      <a:pt x="130" y="320"/>
                      <a:pt x="121" y="261"/>
                      <a:pt x="93" y="217"/>
                    </a:cubicBezTo>
                    <a:cubicBezTo>
                      <a:pt x="47" y="147"/>
                      <a:pt x="14" y="96"/>
                      <a:pt x="1" y="13"/>
                    </a:cubicBezTo>
                    <a:cubicBezTo>
                      <a:pt x="0" y="7"/>
                      <a:pt x="4" y="2"/>
                      <a:pt x="9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34" y="89"/>
                      <a:pt x="66" y="139"/>
                      <a:pt x="110" y="206"/>
                    </a:cubicBezTo>
                    <a:cubicBezTo>
                      <a:pt x="140" y="254"/>
                      <a:pt x="151" y="317"/>
                      <a:pt x="150" y="374"/>
                    </a:cubicBezTo>
                    <a:cubicBezTo>
                      <a:pt x="150" y="380"/>
                      <a:pt x="145" y="384"/>
                      <a:pt x="140" y="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4892021" y="2336227"/>
                <a:ext cx="290503" cy="217452"/>
              </a:xfrm>
              <a:custGeom>
                <a:avLst/>
                <a:gdLst/>
                <a:ahLst/>
                <a:cxnLst/>
                <a:rect l="l" t="t" r="r" b="b"/>
                <a:pathLst>
                  <a:path w="513" h="384" extrusionOk="0">
                    <a:moveTo>
                      <a:pt x="73" y="383"/>
                    </a:moveTo>
                    <a:lnTo>
                      <a:pt x="0" y="303"/>
                    </a:lnTo>
                    <a:cubicBezTo>
                      <a:pt x="9" y="295"/>
                      <a:pt x="228" y="95"/>
                      <a:pt x="475" y="0"/>
                    </a:cubicBezTo>
                    <a:lnTo>
                      <a:pt x="512" y="101"/>
                    </a:lnTo>
                    <a:cubicBezTo>
                      <a:pt x="285" y="190"/>
                      <a:pt x="75" y="381"/>
                      <a:pt x="73" y="38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889189" y="2312443"/>
                <a:ext cx="250297" cy="18630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29" extrusionOk="0">
                    <a:moveTo>
                      <a:pt x="34" y="328"/>
                    </a:moveTo>
                    <a:lnTo>
                      <a:pt x="0" y="295"/>
                    </a:lnTo>
                    <a:cubicBezTo>
                      <a:pt x="7" y="287"/>
                      <a:pt x="191" y="95"/>
                      <a:pt x="425" y="0"/>
                    </a:cubicBezTo>
                    <a:lnTo>
                      <a:pt x="441" y="45"/>
                    </a:lnTo>
                    <a:cubicBezTo>
                      <a:pt x="216" y="136"/>
                      <a:pt x="36" y="326"/>
                      <a:pt x="34" y="3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4380101" y="2336227"/>
                <a:ext cx="291635" cy="217452"/>
              </a:xfrm>
              <a:custGeom>
                <a:avLst/>
                <a:gdLst/>
                <a:ahLst/>
                <a:cxnLst/>
                <a:rect l="l" t="t" r="r" b="b"/>
                <a:pathLst>
                  <a:path w="515" h="384" extrusionOk="0">
                    <a:moveTo>
                      <a:pt x="440" y="383"/>
                    </a:moveTo>
                    <a:lnTo>
                      <a:pt x="440" y="383"/>
                    </a:lnTo>
                    <a:lnTo>
                      <a:pt x="440" y="383"/>
                    </a:lnTo>
                    <a:cubicBezTo>
                      <a:pt x="438" y="380"/>
                      <a:pt x="226" y="189"/>
                      <a:pt x="0" y="101"/>
                    </a:cubicBezTo>
                    <a:lnTo>
                      <a:pt x="37" y="0"/>
                    </a:lnTo>
                    <a:cubicBezTo>
                      <a:pt x="283" y="95"/>
                      <a:pt x="504" y="295"/>
                      <a:pt x="514" y="303"/>
                    </a:cubicBezTo>
                    <a:lnTo>
                      <a:pt x="440" y="38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4424271" y="2313009"/>
                <a:ext cx="250297" cy="18574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28" extrusionOk="0">
                    <a:moveTo>
                      <a:pt x="406" y="327"/>
                    </a:moveTo>
                    <a:cubicBezTo>
                      <a:pt x="405" y="325"/>
                      <a:pt x="224" y="135"/>
                      <a:pt x="0" y="44"/>
                    </a:cubicBezTo>
                    <a:lnTo>
                      <a:pt x="18" y="0"/>
                    </a:lnTo>
                    <a:cubicBezTo>
                      <a:pt x="252" y="95"/>
                      <a:pt x="433" y="286"/>
                      <a:pt x="441" y="295"/>
                    </a:cubicBezTo>
                    <a:lnTo>
                      <a:pt x="406" y="32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>
                <a:off x="4613976" y="2383794"/>
                <a:ext cx="352228" cy="591196"/>
              </a:xfrm>
              <a:custGeom>
                <a:avLst/>
                <a:gdLst/>
                <a:ahLst/>
                <a:cxnLst/>
                <a:rect l="l" t="t" r="r" b="b"/>
                <a:pathLst>
                  <a:path w="622" h="1044" extrusionOk="0">
                    <a:moveTo>
                      <a:pt x="461" y="1002"/>
                    </a:moveTo>
                    <a:cubicBezTo>
                      <a:pt x="426" y="1036"/>
                      <a:pt x="325" y="1043"/>
                      <a:pt x="310" y="1043"/>
                    </a:cubicBezTo>
                    <a:cubicBezTo>
                      <a:pt x="308" y="1043"/>
                      <a:pt x="303" y="1043"/>
                      <a:pt x="296" y="1042"/>
                    </a:cubicBezTo>
                    <a:cubicBezTo>
                      <a:pt x="264" y="1039"/>
                      <a:pt x="189" y="1030"/>
                      <a:pt x="160" y="1002"/>
                    </a:cubicBezTo>
                    <a:cubicBezTo>
                      <a:pt x="5" y="846"/>
                      <a:pt x="0" y="407"/>
                      <a:pt x="12" y="218"/>
                    </a:cubicBezTo>
                    <a:cubicBezTo>
                      <a:pt x="16" y="156"/>
                      <a:pt x="41" y="112"/>
                      <a:pt x="74" y="81"/>
                    </a:cubicBezTo>
                    <a:lnTo>
                      <a:pt x="74" y="81"/>
                    </a:lnTo>
                    <a:cubicBezTo>
                      <a:pt x="129" y="29"/>
                      <a:pt x="206" y="11"/>
                      <a:pt x="258" y="4"/>
                    </a:cubicBezTo>
                    <a:cubicBezTo>
                      <a:pt x="289" y="0"/>
                      <a:pt x="310" y="1"/>
                      <a:pt x="310" y="1"/>
                    </a:cubicBezTo>
                    <a:cubicBezTo>
                      <a:pt x="335" y="0"/>
                      <a:pt x="363" y="5"/>
                      <a:pt x="365" y="5"/>
                    </a:cubicBezTo>
                    <a:cubicBezTo>
                      <a:pt x="448" y="15"/>
                      <a:pt x="598" y="57"/>
                      <a:pt x="608" y="219"/>
                    </a:cubicBezTo>
                    <a:cubicBezTo>
                      <a:pt x="621" y="407"/>
                      <a:pt x="616" y="846"/>
                      <a:pt x="461" y="10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4813308" y="2409277"/>
                <a:ext cx="82677" cy="230476"/>
              </a:xfrm>
              <a:custGeom>
                <a:avLst/>
                <a:gdLst/>
                <a:ahLst/>
                <a:cxnLst/>
                <a:rect l="l" t="t" r="r" b="b"/>
                <a:pathLst>
                  <a:path w="146" h="407" extrusionOk="0">
                    <a:moveTo>
                      <a:pt x="15" y="385"/>
                    </a:moveTo>
                    <a:cubicBezTo>
                      <a:pt x="19" y="335"/>
                      <a:pt x="16" y="303"/>
                      <a:pt x="14" y="269"/>
                    </a:cubicBezTo>
                    <a:cubicBezTo>
                      <a:pt x="10" y="218"/>
                      <a:pt x="10" y="178"/>
                      <a:pt x="1" y="40"/>
                    </a:cubicBezTo>
                    <a:cubicBezTo>
                      <a:pt x="0" y="17"/>
                      <a:pt x="30" y="0"/>
                      <a:pt x="59" y="7"/>
                    </a:cubicBezTo>
                    <a:cubicBezTo>
                      <a:pt x="60" y="7"/>
                      <a:pt x="61" y="7"/>
                      <a:pt x="62" y="8"/>
                    </a:cubicBezTo>
                    <a:cubicBezTo>
                      <a:pt x="123" y="22"/>
                      <a:pt x="133" y="44"/>
                      <a:pt x="135" y="61"/>
                    </a:cubicBezTo>
                    <a:cubicBezTo>
                      <a:pt x="145" y="153"/>
                      <a:pt x="133" y="343"/>
                      <a:pt x="37" y="402"/>
                    </a:cubicBezTo>
                    <a:cubicBezTo>
                      <a:pt x="26" y="406"/>
                      <a:pt x="15" y="397"/>
                      <a:pt x="15" y="38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4683629" y="2409277"/>
                <a:ext cx="83244" cy="230476"/>
              </a:xfrm>
              <a:custGeom>
                <a:avLst/>
                <a:gdLst/>
                <a:ahLst/>
                <a:cxnLst/>
                <a:rect l="l" t="t" r="r" b="b"/>
                <a:pathLst>
                  <a:path w="147" h="407" extrusionOk="0">
                    <a:moveTo>
                      <a:pt x="108" y="402"/>
                    </a:moveTo>
                    <a:cubicBezTo>
                      <a:pt x="12" y="343"/>
                      <a:pt x="0" y="154"/>
                      <a:pt x="10" y="61"/>
                    </a:cubicBezTo>
                    <a:cubicBezTo>
                      <a:pt x="12" y="46"/>
                      <a:pt x="20" y="34"/>
                      <a:pt x="38" y="24"/>
                    </a:cubicBezTo>
                    <a:cubicBezTo>
                      <a:pt x="52" y="17"/>
                      <a:pt x="69" y="11"/>
                      <a:pt x="87" y="7"/>
                    </a:cubicBezTo>
                    <a:cubicBezTo>
                      <a:pt x="116" y="0"/>
                      <a:pt x="146" y="17"/>
                      <a:pt x="145" y="40"/>
                    </a:cubicBezTo>
                    <a:cubicBezTo>
                      <a:pt x="138" y="145"/>
                      <a:pt x="136" y="225"/>
                      <a:pt x="133" y="275"/>
                    </a:cubicBezTo>
                    <a:cubicBezTo>
                      <a:pt x="130" y="315"/>
                      <a:pt x="128" y="341"/>
                      <a:pt x="131" y="384"/>
                    </a:cubicBezTo>
                    <a:cubicBezTo>
                      <a:pt x="132" y="396"/>
                      <a:pt x="120" y="406"/>
                      <a:pt x="108" y="40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4"/>
              <p:cNvSpPr/>
              <p:nvPr/>
            </p:nvSpPr>
            <p:spPr>
              <a:xfrm>
                <a:off x="4772535" y="2407012"/>
                <a:ext cx="32844" cy="359588"/>
              </a:xfrm>
              <a:custGeom>
                <a:avLst/>
                <a:gdLst/>
                <a:ahLst/>
                <a:cxnLst/>
                <a:rect l="l" t="t" r="r" b="b"/>
                <a:pathLst>
                  <a:path w="58" h="635" extrusionOk="0">
                    <a:moveTo>
                      <a:pt x="49" y="632"/>
                    </a:moveTo>
                    <a:cubicBezTo>
                      <a:pt x="33" y="634"/>
                      <a:pt x="29" y="634"/>
                      <a:pt x="13" y="632"/>
                    </a:cubicBezTo>
                    <a:cubicBezTo>
                      <a:pt x="0" y="497"/>
                      <a:pt x="9" y="440"/>
                      <a:pt x="12" y="350"/>
                    </a:cubicBezTo>
                    <a:cubicBezTo>
                      <a:pt x="15" y="242"/>
                      <a:pt x="20" y="115"/>
                      <a:pt x="26" y="0"/>
                    </a:cubicBezTo>
                    <a:lnTo>
                      <a:pt x="35" y="0"/>
                    </a:lnTo>
                    <a:cubicBezTo>
                      <a:pt x="48" y="246"/>
                      <a:pt x="46" y="288"/>
                      <a:pt x="54" y="448"/>
                    </a:cubicBezTo>
                    <a:cubicBezTo>
                      <a:pt x="57" y="508"/>
                      <a:pt x="54" y="574"/>
                      <a:pt x="49" y="632"/>
                    </a:cubicBezTo>
                    <a:close/>
                  </a:path>
                </a:pathLst>
              </a:custGeom>
              <a:solidFill>
                <a:srgbClr val="D0D2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4"/>
              <p:cNvSpPr/>
              <p:nvPr/>
            </p:nvSpPr>
            <p:spPr>
              <a:xfrm>
                <a:off x="4774800" y="2383794"/>
                <a:ext cx="31712" cy="443397"/>
              </a:xfrm>
              <a:custGeom>
                <a:avLst/>
                <a:gdLst/>
                <a:ahLst/>
                <a:cxnLst/>
                <a:rect l="l" t="t" r="r" b="b"/>
                <a:pathLst>
                  <a:path w="56" h="783" extrusionOk="0">
                    <a:moveTo>
                      <a:pt x="29" y="782"/>
                    </a:moveTo>
                    <a:lnTo>
                      <a:pt x="25" y="782"/>
                    </a:lnTo>
                    <a:cubicBezTo>
                      <a:pt x="12" y="722"/>
                      <a:pt x="6" y="647"/>
                      <a:pt x="4" y="586"/>
                    </a:cubicBezTo>
                    <a:cubicBezTo>
                      <a:pt x="0" y="509"/>
                      <a:pt x="6" y="469"/>
                      <a:pt x="8" y="390"/>
                    </a:cubicBezTo>
                    <a:cubicBezTo>
                      <a:pt x="13" y="250"/>
                      <a:pt x="17" y="132"/>
                      <a:pt x="25" y="0"/>
                    </a:cubicBezTo>
                    <a:lnTo>
                      <a:pt x="29" y="0"/>
                    </a:lnTo>
                    <a:cubicBezTo>
                      <a:pt x="34" y="82"/>
                      <a:pt x="39" y="212"/>
                      <a:pt x="43" y="293"/>
                    </a:cubicBezTo>
                    <a:cubicBezTo>
                      <a:pt x="48" y="446"/>
                      <a:pt x="46" y="398"/>
                      <a:pt x="51" y="489"/>
                    </a:cubicBezTo>
                    <a:cubicBezTo>
                      <a:pt x="55" y="588"/>
                      <a:pt x="44" y="710"/>
                      <a:pt x="29" y="7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4"/>
              <p:cNvSpPr/>
              <p:nvPr/>
            </p:nvSpPr>
            <p:spPr>
              <a:xfrm>
                <a:off x="4604349" y="2429663"/>
                <a:ext cx="177813" cy="544761"/>
              </a:xfrm>
              <a:custGeom>
                <a:avLst/>
                <a:gdLst/>
                <a:ahLst/>
                <a:cxnLst/>
                <a:rect l="l" t="t" r="r" b="b"/>
                <a:pathLst>
                  <a:path w="314" h="962" extrusionOk="0">
                    <a:moveTo>
                      <a:pt x="313" y="961"/>
                    </a:moveTo>
                    <a:cubicBezTo>
                      <a:pt x="280" y="958"/>
                      <a:pt x="205" y="949"/>
                      <a:pt x="177" y="921"/>
                    </a:cubicBezTo>
                    <a:cubicBezTo>
                      <a:pt x="22" y="765"/>
                      <a:pt x="17" y="326"/>
                      <a:pt x="29" y="137"/>
                    </a:cubicBezTo>
                    <a:cubicBezTo>
                      <a:pt x="33" y="75"/>
                      <a:pt x="58" y="31"/>
                      <a:pt x="91" y="0"/>
                    </a:cubicBezTo>
                    <a:cubicBezTo>
                      <a:pt x="86" y="9"/>
                      <a:pt x="0" y="530"/>
                      <a:pt x="204" y="492"/>
                    </a:cubicBezTo>
                    <a:lnTo>
                      <a:pt x="313" y="9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4798018" y="2429663"/>
                <a:ext cx="168186" cy="544761"/>
              </a:xfrm>
              <a:custGeom>
                <a:avLst/>
                <a:gdLst/>
                <a:ahLst/>
                <a:cxnLst/>
                <a:rect l="l" t="t" r="r" b="b"/>
                <a:pathLst>
                  <a:path w="297" h="962" extrusionOk="0">
                    <a:moveTo>
                      <a:pt x="0" y="961"/>
                    </a:moveTo>
                    <a:cubicBezTo>
                      <a:pt x="32" y="958"/>
                      <a:pt x="107" y="949"/>
                      <a:pt x="136" y="921"/>
                    </a:cubicBezTo>
                    <a:cubicBezTo>
                      <a:pt x="291" y="765"/>
                      <a:pt x="296" y="326"/>
                      <a:pt x="283" y="137"/>
                    </a:cubicBezTo>
                    <a:cubicBezTo>
                      <a:pt x="280" y="75"/>
                      <a:pt x="255" y="31"/>
                      <a:pt x="222" y="0"/>
                    </a:cubicBezTo>
                    <a:cubicBezTo>
                      <a:pt x="226" y="9"/>
                      <a:pt x="284" y="513"/>
                      <a:pt x="109" y="492"/>
                    </a:cubicBezTo>
                    <a:lnTo>
                      <a:pt x="0" y="9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4"/>
              <p:cNvSpPr/>
              <p:nvPr/>
            </p:nvSpPr>
            <p:spPr>
              <a:xfrm>
                <a:off x="4664375" y="2681091"/>
                <a:ext cx="251996" cy="31202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51" extrusionOk="0">
                    <a:moveTo>
                      <a:pt x="444" y="275"/>
                    </a:moveTo>
                    <a:cubicBezTo>
                      <a:pt x="444" y="323"/>
                      <a:pt x="434" y="371"/>
                      <a:pt x="414" y="412"/>
                    </a:cubicBezTo>
                    <a:cubicBezTo>
                      <a:pt x="395" y="454"/>
                      <a:pt x="367" y="489"/>
                      <a:pt x="333" y="513"/>
                    </a:cubicBezTo>
                    <a:cubicBezTo>
                      <a:pt x="299" y="537"/>
                      <a:pt x="261" y="550"/>
                      <a:pt x="222" y="550"/>
                    </a:cubicBezTo>
                    <a:cubicBezTo>
                      <a:pt x="183" y="550"/>
                      <a:pt x="145" y="537"/>
                      <a:pt x="111" y="513"/>
                    </a:cubicBezTo>
                    <a:cubicBezTo>
                      <a:pt x="77" y="489"/>
                      <a:pt x="49" y="454"/>
                      <a:pt x="29" y="412"/>
                    </a:cubicBezTo>
                    <a:cubicBezTo>
                      <a:pt x="10" y="371"/>
                      <a:pt x="0" y="323"/>
                      <a:pt x="0" y="275"/>
                    </a:cubicBezTo>
                    <a:cubicBezTo>
                      <a:pt x="0" y="227"/>
                      <a:pt x="10" y="180"/>
                      <a:pt x="29" y="138"/>
                    </a:cubicBezTo>
                    <a:cubicBezTo>
                      <a:pt x="49" y="96"/>
                      <a:pt x="77" y="61"/>
                      <a:pt x="111" y="37"/>
                    </a:cubicBezTo>
                    <a:cubicBezTo>
                      <a:pt x="145" y="13"/>
                      <a:pt x="183" y="0"/>
                      <a:pt x="222" y="0"/>
                    </a:cubicBezTo>
                    <a:cubicBezTo>
                      <a:pt x="261" y="0"/>
                      <a:pt x="299" y="13"/>
                      <a:pt x="333" y="37"/>
                    </a:cubicBezTo>
                    <a:cubicBezTo>
                      <a:pt x="367" y="61"/>
                      <a:pt x="395" y="96"/>
                      <a:pt x="414" y="138"/>
                    </a:cubicBezTo>
                    <a:cubicBezTo>
                      <a:pt x="434" y="180"/>
                      <a:pt x="444" y="227"/>
                      <a:pt x="444" y="2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4"/>
              <p:cNvSpPr/>
              <p:nvPr/>
            </p:nvSpPr>
            <p:spPr>
              <a:xfrm>
                <a:off x="4675701" y="2692983"/>
                <a:ext cx="229344" cy="288237"/>
              </a:xfrm>
              <a:custGeom>
                <a:avLst/>
                <a:gdLst/>
                <a:ahLst/>
                <a:cxnLst/>
                <a:rect l="l" t="t" r="r" b="b"/>
                <a:pathLst>
                  <a:path w="405" h="509" extrusionOk="0">
                    <a:moveTo>
                      <a:pt x="404" y="254"/>
                    </a:moveTo>
                    <a:cubicBezTo>
                      <a:pt x="404" y="299"/>
                      <a:pt x="395" y="343"/>
                      <a:pt x="377" y="381"/>
                    </a:cubicBezTo>
                    <a:cubicBezTo>
                      <a:pt x="359" y="420"/>
                      <a:pt x="334" y="452"/>
                      <a:pt x="303" y="474"/>
                    </a:cubicBezTo>
                    <a:cubicBezTo>
                      <a:pt x="272" y="497"/>
                      <a:pt x="238" y="508"/>
                      <a:pt x="202" y="508"/>
                    </a:cubicBezTo>
                    <a:cubicBezTo>
                      <a:pt x="167" y="508"/>
                      <a:pt x="132" y="497"/>
                      <a:pt x="101" y="474"/>
                    </a:cubicBezTo>
                    <a:cubicBezTo>
                      <a:pt x="70" y="452"/>
                      <a:pt x="45" y="420"/>
                      <a:pt x="27" y="381"/>
                    </a:cubicBezTo>
                    <a:cubicBezTo>
                      <a:pt x="9" y="343"/>
                      <a:pt x="0" y="299"/>
                      <a:pt x="0" y="254"/>
                    </a:cubicBezTo>
                    <a:cubicBezTo>
                      <a:pt x="0" y="210"/>
                      <a:pt x="9" y="166"/>
                      <a:pt x="27" y="127"/>
                    </a:cubicBezTo>
                    <a:cubicBezTo>
                      <a:pt x="45" y="88"/>
                      <a:pt x="70" y="56"/>
                      <a:pt x="101" y="34"/>
                    </a:cubicBezTo>
                    <a:cubicBezTo>
                      <a:pt x="132" y="12"/>
                      <a:pt x="166" y="0"/>
                      <a:pt x="202" y="0"/>
                    </a:cubicBezTo>
                    <a:cubicBezTo>
                      <a:pt x="237" y="0"/>
                      <a:pt x="272" y="12"/>
                      <a:pt x="303" y="34"/>
                    </a:cubicBezTo>
                    <a:cubicBezTo>
                      <a:pt x="334" y="56"/>
                      <a:pt x="359" y="88"/>
                      <a:pt x="377" y="127"/>
                    </a:cubicBezTo>
                    <a:cubicBezTo>
                      <a:pt x="395" y="166"/>
                      <a:pt x="404" y="210"/>
                      <a:pt x="404" y="2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4725534" y="2728659"/>
                <a:ext cx="127980" cy="218018"/>
              </a:xfrm>
              <a:custGeom>
                <a:avLst/>
                <a:gdLst/>
                <a:ahLst/>
                <a:cxnLst/>
                <a:rect l="l" t="t" r="r" b="b"/>
                <a:pathLst>
                  <a:path w="226" h="385" extrusionOk="0">
                    <a:moveTo>
                      <a:pt x="185" y="266"/>
                    </a:moveTo>
                    <a:cubicBezTo>
                      <a:pt x="178" y="253"/>
                      <a:pt x="177" y="236"/>
                      <a:pt x="184" y="223"/>
                    </a:cubicBezTo>
                    <a:cubicBezTo>
                      <a:pt x="193" y="203"/>
                      <a:pt x="193" y="180"/>
                      <a:pt x="184" y="160"/>
                    </a:cubicBezTo>
                    <a:cubicBezTo>
                      <a:pt x="177" y="146"/>
                      <a:pt x="179" y="130"/>
                      <a:pt x="185" y="117"/>
                    </a:cubicBezTo>
                    <a:lnTo>
                      <a:pt x="217" y="50"/>
                    </a:lnTo>
                    <a:cubicBezTo>
                      <a:pt x="224" y="36"/>
                      <a:pt x="220" y="17"/>
                      <a:pt x="207" y="9"/>
                    </a:cubicBezTo>
                    <a:cubicBezTo>
                      <a:pt x="191" y="0"/>
                      <a:pt x="170" y="5"/>
                      <a:pt x="163" y="22"/>
                    </a:cubicBezTo>
                    <a:lnTo>
                      <a:pt x="123" y="98"/>
                    </a:lnTo>
                    <a:cubicBezTo>
                      <a:pt x="119" y="105"/>
                      <a:pt x="108" y="105"/>
                      <a:pt x="105" y="98"/>
                    </a:cubicBezTo>
                    <a:lnTo>
                      <a:pt x="65" y="22"/>
                    </a:lnTo>
                    <a:cubicBezTo>
                      <a:pt x="57" y="6"/>
                      <a:pt x="37" y="0"/>
                      <a:pt x="21" y="9"/>
                    </a:cubicBezTo>
                    <a:cubicBezTo>
                      <a:pt x="7" y="17"/>
                      <a:pt x="3" y="36"/>
                      <a:pt x="10" y="50"/>
                    </a:cubicBezTo>
                    <a:lnTo>
                      <a:pt x="43" y="117"/>
                    </a:lnTo>
                    <a:cubicBezTo>
                      <a:pt x="49" y="130"/>
                      <a:pt x="50" y="146"/>
                      <a:pt x="44" y="160"/>
                    </a:cubicBezTo>
                    <a:cubicBezTo>
                      <a:pt x="35" y="180"/>
                      <a:pt x="35" y="203"/>
                      <a:pt x="44" y="223"/>
                    </a:cubicBezTo>
                    <a:cubicBezTo>
                      <a:pt x="50" y="236"/>
                      <a:pt x="49" y="252"/>
                      <a:pt x="43" y="266"/>
                    </a:cubicBezTo>
                    <a:lnTo>
                      <a:pt x="10" y="332"/>
                    </a:lnTo>
                    <a:cubicBezTo>
                      <a:pt x="0" y="354"/>
                      <a:pt x="14" y="378"/>
                      <a:pt x="37" y="378"/>
                    </a:cubicBezTo>
                    <a:cubicBezTo>
                      <a:pt x="49" y="378"/>
                      <a:pt x="60" y="372"/>
                      <a:pt x="65" y="361"/>
                    </a:cubicBezTo>
                    <a:lnTo>
                      <a:pt x="105" y="285"/>
                    </a:lnTo>
                    <a:cubicBezTo>
                      <a:pt x="108" y="278"/>
                      <a:pt x="119" y="278"/>
                      <a:pt x="123" y="285"/>
                    </a:cubicBezTo>
                    <a:lnTo>
                      <a:pt x="163" y="361"/>
                    </a:lnTo>
                    <a:cubicBezTo>
                      <a:pt x="171" y="378"/>
                      <a:pt x="192" y="384"/>
                      <a:pt x="208" y="373"/>
                    </a:cubicBezTo>
                    <a:cubicBezTo>
                      <a:pt x="221" y="364"/>
                      <a:pt x="225" y="347"/>
                      <a:pt x="218" y="332"/>
                    </a:cubicBezTo>
                    <a:lnTo>
                      <a:pt x="185" y="26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3878941" y="3186214"/>
                <a:ext cx="1822863" cy="444530"/>
              </a:xfrm>
              <a:custGeom>
                <a:avLst/>
                <a:gdLst/>
                <a:ahLst/>
                <a:cxnLst/>
                <a:rect l="l" t="t" r="r" b="b"/>
                <a:pathLst>
                  <a:path w="3219" h="785" extrusionOk="0">
                    <a:moveTo>
                      <a:pt x="3177" y="0"/>
                    </a:moveTo>
                    <a:lnTo>
                      <a:pt x="2921" y="80"/>
                    </a:lnTo>
                    <a:cubicBezTo>
                      <a:pt x="2833" y="265"/>
                      <a:pt x="2678" y="423"/>
                      <a:pt x="2434" y="480"/>
                    </a:cubicBezTo>
                    <a:cubicBezTo>
                      <a:pt x="1958" y="590"/>
                      <a:pt x="1684" y="364"/>
                      <a:pt x="1629" y="245"/>
                    </a:cubicBezTo>
                    <a:cubicBezTo>
                      <a:pt x="1621" y="228"/>
                      <a:pt x="1595" y="228"/>
                      <a:pt x="1587" y="245"/>
                    </a:cubicBezTo>
                    <a:cubicBezTo>
                      <a:pt x="1532" y="364"/>
                      <a:pt x="1258" y="590"/>
                      <a:pt x="783" y="480"/>
                    </a:cubicBezTo>
                    <a:cubicBezTo>
                      <a:pt x="539" y="423"/>
                      <a:pt x="384" y="265"/>
                      <a:pt x="295" y="80"/>
                    </a:cubicBezTo>
                    <a:lnTo>
                      <a:pt x="72" y="10"/>
                    </a:lnTo>
                    <a:lnTo>
                      <a:pt x="72" y="10"/>
                    </a:lnTo>
                    <a:lnTo>
                      <a:pt x="40" y="0"/>
                    </a:lnTo>
                    <a:cubicBezTo>
                      <a:pt x="3" y="26"/>
                      <a:pt x="0" y="139"/>
                      <a:pt x="218" y="362"/>
                    </a:cubicBezTo>
                    <a:cubicBezTo>
                      <a:pt x="437" y="584"/>
                      <a:pt x="511" y="571"/>
                      <a:pt x="511" y="571"/>
                    </a:cubicBezTo>
                    <a:cubicBezTo>
                      <a:pt x="511" y="592"/>
                      <a:pt x="583" y="700"/>
                      <a:pt x="780" y="737"/>
                    </a:cubicBezTo>
                    <a:cubicBezTo>
                      <a:pt x="976" y="773"/>
                      <a:pt x="1167" y="723"/>
                      <a:pt x="1167" y="723"/>
                    </a:cubicBezTo>
                    <a:cubicBezTo>
                      <a:pt x="1179" y="744"/>
                      <a:pt x="1223" y="784"/>
                      <a:pt x="1400" y="671"/>
                    </a:cubicBezTo>
                    <a:cubicBezTo>
                      <a:pt x="1522" y="593"/>
                      <a:pt x="1575" y="524"/>
                      <a:pt x="1597" y="476"/>
                    </a:cubicBezTo>
                    <a:cubicBezTo>
                      <a:pt x="1601" y="465"/>
                      <a:pt x="1616" y="465"/>
                      <a:pt x="1621" y="476"/>
                    </a:cubicBezTo>
                    <a:cubicBezTo>
                      <a:pt x="1642" y="524"/>
                      <a:pt x="1696" y="593"/>
                      <a:pt x="1818" y="671"/>
                    </a:cubicBezTo>
                    <a:cubicBezTo>
                      <a:pt x="1995" y="784"/>
                      <a:pt x="2039" y="744"/>
                      <a:pt x="2050" y="723"/>
                    </a:cubicBezTo>
                    <a:cubicBezTo>
                      <a:pt x="2050" y="723"/>
                      <a:pt x="2241" y="772"/>
                      <a:pt x="2438" y="737"/>
                    </a:cubicBezTo>
                    <a:cubicBezTo>
                      <a:pt x="2634" y="700"/>
                      <a:pt x="2707" y="592"/>
                      <a:pt x="2707" y="571"/>
                    </a:cubicBezTo>
                    <a:cubicBezTo>
                      <a:pt x="2707" y="571"/>
                      <a:pt x="2780" y="584"/>
                      <a:pt x="3000" y="362"/>
                    </a:cubicBezTo>
                    <a:cubicBezTo>
                      <a:pt x="3218" y="139"/>
                      <a:pt x="3214" y="26"/>
                      <a:pt x="3177" y="0"/>
                    </a:cubicBezTo>
                    <a:moveTo>
                      <a:pt x="1353" y="636"/>
                    </a:moveTo>
                    <a:cubicBezTo>
                      <a:pt x="1182" y="722"/>
                      <a:pt x="1184" y="657"/>
                      <a:pt x="1184" y="657"/>
                    </a:cubicBezTo>
                    <a:cubicBezTo>
                      <a:pt x="1184" y="657"/>
                      <a:pt x="1033" y="752"/>
                      <a:pt x="803" y="692"/>
                    </a:cubicBezTo>
                    <a:cubicBezTo>
                      <a:pt x="574" y="632"/>
                      <a:pt x="569" y="561"/>
                      <a:pt x="569" y="561"/>
                    </a:cubicBezTo>
                    <a:cubicBezTo>
                      <a:pt x="569" y="561"/>
                      <a:pt x="595" y="550"/>
                      <a:pt x="610" y="532"/>
                    </a:cubicBezTo>
                    <a:cubicBezTo>
                      <a:pt x="610" y="532"/>
                      <a:pt x="556" y="551"/>
                      <a:pt x="502" y="543"/>
                    </a:cubicBezTo>
                    <a:cubicBezTo>
                      <a:pt x="451" y="536"/>
                      <a:pt x="55" y="200"/>
                      <a:pt x="66" y="37"/>
                    </a:cubicBezTo>
                    <a:cubicBezTo>
                      <a:pt x="66" y="37"/>
                      <a:pt x="183" y="73"/>
                      <a:pt x="233" y="108"/>
                    </a:cubicBezTo>
                    <a:cubicBezTo>
                      <a:pt x="283" y="143"/>
                      <a:pt x="268" y="178"/>
                      <a:pt x="433" y="351"/>
                    </a:cubicBezTo>
                    <a:cubicBezTo>
                      <a:pt x="597" y="524"/>
                      <a:pt x="938" y="621"/>
                      <a:pt x="1208" y="559"/>
                    </a:cubicBezTo>
                    <a:cubicBezTo>
                      <a:pt x="1264" y="546"/>
                      <a:pt x="1343" y="514"/>
                      <a:pt x="1377" y="500"/>
                    </a:cubicBezTo>
                    <a:cubicBezTo>
                      <a:pt x="1391" y="493"/>
                      <a:pt x="1406" y="490"/>
                      <a:pt x="1422" y="490"/>
                    </a:cubicBezTo>
                    <a:cubicBezTo>
                      <a:pt x="1468" y="491"/>
                      <a:pt x="1464" y="520"/>
                      <a:pt x="1451" y="548"/>
                    </a:cubicBezTo>
                    <a:cubicBezTo>
                      <a:pt x="1430" y="589"/>
                      <a:pt x="1394" y="615"/>
                      <a:pt x="1353" y="636"/>
                    </a:cubicBezTo>
                    <a:moveTo>
                      <a:pt x="2715" y="543"/>
                    </a:moveTo>
                    <a:cubicBezTo>
                      <a:pt x="2661" y="550"/>
                      <a:pt x="2607" y="531"/>
                      <a:pt x="2607" y="531"/>
                    </a:cubicBezTo>
                    <a:cubicBezTo>
                      <a:pt x="2622" y="550"/>
                      <a:pt x="2648" y="561"/>
                      <a:pt x="2648" y="561"/>
                    </a:cubicBezTo>
                    <a:cubicBezTo>
                      <a:pt x="2648" y="561"/>
                      <a:pt x="2643" y="631"/>
                      <a:pt x="2414" y="692"/>
                    </a:cubicBezTo>
                    <a:cubicBezTo>
                      <a:pt x="2185" y="752"/>
                      <a:pt x="2033" y="657"/>
                      <a:pt x="2033" y="657"/>
                    </a:cubicBezTo>
                    <a:cubicBezTo>
                      <a:pt x="2033" y="657"/>
                      <a:pt x="2036" y="722"/>
                      <a:pt x="1864" y="635"/>
                    </a:cubicBezTo>
                    <a:cubicBezTo>
                      <a:pt x="1823" y="615"/>
                      <a:pt x="1789" y="590"/>
                      <a:pt x="1768" y="550"/>
                    </a:cubicBezTo>
                    <a:cubicBezTo>
                      <a:pt x="1754" y="522"/>
                      <a:pt x="1748" y="490"/>
                      <a:pt x="1795" y="490"/>
                    </a:cubicBezTo>
                    <a:cubicBezTo>
                      <a:pt x="1811" y="490"/>
                      <a:pt x="1827" y="493"/>
                      <a:pt x="1841" y="500"/>
                    </a:cubicBezTo>
                    <a:cubicBezTo>
                      <a:pt x="1888" y="523"/>
                      <a:pt x="1943" y="543"/>
                      <a:pt x="2009" y="558"/>
                    </a:cubicBezTo>
                    <a:cubicBezTo>
                      <a:pt x="2279" y="621"/>
                      <a:pt x="2619" y="524"/>
                      <a:pt x="2784" y="350"/>
                    </a:cubicBezTo>
                    <a:cubicBezTo>
                      <a:pt x="2949" y="177"/>
                      <a:pt x="2934" y="142"/>
                      <a:pt x="2984" y="107"/>
                    </a:cubicBezTo>
                    <a:cubicBezTo>
                      <a:pt x="3034" y="73"/>
                      <a:pt x="3151" y="36"/>
                      <a:pt x="3151" y="36"/>
                    </a:cubicBezTo>
                    <a:lnTo>
                      <a:pt x="3151" y="36"/>
                    </a:lnTo>
                    <a:cubicBezTo>
                      <a:pt x="3163" y="199"/>
                      <a:pt x="2766" y="536"/>
                      <a:pt x="2715" y="54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4"/>
              <p:cNvSpPr/>
              <p:nvPr/>
            </p:nvSpPr>
            <p:spPr>
              <a:xfrm>
                <a:off x="4083369" y="3311928"/>
                <a:ext cx="1412875" cy="199331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352" extrusionOk="0">
                    <a:moveTo>
                      <a:pt x="2447" y="59"/>
                    </a:moveTo>
                    <a:cubicBezTo>
                      <a:pt x="2327" y="185"/>
                      <a:pt x="2169" y="270"/>
                      <a:pt x="1985" y="298"/>
                    </a:cubicBezTo>
                    <a:cubicBezTo>
                      <a:pt x="1888" y="312"/>
                      <a:pt x="1780" y="310"/>
                      <a:pt x="1685" y="293"/>
                    </a:cubicBezTo>
                    <a:cubicBezTo>
                      <a:pt x="1587" y="275"/>
                      <a:pt x="1491" y="238"/>
                      <a:pt x="1410" y="182"/>
                    </a:cubicBezTo>
                    <a:lnTo>
                      <a:pt x="1411" y="183"/>
                    </a:lnTo>
                    <a:cubicBezTo>
                      <a:pt x="1406" y="178"/>
                      <a:pt x="1331" y="131"/>
                      <a:pt x="1274" y="48"/>
                    </a:cubicBezTo>
                    <a:cubicBezTo>
                      <a:pt x="1270" y="42"/>
                      <a:pt x="1262" y="30"/>
                      <a:pt x="1260" y="26"/>
                    </a:cubicBezTo>
                    <a:cubicBezTo>
                      <a:pt x="1254" y="16"/>
                      <a:pt x="1240" y="16"/>
                      <a:pt x="1235" y="26"/>
                    </a:cubicBezTo>
                    <a:cubicBezTo>
                      <a:pt x="1217" y="60"/>
                      <a:pt x="1173" y="113"/>
                      <a:pt x="1123" y="153"/>
                    </a:cubicBezTo>
                    <a:cubicBezTo>
                      <a:pt x="1109" y="165"/>
                      <a:pt x="1087" y="180"/>
                      <a:pt x="1077" y="188"/>
                    </a:cubicBezTo>
                    <a:cubicBezTo>
                      <a:pt x="995" y="242"/>
                      <a:pt x="900" y="278"/>
                      <a:pt x="802" y="294"/>
                    </a:cubicBezTo>
                    <a:cubicBezTo>
                      <a:pt x="523" y="340"/>
                      <a:pt x="244" y="268"/>
                      <a:pt x="48" y="58"/>
                    </a:cubicBezTo>
                    <a:cubicBezTo>
                      <a:pt x="30" y="40"/>
                      <a:pt x="14" y="21"/>
                      <a:pt x="0" y="0"/>
                    </a:cubicBezTo>
                    <a:cubicBezTo>
                      <a:pt x="27" y="42"/>
                      <a:pt x="60" y="81"/>
                      <a:pt x="97" y="116"/>
                    </a:cubicBezTo>
                    <a:cubicBezTo>
                      <a:pt x="210" y="222"/>
                      <a:pt x="349" y="290"/>
                      <a:pt x="501" y="316"/>
                    </a:cubicBezTo>
                    <a:cubicBezTo>
                      <a:pt x="701" y="351"/>
                      <a:pt x="935" y="320"/>
                      <a:pt x="1103" y="202"/>
                    </a:cubicBezTo>
                    <a:cubicBezTo>
                      <a:pt x="1189" y="141"/>
                      <a:pt x="1305" y="143"/>
                      <a:pt x="1392" y="203"/>
                    </a:cubicBezTo>
                    <a:cubicBezTo>
                      <a:pt x="1394" y="205"/>
                      <a:pt x="1393" y="204"/>
                      <a:pt x="1397" y="206"/>
                    </a:cubicBezTo>
                    <a:cubicBezTo>
                      <a:pt x="1396" y="205"/>
                      <a:pt x="1395" y="205"/>
                      <a:pt x="1394" y="205"/>
                    </a:cubicBezTo>
                    <a:cubicBezTo>
                      <a:pt x="1480" y="264"/>
                      <a:pt x="1579" y="300"/>
                      <a:pt x="1681" y="317"/>
                    </a:cubicBezTo>
                    <a:cubicBezTo>
                      <a:pt x="1784" y="335"/>
                      <a:pt x="1893" y="333"/>
                      <a:pt x="1988" y="318"/>
                    </a:cubicBezTo>
                    <a:cubicBezTo>
                      <a:pt x="2142" y="292"/>
                      <a:pt x="2282" y="224"/>
                      <a:pt x="2396" y="117"/>
                    </a:cubicBezTo>
                    <a:cubicBezTo>
                      <a:pt x="2433" y="82"/>
                      <a:pt x="2467" y="43"/>
                      <a:pt x="2494" y="1"/>
                    </a:cubicBezTo>
                    <a:cubicBezTo>
                      <a:pt x="2480" y="21"/>
                      <a:pt x="2464" y="40"/>
                      <a:pt x="2447" y="5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4"/>
              <p:cNvSpPr/>
              <p:nvPr/>
            </p:nvSpPr>
            <p:spPr>
              <a:xfrm>
                <a:off x="3953690" y="3249071"/>
                <a:ext cx="223682" cy="2134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77" extrusionOk="0">
                    <a:moveTo>
                      <a:pt x="0" y="0"/>
                    </a:moveTo>
                    <a:cubicBezTo>
                      <a:pt x="0" y="0"/>
                      <a:pt x="43" y="1"/>
                      <a:pt x="99" y="50"/>
                    </a:cubicBezTo>
                    <a:cubicBezTo>
                      <a:pt x="156" y="99"/>
                      <a:pt x="270" y="306"/>
                      <a:pt x="394" y="358"/>
                    </a:cubicBezTo>
                    <a:cubicBezTo>
                      <a:pt x="394" y="358"/>
                      <a:pt x="326" y="376"/>
                      <a:pt x="197" y="263"/>
                    </a:cubicBezTo>
                    <a:cubicBezTo>
                      <a:pt x="68" y="15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4"/>
              <p:cNvSpPr/>
              <p:nvPr/>
            </p:nvSpPr>
            <p:spPr>
              <a:xfrm>
                <a:off x="4223807" y="3486343"/>
                <a:ext cx="302961" cy="96834"/>
              </a:xfrm>
              <a:custGeom>
                <a:avLst/>
                <a:gdLst/>
                <a:ahLst/>
                <a:cxnLst/>
                <a:rect l="l" t="t" r="r" b="b"/>
                <a:pathLst>
                  <a:path w="535" h="171" extrusionOk="0">
                    <a:moveTo>
                      <a:pt x="0" y="39"/>
                    </a:moveTo>
                    <a:cubicBezTo>
                      <a:pt x="0" y="35"/>
                      <a:pt x="35" y="5"/>
                      <a:pt x="49" y="0"/>
                    </a:cubicBezTo>
                    <a:cubicBezTo>
                      <a:pt x="49" y="0"/>
                      <a:pt x="290" y="106"/>
                      <a:pt x="490" y="71"/>
                    </a:cubicBezTo>
                    <a:cubicBezTo>
                      <a:pt x="490" y="71"/>
                      <a:pt x="534" y="117"/>
                      <a:pt x="383" y="143"/>
                    </a:cubicBezTo>
                    <a:cubicBezTo>
                      <a:pt x="232" y="170"/>
                      <a:pt x="0" y="76"/>
                      <a:pt x="0" y="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>
                <a:off x="5400543" y="3249071"/>
                <a:ext cx="223682" cy="2134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77" extrusionOk="0">
                    <a:moveTo>
                      <a:pt x="394" y="0"/>
                    </a:moveTo>
                    <a:cubicBezTo>
                      <a:pt x="394" y="0"/>
                      <a:pt x="352" y="1"/>
                      <a:pt x="296" y="50"/>
                    </a:cubicBezTo>
                    <a:cubicBezTo>
                      <a:pt x="239" y="100"/>
                      <a:pt x="124" y="306"/>
                      <a:pt x="0" y="358"/>
                    </a:cubicBezTo>
                    <a:cubicBezTo>
                      <a:pt x="0" y="358"/>
                      <a:pt x="68" y="376"/>
                      <a:pt x="197" y="263"/>
                    </a:cubicBezTo>
                    <a:cubicBezTo>
                      <a:pt x="326" y="150"/>
                      <a:pt x="394" y="0"/>
                      <a:pt x="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4"/>
              <p:cNvSpPr/>
              <p:nvPr/>
            </p:nvSpPr>
            <p:spPr>
              <a:xfrm>
                <a:off x="5050580" y="3486343"/>
                <a:ext cx="303527" cy="96834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71" extrusionOk="0">
                    <a:moveTo>
                      <a:pt x="535" y="39"/>
                    </a:moveTo>
                    <a:cubicBezTo>
                      <a:pt x="535" y="35"/>
                      <a:pt x="500" y="5"/>
                      <a:pt x="486" y="0"/>
                    </a:cubicBezTo>
                    <a:cubicBezTo>
                      <a:pt x="486" y="0"/>
                      <a:pt x="245" y="106"/>
                      <a:pt x="44" y="71"/>
                    </a:cubicBezTo>
                    <a:cubicBezTo>
                      <a:pt x="44" y="71"/>
                      <a:pt x="0" y="117"/>
                      <a:pt x="152" y="143"/>
                    </a:cubicBezTo>
                    <a:cubicBezTo>
                      <a:pt x="303" y="170"/>
                      <a:pt x="535" y="76"/>
                      <a:pt x="535" y="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4151889" y="2173138"/>
                <a:ext cx="94569" cy="396962"/>
              </a:xfrm>
              <a:custGeom>
                <a:avLst/>
                <a:gdLst/>
                <a:ahLst/>
                <a:cxnLst/>
                <a:rect l="l" t="t" r="r" b="b"/>
                <a:pathLst>
                  <a:path w="167" h="701" extrusionOk="0">
                    <a:moveTo>
                      <a:pt x="32" y="694"/>
                    </a:moveTo>
                    <a:cubicBezTo>
                      <a:pt x="33" y="699"/>
                      <a:pt x="25" y="700"/>
                      <a:pt x="24" y="696"/>
                    </a:cubicBezTo>
                    <a:cubicBezTo>
                      <a:pt x="0" y="574"/>
                      <a:pt x="3" y="457"/>
                      <a:pt x="26" y="338"/>
                    </a:cubicBezTo>
                    <a:cubicBezTo>
                      <a:pt x="50" y="213"/>
                      <a:pt x="90" y="109"/>
                      <a:pt x="157" y="4"/>
                    </a:cubicBezTo>
                    <a:cubicBezTo>
                      <a:pt x="159" y="0"/>
                      <a:pt x="166" y="3"/>
                      <a:pt x="164" y="8"/>
                    </a:cubicBezTo>
                    <a:cubicBezTo>
                      <a:pt x="128" y="84"/>
                      <a:pt x="97" y="163"/>
                      <a:pt x="76" y="244"/>
                    </a:cubicBezTo>
                    <a:cubicBezTo>
                      <a:pt x="34" y="397"/>
                      <a:pt x="22" y="558"/>
                      <a:pt x="32" y="6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3849494" y="2095557"/>
                <a:ext cx="120052" cy="492664"/>
              </a:xfrm>
              <a:custGeom>
                <a:avLst/>
                <a:gdLst/>
                <a:ahLst/>
                <a:cxnLst/>
                <a:rect l="l" t="t" r="r" b="b"/>
                <a:pathLst>
                  <a:path w="212" h="870" extrusionOk="0">
                    <a:moveTo>
                      <a:pt x="9" y="866"/>
                    </a:moveTo>
                    <a:cubicBezTo>
                      <a:pt x="9" y="869"/>
                      <a:pt x="4" y="869"/>
                      <a:pt x="4" y="866"/>
                    </a:cubicBezTo>
                    <a:cubicBezTo>
                      <a:pt x="0" y="799"/>
                      <a:pt x="1" y="721"/>
                      <a:pt x="6" y="659"/>
                    </a:cubicBezTo>
                    <a:cubicBezTo>
                      <a:pt x="23" y="434"/>
                      <a:pt x="83" y="191"/>
                      <a:pt x="206" y="2"/>
                    </a:cubicBezTo>
                    <a:cubicBezTo>
                      <a:pt x="207" y="0"/>
                      <a:pt x="211" y="2"/>
                      <a:pt x="210" y="5"/>
                    </a:cubicBezTo>
                    <a:cubicBezTo>
                      <a:pt x="127" y="173"/>
                      <a:pt x="74" y="355"/>
                      <a:pt x="45" y="542"/>
                    </a:cubicBezTo>
                    <a:cubicBezTo>
                      <a:pt x="29" y="630"/>
                      <a:pt x="15" y="750"/>
                      <a:pt x="9" y="86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4"/>
              <p:cNvSpPr/>
              <p:nvPr/>
            </p:nvSpPr>
            <p:spPr>
              <a:xfrm>
                <a:off x="4198324" y="1810718"/>
                <a:ext cx="18687" cy="113822"/>
              </a:xfrm>
              <a:custGeom>
                <a:avLst/>
                <a:gdLst/>
                <a:ahLst/>
                <a:cxnLst/>
                <a:rect l="l" t="t" r="r" b="b"/>
                <a:pathLst>
                  <a:path w="33" h="201" extrusionOk="0">
                    <a:moveTo>
                      <a:pt x="29" y="17"/>
                    </a:moveTo>
                    <a:cubicBezTo>
                      <a:pt x="24" y="39"/>
                      <a:pt x="21" y="74"/>
                      <a:pt x="20" y="108"/>
                    </a:cubicBezTo>
                    <a:cubicBezTo>
                      <a:pt x="20" y="143"/>
                      <a:pt x="23" y="170"/>
                      <a:pt x="28" y="200"/>
                    </a:cubicBezTo>
                    <a:cubicBezTo>
                      <a:pt x="19" y="171"/>
                      <a:pt x="12" y="144"/>
                      <a:pt x="7" y="109"/>
                    </a:cubicBezTo>
                    <a:cubicBezTo>
                      <a:pt x="2" y="79"/>
                      <a:pt x="0" y="42"/>
                      <a:pt x="2" y="13"/>
                    </a:cubicBezTo>
                    <a:cubicBezTo>
                      <a:pt x="3" y="6"/>
                      <a:pt x="10" y="0"/>
                      <a:pt x="17" y="1"/>
                    </a:cubicBezTo>
                    <a:cubicBezTo>
                      <a:pt x="25" y="1"/>
                      <a:pt x="32" y="9"/>
                      <a:pt x="29" y="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>
                <a:off x="5169500" y="1818646"/>
                <a:ext cx="77014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58" extrusionOk="0">
                    <a:moveTo>
                      <a:pt x="29" y="11"/>
                    </a:moveTo>
                    <a:cubicBezTo>
                      <a:pt x="38" y="31"/>
                      <a:pt x="54" y="61"/>
                      <a:pt x="74" y="88"/>
                    </a:cubicBezTo>
                    <a:cubicBezTo>
                      <a:pt x="95" y="116"/>
                      <a:pt x="113" y="136"/>
                      <a:pt x="135" y="157"/>
                    </a:cubicBezTo>
                    <a:cubicBezTo>
                      <a:pt x="110" y="139"/>
                      <a:pt x="89" y="122"/>
                      <a:pt x="64" y="97"/>
                    </a:cubicBezTo>
                    <a:cubicBezTo>
                      <a:pt x="43" y="76"/>
                      <a:pt x="20" y="48"/>
                      <a:pt x="4" y="23"/>
                    </a:cubicBezTo>
                    <a:cubicBezTo>
                      <a:pt x="0" y="17"/>
                      <a:pt x="2" y="9"/>
                      <a:pt x="9" y="4"/>
                    </a:cubicBezTo>
                    <a:cubicBezTo>
                      <a:pt x="16" y="0"/>
                      <a:pt x="25" y="2"/>
                      <a:pt x="29" y="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>
                <a:off x="3876676" y="1906419"/>
                <a:ext cx="33977" cy="51531"/>
              </a:xfrm>
              <a:custGeom>
                <a:avLst/>
                <a:gdLst/>
                <a:ahLst/>
                <a:cxnLst/>
                <a:rect l="l" t="t" r="r" b="b"/>
                <a:pathLst>
                  <a:path w="60" h="91" extrusionOk="0">
                    <a:moveTo>
                      <a:pt x="13" y="5"/>
                    </a:moveTo>
                    <a:cubicBezTo>
                      <a:pt x="20" y="26"/>
                      <a:pt x="41" y="76"/>
                      <a:pt x="59" y="90"/>
                    </a:cubicBezTo>
                    <a:cubicBezTo>
                      <a:pt x="39" y="78"/>
                      <a:pt x="12" y="31"/>
                      <a:pt x="1" y="11"/>
                    </a:cubicBezTo>
                    <a:cubicBezTo>
                      <a:pt x="0" y="8"/>
                      <a:pt x="1" y="4"/>
                      <a:pt x="4" y="2"/>
                    </a:cubicBezTo>
                    <a:cubicBezTo>
                      <a:pt x="7" y="0"/>
                      <a:pt x="12" y="1"/>
                      <a:pt x="13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>
                <a:off x="5638382" y="2055351"/>
                <a:ext cx="50399" cy="54929"/>
              </a:xfrm>
              <a:custGeom>
                <a:avLst/>
                <a:gdLst/>
                <a:ahLst/>
                <a:cxnLst/>
                <a:rect l="l" t="t" r="r" b="b"/>
                <a:pathLst>
                  <a:path w="89" h="97" extrusionOk="0">
                    <a:moveTo>
                      <a:pt x="82" y="25"/>
                    </a:moveTo>
                    <a:cubicBezTo>
                      <a:pt x="64" y="47"/>
                      <a:pt x="29" y="80"/>
                      <a:pt x="0" y="96"/>
                    </a:cubicBezTo>
                    <a:cubicBezTo>
                      <a:pt x="22" y="73"/>
                      <a:pt x="49" y="34"/>
                      <a:pt x="59" y="11"/>
                    </a:cubicBezTo>
                    <a:cubicBezTo>
                      <a:pt x="62" y="4"/>
                      <a:pt x="70" y="0"/>
                      <a:pt x="77" y="3"/>
                    </a:cubicBezTo>
                    <a:cubicBezTo>
                      <a:pt x="85" y="7"/>
                      <a:pt x="88" y="19"/>
                      <a:pt x="82" y="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4"/>
              <p:cNvSpPr/>
              <p:nvPr/>
            </p:nvSpPr>
            <p:spPr>
              <a:xfrm>
                <a:off x="5735783" y="2529328"/>
                <a:ext cx="69653" cy="21519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8" extrusionOk="0">
                    <a:moveTo>
                      <a:pt x="108" y="29"/>
                    </a:moveTo>
                    <a:cubicBezTo>
                      <a:pt x="81" y="35"/>
                      <a:pt x="32" y="37"/>
                      <a:pt x="0" y="31"/>
                    </a:cubicBezTo>
                    <a:cubicBezTo>
                      <a:pt x="31" y="28"/>
                      <a:pt x="77" y="15"/>
                      <a:pt x="99" y="3"/>
                    </a:cubicBezTo>
                    <a:cubicBezTo>
                      <a:pt x="106" y="0"/>
                      <a:pt x="114" y="3"/>
                      <a:pt x="118" y="9"/>
                    </a:cubicBezTo>
                    <a:cubicBezTo>
                      <a:pt x="122" y="18"/>
                      <a:pt x="116" y="27"/>
                      <a:pt x="108" y="2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4"/>
              <p:cNvSpPr/>
              <p:nvPr/>
            </p:nvSpPr>
            <p:spPr>
              <a:xfrm>
                <a:off x="5738614" y="2914399"/>
                <a:ext cx="39640" cy="13591"/>
              </a:xfrm>
              <a:custGeom>
                <a:avLst/>
                <a:gdLst/>
                <a:ahLst/>
                <a:cxnLst/>
                <a:rect l="l" t="t" r="r" b="b"/>
                <a:pathLst>
                  <a:path w="70" h="24" extrusionOk="0">
                    <a:moveTo>
                      <a:pt x="59" y="22"/>
                    </a:moveTo>
                    <a:cubicBezTo>
                      <a:pt x="43" y="19"/>
                      <a:pt x="16" y="10"/>
                      <a:pt x="0" y="0"/>
                    </a:cubicBezTo>
                    <a:cubicBezTo>
                      <a:pt x="17" y="6"/>
                      <a:pt x="45" y="8"/>
                      <a:pt x="60" y="7"/>
                    </a:cubicBezTo>
                    <a:cubicBezTo>
                      <a:pt x="64" y="6"/>
                      <a:pt x="68" y="9"/>
                      <a:pt x="68" y="14"/>
                    </a:cubicBezTo>
                    <a:cubicBezTo>
                      <a:pt x="69" y="19"/>
                      <a:pt x="64" y="23"/>
                      <a:pt x="59" y="2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4"/>
              <p:cNvSpPr/>
              <p:nvPr/>
            </p:nvSpPr>
            <p:spPr>
              <a:xfrm>
                <a:off x="4379535" y="1819778"/>
                <a:ext cx="33977" cy="51531"/>
              </a:xfrm>
              <a:custGeom>
                <a:avLst/>
                <a:gdLst/>
                <a:ahLst/>
                <a:cxnLst/>
                <a:rect l="l" t="t" r="r" b="b"/>
                <a:pathLst>
                  <a:path w="60" h="91" extrusionOk="0">
                    <a:moveTo>
                      <a:pt x="55" y="17"/>
                    </a:moveTo>
                    <a:cubicBezTo>
                      <a:pt x="43" y="40"/>
                      <a:pt x="22" y="69"/>
                      <a:pt x="0" y="90"/>
                    </a:cubicBezTo>
                    <a:cubicBezTo>
                      <a:pt x="15" y="65"/>
                      <a:pt x="26" y="34"/>
                      <a:pt x="30" y="11"/>
                    </a:cubicBezTo>
                    <a:cubicBezTo>
                      <a:pt x="31" y="5"/>
                      <a:pt x="38" y="0"/>
                      <a:pt x="45" y="0"/>
                    </a:cubicBezTo>
                    <a:cubicBezTo>
                      <a:pt x="54" y="1"/>
                      <a:pt x="59" y="10"/>
                      <a:pt x="55" y="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4"/>
              <p:cNvSpPr/>
              <p:nvPr/>
            </p:nvSpPr>
            <p:spPr>
              <a:xfrm>
                <a:off x="3803625" y="2892880"/>
                <a:ext cx="54929" cy="38507"/>
              </a:xfrm>
              <a:custGeom>
                <a:avLst/>
                <a:gdLst/>
                <a:ahLst/>
                <a:cxnLst/>
                <a:rect l="l" t="t" r="r" b="b"/>
                <a:pathLst>
                  <a:path w="97" h="68" extrusionOk="0">
                    <a:moveTo>
                      <a:pt x="1" y="55"/>
                    </a:moveTo>
                    <a:cubicBezTo>
                      <a:pt x="0" y="49"/>
                      <a:pt x="4" y="42"/>
                      <a:pt x="11" y="41"/>
                    </a:cubicBezTo>
                    <a:cubicBezTo>
                      <a:pt x="40" y="37"/>
                      <a:pt x="81" y="26"/>
                      <a:pt x="96" y="0"/>
                    </a:cubicBezTo>
                    <a:cubicBezTo>
                      <a:pt x="87" y="29"/>
                      <a:pt x="48" y="52"/>
                      <a:pt x="17" y="64"/>
                    </a:cubicBezTo>
                    <a:cubicBezTo>
                      <a:pt x="10" y="67"/>
                      <a:pt x="2" y="63"/>
                      <a:pt x="1" y="5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>
                <a:off x="5660467" y="1903022"/>
                <a:ext cx="4190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43" extrusionOk="0">
                    <a:moveTo>
                      <a:pt x="69" y="13"/>
                    </a:moveTo>
                    <a:cubicBezTo>
                      <a:pt x="51" y="25"/>
                      <a:pt x="25" y="36"/>
                      <a:pt x="0" y="42"/>
                    </a:cubicBezTo>
                    <a:cubicBezTo>
                      <a:pt x="37" y="26"/>
                      <a:pt x="63" y="1"/>
                      <a:pt x="61" y="2"/>
                    </a:cubicBezTo>
                    <a:cubicBezTo>
                      <a:pt x="64" y="0"/>
                      <a:pt x="68" y="0"/>
                      <a:pt x="71" y="3"/>
                    </a:cubicBezTo>
                    <a:cubicBezTo>
                      <a:pt x="73" y="5"/>
                      <a:pt x="73" y="10"/>
                      <a:pt x="69" y="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4186999" y="1322584"/>
                <a:ext cx="327878" cy="439433"/>
              </a:xfrm>
              <a:custGeom>
                <a:avLst/>
                <a:gdLst/>
                <a:ahLst/>
                <a:cxnLst/>
                <a:rect l="l" t="t" r="r" b="b"/>
                <a:pathLst>
                  <a:path w="579" h="776" extrusionOk="0">
                    <a:moveTo>
                      <a:pt x="522" y="753"/>
                    </a:moveTo>
                    <a:cubicBezTo>
                      <a:pt x="504" y="706"/>
                      <a:pt x="478" y="634"/>
                      <a:pt x="465" y="584"/>
                    </a:cubicBezTo>
                    <a:cubicBezTo>
                      <a:pt x="462" y="572"/>
                      <a:pt x="453" y="563"/>
                      <a:pt x="441" y="559"/>
                    </a:cubicBezTo>
                    <a:cubicBezTo>
                      <a:pt x="391" y="543"/>
                      <a:pt x="330" y="528"/>
                      <a:pt x="264" y="519"/>
                    </a:cubicBezTo>
                    <a:cubicBezTo>
                      <a:pt x="197" y="509"/>
                      <a:pt x="99" y="502"/>
                      <a:pt x="26" y="502"/>
                    </a:cubicBezTo>
                    <a:cubicBezTo>
                      <a:pt x="15" y="502"/>
                      <a:pt x="5" y="494"/>
                      <a:pt x="3" y="482"/>
                    </a:cubicBezTo>
                    <a:cubicBezTo>
                      <a:pt x="0" y="470"/>
                      <a:pt x="7" y="457"/>
                      <a:pt x="19" y="454"/>
                    </a:cubicBezTo>
                    <a:cubicBezTo>
                      <a:pt x="53" y="443"/>
                      <a:pt x="107" y="435"/>
                      <a:pt x="137" y="431"/>
                    </a:cubicBezTo>
                    <a:cubicBezTo>
                      <a:pt x="145" y="430"/>
                      <a:pt x="150" y="420"/>
                      <a:pt x="144" y="413"/>
                    </a:cubicBezTo>
                    <a:cubicBezTo>
                      <a:pt x="98" y="356"/>
                      <a:pt x="57" y="266"/>
                      <a:pt x="36" y="192"/>
                    </a:cubicBezTo>
                    <a:cubicBezTo>
                      <a:pt x="34" y="184"/>
                      <a:pt x="39" y="176"/>
                      <a:pt x="47" y="174"/>
                    </a:cubicBezTo>
                    <a:lnTo>
                      <a:pt x="47" y="174"/>
                    </a:lnTo>
                    <a:cubicBezTo>
                      <a:pt x="53" y="173"/>
                      <a:pt x="60" y="177"/>
                      <a:pt x="63" y="183"/>
                    </a:cubicBezTo>
                    <a:cubicBezTo>
                      <a:pt x="84" y="236"/>
                      <a:pt x="142" y="293"/>
                      <a:pt x="172" y="327"/>
                    </a:cubicBezTo>
                    <a:cubicBezTo>
                      <a:pt x="209" y="369"/>
                      <a:pt x="252" y="404"/>
                      <a:pt x="276" y="424"/>
                    </a:cubicBezTo>
                    <a:cubicBezTo>
                      <a:pt x="285" y="430"/>
                      <a:pt x="294" y="434"/>
                      <a:pt x="305" y="435"/>
                    </a:cubicBezTo>
                    <a:cubicBezTo>
                      <a:pt x="343" y="441"/>
                      <a:pt x="382" y="449"/>
                      <a:pt x="419" y="460"/>
                    </a:cubicBezTo>
                    <a:cubicBezTo>
                      <a:pt x="429" y="463"/>
                      <a:pt x="440" y="454"/>
                      <a:pt x="439" y="443"/>
                    </a:cubicBezTo>
                    <a:cubicBezTo>
                      <a:pt x="428" y="364"/>
                      <a:pt x="425" y="287"/>
                      <a:pt x="429" y="216"/>
                    </a:cubicBezTo>
                    <a:cubicBezTo>
                      <a:pt x="431" y="190"/>
                      <a:pt x="434" y="149"/>
                      <a:pt x="441" y="108"/>
                    </a:cubicBezTo>
                    <a:cubicBezTo>
                      <a:pt x="449" y="69"/>
                      <a:pt x="468" y="32"/>
                      <a:pt x="496" y="3"/>
                    </a:cubicBezTo>
                    <a:lnTo>
                      <a:pt x="496" y="3"/>
                    </a:lnTo>
                    <a:cubicBezTo>
                      <a:pt x="499" y="0"/>
                      <a:pt x="503" y="2"/>
                      <a:pt x="505" y="5"/>
                    </a:cubicBezTo>
                    <a:lnTo>
                      <a:pt x="507" y="12"/>
                    </a:lnTo>
                    <a:cubicBezTo>
                      <a:pt x="517" y="41"/>
                      <a:pt x="521" y="72"/>
                      <a:pt x="518" y="103"/>
                    </a:cubicBezTo>
                    <a:cubicBezTo>
                      <a:pt x="499" y="280"/>
                      <a:pt x="534" y="557"/>
                      <a:pt x="575" y="738"/>
                    </a:cubicBezTo>
                    <a:cubicBezTo>
                      <a:pt x="578" y="752"/>
                      <a:pt x="570" y="765"/>
                      <a:pt x="557" y="770"/>
                    </a:cubicBezTo>
                    <a:cubicBezTo>
                      <a:pt x="542" y="775"/>
                      <a:pt x="527" y="767"/>
                      <a:pt x="522" y="7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4217578" y="1352597"/>
                <a:ext cx="276912" cy="375444"/>
              </a:xfrm>
              <a:custGeom>
                <a:avLst/>
                <a:gdLst/>
                <a:ahLst/>
                <a:cxnLst/>
                <a:rect l="l" t="t" r="r" b="b"/>
                <a:pathLst>
                  <a:path w="489" h="663" extrusionOk="0">
                    <a:moveTo>
                      <a:pt x="425" y="166"/>
                    </a:moveTo>
                    <a:cubicBezTo>
                      <a:pt x="425" y="117"/>
                      <a:pt x="426" y="50"/>
                      <a:pt x="437" y="0"/>
                    </a:cubicBezTo>
                    <a:cubicBezTo>
                      <a:pt x="419" y="46"/>
                      <a:pt x="412" y="116"/>
                      <a:pt x="409" y="166"/>
                    </a:cubicBezTo>
                    <a:cubicBezTo>
                      <a:pt x="403" y="262"/>
                      <a:pt x="412" y="368"/>
                      <a:pt x="431" y="467"/>
                    </a:cubicBezTo>
                    <a:cubicBezTo>
                      <a:pt x="369" y="439"/>
                      <a:pt x="291" y="420"/>
                      <a:pt x="222" y="413"/>
                    </a:cubicBezTo>
                    <a:cubicBezTo>
                      <a:pt x="210" y="404"/>
                      <a:pt x="146" y="357"/>
                      <a:pt x="93" y="296"/>
                    </a:cubicBezTo>
                    <a:cubicBezTo>
                      <a:pt x="53" y="252"/>
                      <a:pt x="18" y="204"/>
                      <a:pt x="0" y="146"/>
                    </a:cubicBezTo>
                    <a:cubicBezTo>
                      <a:pt x="25" y="245"/>
                      <a:pt x="112" y="343"/>
                      <a:pt x="188" y="410"/>
                    </a:cubicBezTo>
                    <a:cubicBezTo>
                      <a:pt x="170" y="409"/>
                      <a:pt x="133" y="408"/>
                      <a:pt x="115" y="409"/>
                    </a:cubicBezTo>
                    <a:cubicBezTo>
                      <a:pt x="106" y="410"/>
                      <a:pt x="96" y="410"/>
                      <a:pt x="87" y="411"/>
                    </a:cubicBezTo>
                    <a:cubicBezTo>
                      <a:pt x="57" y="414"/>
                      <a:pt x="49" y="414"/>
                      <a:pt x="4" y="422"/>
                    </a:cubicBezTo>
                    <a:cubicBezTo>
                      <a:pt x="80" y="421"/>
                      <a:pt x="139" y="422"/>
                      <a:pt x="216" y="433"/>
                    </a:cubicBezTo>
                    <a:cubicBezTo>
                      <a:pt x="217" y="433"/>
                      <a:pt x="328" y="447"/>
                      <a:pt x="436" y="488"/>
                    </a:cubicBezTo>
                    <a:cubicBezTo>
                      <a:pt x="449" y="551"/>
                      <a:pt x="467" y="611"/>
                      <a:pt x="488" y="662"/>
                    </a:cubicBezTo>
                    <a:cubicBezTo>
                      <a:pt x="442" y="471"/>
                      <a:pt x="425" y="316"/>
                      <a:pt x="425" y="16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3844397" y="2826626"/>
                <a:ext cx="131944" cy="29050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513" extrusionOk="0">
                    <a:moveTo>
                      <a:pt x="81" y="158"/>
                    </a:moveTo>
                    <a:cubicBezTo>
                      <a:pt x="77" y="162"/>
                      <a:pt x="8" y="215"/>
                      <a:pt x="4" y="254"/>
                    </a:cubicBezTo>
                    <a:cubicBezTo>
                      <a:pt x="0" y="290"/>
                      <a:pt x="26" y="456"/>
                      <a:pt x="127" y="504"/>
                    </a:cubicBezTo>
                    <a:cubicBezTo>
                      <a:pt x="142" y="512"/>
                      <a:pt x="159" y="499"/>
                      <a:pt x="157" y="482"/>
                    </a:cubicBezTo>
                    <a:cubicBezTo>
                      <a:pt x="149" y="427"/>
                      <a:pt x="138" y="317"/>
                      <a:pt x="151" y="247"/>
                    </a:cubicBezTo>
                    <a:cubicBezTo>
                      <a:pt x="170" y="151"/>
                      <a:pt x="232" y="13"/>
                      <a:pt x="193" y="6"/>
                    </a:cubicBezTo>
                    <a:cubicBezTo>
                      <a:pt x="154" y="0"/>
                      <a:pt x="116" y="123"/>
                      <a:pt x="81" y="15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>
                <a:off x="3864217" y="2877025"/>
                <a:ext cx="69653" cy="20612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64" extrusionOk="0">
                    <a:moveTo>
                      <a:pt x="85" y="363"/>
                    </a:moveTo>
                    <a:cubicBezTo>
                      <a:pt x="21" y="312"/>
                      <a:pt x="0" y="189"/>
                      <a:pt x="2" y="160"/>
                    </a:cubicBezTo>
                    <a:cubicBezTo>
                      <a:pt x="3" y="157"/>
                      <a:pt x="7" y="137"/>
                      <a:pt x="63" y="90"/>
                    </a:cubicBezTo>
                    <a:cubicBezTo>
                      <a:pt x="66" y="87"/>
                      <a:pt x="69" y="85"/>
                      <a:pt x="70" y="84"/>
                    </a:cubicBezTo>
                    <a:cubicBezTo>
                      <a:pt x="90" y="65"/>
                      <a:pt x="107" y="28"/>
                      <a:pt x="122" y="0"/>
                    </a:cubicBezTo>
                    <a:cubicBezTo>
                      <a:pt x="109" y="45"/>
                      <a:pt x="92" y="97"/>
                      <a:pt x="83" y="144"/>
                    </a:cubicBezTo>
                    <a:cubicBezTo>
                      <a:pt x="71" y="208"/>
                      <a:pt x="78" y="301"/>
                      <a:pt x="85" y="36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4"/>
              <p:cNvSpPr/>
              <p:nvPr/>
            </p:nvSpPr>
            <p:spPr>
              <a:xfrm>
                <a:off x="4006354" y="1816947"/>
                <a:ext cx="369782" cy="864710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527" extrusionOk="0">
                    <a:moveTo>
                      <a:pt x="612" y="159"/>
                    </a:moveTo>
                    <a:cubicBezTo>
                      <a:pt x="581" y="130"/>
                      <a:pt x="597" y="72"/>
                      <a:pt x="606" y="45"/>
                    </a:cubicBezTo>
                    <a:cubicBezTo>
                      <a:pt x="609" y="36"/>
                      <a:pt x="605" y="26"/>
                      <a:pt x="597" y="22"/>
                    </a:cubicBezTo>
                    <a:cubicBezTo>
                      <a:pt x="551" y="0"/>
                      <a:pt x="484" y="10"/>
                      <a:pt x="454" y="17"/>
                    </a:cubicBezTo>
                    <a:cubicBezTo>
                      <a:pt x="445" y="19"/>
                      <a:pt x="438" y="27"/>
                      <a:pt x="439" y="37"/>
                    </a:cubicBezTo>
                    <a:cubicBezTo>
                      <a:pt x="452" y="177"/>
                      <a:pt x="423" y="288"/>
                      <a:pt x="404" y="342"/>
                    </a:cubicBezTo>
                    <a:cubicBezTo>
                      <a:pt x="397" y="362"/>
                      <a:pt x="386" y="381"/>
                      <a:pt x="373" y="397"/>
                    </a:cubicBezTo>
                    <a:cubicBezTo>
                      <a:pt x="316" y="465"/>
                      <a:pt x="136" y="721"/>
                      <a:pt x="60" y="1094"/>
                    </a:cubicBezTo>
                    <a:cubicBezTo>
                      <a:pt x="0" y="1388"/>
                      <a:pt x="24" y="1483"/>
                      <a:pt x="43" y="1513"/>
                    </a:cubicBezTo>
                    <a:cubicBezTo>
                      <a:pt x="49" y="1523"/>
                      <a:pt x="62" y="1526"/>
                      <a:pt x="73" y="1521"/>
                    </a:cubicBezTo>
                    <a:cubicBezTo>
                      <a:pt x="110" y="1502"/>
                      <a:pt x="217" y="1445"/>
                      <a:pt x="222" y="1411"/>
                    </a:cubicBezTo>
                    <a:cubicBezTo>
                      <a:pt x="227" y="1370"/>
                      <a:pt x="153" y="1147"/>
                      <a:pt x="230" y="894"/>
                    </a:cubicBezTo>
                    <a:cubicBezTo>
                      <a:pt x="284" y="721"/>
                      <a:pt x="343" y="644"/>
                      <a:pt x="398" y="580"/>
                    </a:cubicBezTo>
                    <a:cubicBezTo>
                      <a:pt x="509" y="453"/>
                      <a:pt x="520" y="331"/>
                      <a:pt x="545" y="267"/>
                    </a:cubicBezTo>
                    <a:cubicBezTo>
                      <a:pt x="559" y="230"/>
                      <a:pt x="652" y="197"/>
                      <a:pt x="612" y="15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4"/>
              <p:cNvSpPr/>
              <p:nvPr/>
            </p:nvSpPr>
            <p:spPr>
              <a:xfrm>
                <a:off x="4028439" y="1834502"/>
                <a:ext cx="309757" cy="819407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447" extrusionOk="0">
                    <a:moveTo>
                      <a:pt x="28" y="1446"/>
                    </a:moveTo>
                    <a:cubicBezTo>
                      <a:pt x="16" y="1417"/>
                      <a:pt x="0" y="1326"/>
                      <a:pt x="54" y="1061"/>
                    </a:cubicBezTo>
                    <a:cubicBezTo>
                      <a:pt x="138" y="648"/>
                      <a:pt x="350" y="390"/>
                      <a:pt x="359" y="379"/>
                    </a:cubicBezTo>
                    <a:cubicBezTo>
                      <a:pt x="376" y="360"/>
                      <a:pt x="388" y="338"/>
                      <a:pt x="396" y="314"/>
                    </a:cubicBezTo>
                    <a:cubicBezTo>
                      <a:pt x="416" y="259"/>
                      <a:pt x="445" y="149"/>
                      <a:pt x="434" y="8"/>
                    </a:cubicBezTo>
                    <a:cubicBezTo>
                      <a:pt x="464" y="2"/>
                      <a:pt x="502" y="0"/>
                      <a:pt x="530" y="8"/>
                    </a:cubicBezTo>
                    <a:cubicBezTo>
                      <a:pt x="513" y="65"/>
                      <a:pt x="519" y="112"/>
                      <a:pt x="546" y="141"/>
                    </a:cubicBezTo>
                    <a:cubicBezTo>
                      <a:pt x="527" y="161"/>
                      <a:pt x="487" y="182"/>
                      <a:pt x="474" y="215"/>
                    </a:cubicBezTo>
                    <a:cubicBezTo>
                      <a:pt x="446" y="284"/>
                      <a:pt x="439" y="397"/>
                      <a:pt x="333" y="519"/>
                    </a:cubicBezTo>
                    <a:cubicBezTo>
                      <a:pt x="275" y="586"/>
                      <a:pt x="213" y="667"/>
                      <a:pt x="158" y="845"/>
                    </a:cubicBezTo>
                    <a:cubicBezTo>
                      <a:pt x="81" y="1096"/>
                      <a:pt x="147" y="1318"/>
                      <a:pt x="148" y="1367"/>
                    </a:cubicBezTo>
                    <a:cubicBezTo>
                      <a:pt x="142" y="1377"/>
                      <a:pt x="104" y="1407"/>
                      <a:pt x="28" y="144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4210216" y="2198620"/>
                <a:ext cx="102497" cy="339768"/>
              </a:xfrm>
              <a:custGeom>
                <a:avLst/>
                <a:gdLst/>
                <a:ahLst/>
                <a:cxnLst/>
                <a:rect l="l" t="t" r="r" b="b"/>
                <a:pathLst>
                  <a:path w="181" h="600" extrusionOk="0">
                    <a:moveTo>
                      <a:pt x="118" y="20"/>
                    </a:moveTo>
                    <a:cubicBezTo>
                      <a:pt x="118" y="20"/>
                      <a:pt x="166" y="0"/>
                      <a:pt x="173" y="48"/>
                    </a:cubicBezTo>
                    <a:cubicBezTo>
                      <a:pt x="180" y="96"/>
                      <a:pt x="140" y="381"/>
                      <a:pt x="141" y="465"/>
                    </a:cubicBezTo>
                    <a:cubicBezTo>
                      <a:pt x="143" y="548"/>
                      <a:pt x="7" y="599"/>
                      <a:pt x="4" y="570"/>
                    </a:cubicBezTo>
                    <a:cubicBezTo>
                      <a:pt x="0" y="541"/>
                      <a:pt x="5" y="91"/>
                      <a:pt x="118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4231169" y="2221838"/>
                <a:ext cx="62857" cy="278043"/>
              </a:xfrm>
              <a:custGeom>
                <a:avLst/>
                <a:gdLst/>
                <a:ahLst/>
                <a:cxnLst/>
                <a:rect l="l" t="t" r="r" b="b"/>
                <a:pathLst>
                  <a:path w="111" h="491" extrusionOk="0">
                    <a:moveTo>
                      <a:pt x="0" y="490"/>
                    </a:moveTo>
                    <a:cubicBezTo>
                      <a:pt x="0" y="447"/>
                      <a:pt x="3" y="359"/>
                      <a:pt x="14" y="264"/>
                    </a:cubicBezTo>
                    <a:cubicBezTo>
                      <a:pt x="38" y="68"/>
                      <a:pt x="77" y="15"/>
                      <a:pt x="96" y="1"/>
                    </a:cubicBezTo>
                    <a:cubicBezTo>
                      <a:pt x="98" y="1"/>
                      <a:pt x="99" y="0"/>
                      <a:pt x="102" y="0"/>
                    </a:cubicBezTo>
                    <a:cubicBezTo>
                      <a:pt x="110" y="33"/>
                      <a:pt x="69" y="328"/>
                      <a:pt x="70" y="416"/>
                    </a:cubicBezTo>
                    <a:cubicBezTo>
                      <a:pt x="71" y="448"/>
                      <a:pt x="31" y="478"/>
                      <a:pt x="0" y="49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5247647" y="2170873"/>
                <a:ext cx="84376" cy="30352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536" extrusionOk="0">
                    <a:moveTo>
                      <a:pt x="14" y="33"/>
                    </a:moveTo>
                    <a:cubicBezTo>
                      <a:pt x="14" y="33"/>
                      <a:pt x="76" y="0"/>
                      <a:pt x="96" y="7"/>
                    </a:cubicBezTo>
                    <a:cubicBezTo>
                      <a:pt x="116" y="14"/>
                      <a:pt x="148" y="211"/>
                      <a:pt x="134" y="300"/>
                    </a:cubicBezTo>
                    <a:cubicBezTo>
                      <a:pt x="120" y="388"/>
                      <a:pt x="125" y="535"/>
                      <a:pt x="86" y="534"/>
                    </a:cubicBezTo>
                    <a:cubicBezTo>
                      <a:pt x="47" y="532"/>
                      <a:pt x="70" y="374"/>
                      <a:pt x="53" y="266"/>
                    </a:cubicBezTo>
                    <a:cubicBezTo>
                      <a:pt x="35" y="158"/>
                      <a:pt x="0" y="59"/>
                      <a:pt x="14" y="3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5273129" y="2190126"/>
                <a:ext cx="38507" cy="177812"/>
              </a:xfrm>
              <a:custGeom>
                <a:avLst/>
                <a:gdLst/>
                <a:ahLst/>
                <a:cxnLst/>
                <a:rect l="l" t="t" r="r" b="b"/>
                <a:pathLst>
                  <a:path w="68" h="314" extrusionOk="0">
                    <a:moveTo>
                      <a:pt x="49" y="313"/>
                    </a:moveTo>
                    <a:cubicBezTo>
                      <a:pt x="47" y="233"/>
                      <a:pt x="40" y="199"/>
                      <a:pt x="17" y="101"/>
                    </a:cubicBezTo>
                    <a:cubicBezTo>
                      <a:pt x="10" y="70"/>
                      <a:pt x="1" y="32"/>
                      <a:pt x="0" y="13"/>
                    </a:cubicBezTo>
                    <a:cubicBezTo>
                      <a:pt x="12" y="8"/>
                      <a:pt x="24" y="3"/>
                      <a:pt x="33" y="0"/>
                    </a:cubicBezTo>
                    <a:cubicBezTo>
                      <a:pt x="47" y="46"/>
                      <a:pt x="67" y="183"/>
                      <a:pt x="56" y="252"/>
                    </a:cubicBezTo>
                    <a:cubicBezTo>
                      <a:pt x="53" y="271"/>
                      <a:pt x="50" y="292"/>
                      <a:pt x="49" y="3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4"/>
              <p:cNvSpPr/>
              <p:nvPr/>
            </p:nvSpPr>
            <p:spPr>
              <a:xfrm>
                <a:off x="5219332" y="1789766"/>
                <a:ext cx="266153" cy="839793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483" extrusionOk="0">
                    <a:moveTo>
                      <a:pt x="55" y="45"/>
                    </a:moveTo>
                    <a:cubicBezTo>
                      <a:pt x="55" y="45"/>
                      <a:pt x="0" y="48"/>
                      <a:pt x="47" y="98"/>
                    </a:cubicBezTo>
                    <a:cubicBezTo>
                      <a:pt x="94" y="147"/>
                      <a:pt x="182" y="184"/>
                      <a:pt x="218" y="309"/>
                    </a:cubicBezTo>
                    <a:cubicBezTo>
                      <a:pt x="253" y="434"/>
                      <a:pt x="337" y="819"/>
                      <a:pt x="333" y="889"/>
                    </a:cubicBezTo>
                    <a:cubicBezTo>
                      <a:pt x="330" y="960"/>
                      <a:pt x="279" y="1220"/>
                      <a:pt x="302" y="1274"/>
                    </a:cubicBezTo>
                    <a:cubicBezTo>
                      <a:pt x="325" y="1328"/>
                      <a:pt x="412" y="1482"/>
                      <a:pt x="431" y="1464"/>
                    </a:cubicBezTo>
                    <a:cubicBezTo>
                      <a:pt x="449" y="1447"/>
                      <a:pt x="441" y="1347"/>
                      <a:pt x="431" y="1076"/>
                    </a:cubicBezTo>
                    <a:cubicBezTo>
                      <a:pt x="420" y="803"/>
                      <a:pt x="469" y="810"/>
                      <a:pt x="415" y="643"/>
                    </a:cubicBezTo>
                    <a:cubicBezTo>
                      <a:pt x="362" y="476"/>
                      <a:pt x="288" y="306"/>
                      <a:pt x="265" y="200"/>
                    </a:cubicBezTo>
                    <a:cubicBezTo>
                      <a:pt x="242" y="95"/>
                      <a:pt x="214" y="0"/>
                      <a:pt x="55" y="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5259539" y="1823176"/>
                <a:ext cx="205561" cy="752586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329" extrusionOk="0">
                    <a:moveTo>
                      <a:pt x="337" y="1328"/>
                    </a:moveTo>
                    <a:cubicBezTo>
                      <a:pt x="311" y="1288"/>
                      <a:pt x="277" y="1229"/>
                      <a:pt x="262" y="1193"/>
                    </a:cubicBezTo>
                    <a:cubicBezTo>
                      <a:pt x="245" y="1154"/>
                      <a:pt x="293" y="885"/>
                      <a:pt x="296" y="824"/>
                    </a:cubicBezTo>
                    <a:cubicBezTo>
                      <a:pt x="300" y="746"/>
                      <a:pt x="214" y="357"/>
                      <a:pt x="179" y="232"/>
                    </a:cubicBezTo>
                    <a:cubicBezTo>
                      <a:pt x="141" y="97"/>
                      <a:pt x="43" y="53"/>
                      <a:pt x="0" y="8"/>
                    </a:cubicBezTo>
                    <a:cubicBezTo>
                      <a:pt x="21" y="3"/>
                      <a:pt x="40" y="0"/>
                      <a:pt x="56" y="0"/>
                    </a:cubicBezTo>
                    <a:cubicBezTo>
                      <a:pt x="120" y="0"/>
                      <a:pt x="139" y="42"/>
                      <a:pt x="161" y="141"/>
                    </a:cubicBezTo>
                    <a:cubicBezTo>
                      <a:pt x="184" y="249"/>
                      <a:pt x="258" y="420"/>
                      <a:pt x="311" y="586"/>
                    </a:cubicBezTo>
                    <a:cubicBezTo>
                      <a:pt x="362" y="744"/>
                      <a:pt x="314" y="735"/>
                      <a:pt x="325" y="1010"/>
                    </a:cubicBezTo>
                    <a:cubicBezTo>
                      <a:pt x="332" y="1164"/>
                      <a:pt x="337" y="1267"/>
                      <a:pt x="337" y="132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4"/>
              <p:cNvSpPr/>
              <p:nvPr/>
            </p:nvSpPr>
            <p:spPr>
              <a:xfrm>
                <a:off x="5415833" y="1815248"/>
                <a:ext cx="352228" cy="602522"/>
              </a:xfrm>
              <a:custGeom>
                <a:avLst/>
                <a:gdLst/>
                <a:ahLst/>
                <a:cxnLst/>
                <a:rect l="l" t="t" r="r" b="b"/>
                <a:pathLst>
                  <a:path w="622" h="1064" extrusionOk="0">
                    <a:moveTo>
                      <a:pt x="109" y="92"/>
                    </a:moveTo>
                    <a:cubicBezTo>
                      <a:pt x="109" y="92"/>
                      <a:pt x="13" y="0"/>
                      <a:pt x="5" y="32"/>
                    </a:cubicBezTo>
                    <a:cubicBezTo>
                      <a:pt x="0" y="51"/>
                      <a:pt x="50" y="136"/>
                      <a:pt x="47" y="176"/>
                    </a:cubicBezTo>
                    <a:cubicBezTo>
                      <a:pt x="42" y="236"/>
                      <a:pt x="66" y="264"/>
                      <a:pt x="109" y="354"/>
                    </a:cubicBezTo>
                    <a:cubicBezTo>
                      <a:pt x="124" y="387"/>
                      <a:pt x="208" y="563"/>
                      <a:pt x="234" y="667"/>
                    </a:cubicBezTo>
                    <a:cubicBezTo>
                      <a:pt x="237" y="682"/>
                      <a:pt x="250" y="691"/>
                      <a:pt x="264" y="692"/>
                    </a:cubicBezTo>
                    <a:cubicBezTo>
                      <a:pt x="295" y="692"/>
                      <a:pt x="349" y="701"/>
                      <a:pt x="406" y="751"/>
                    </a:cubicBezTo>
                    <a:cubicBezTo>
                      <a:pt x="491" y="825"/>
                      <a:pt x="518" y="879"/>
                      <a:pt x="549" y="1033"/>
                    </a:cubicBezTo>
                    <a:cubicBezTo>
                      <a:pt x="553" y="1051"/>
                      <a:pt x="570" y="1063"/>
                      <a:pt x="589" y="1061"/>
                    </a:cubicBezTo>
                    <a:cubicBezTo>
                      <a:pt x="609" y="1058"/>
                      <a:pt x="621" y="1039"/>
                      <a:pt x="618" y="1020"/>
                    </a:cubicBezTo>
                    <a:cubicBezTo>
                      <a:pt x="603" y="938"/>
                      <a:pt x="560" y="730"/>
                      <a:pt x="491" y="600"/>
                    </a:cubicBezTo>
                    <a:cubicBezTo>
                      <a:pt x="485" y="589"/>
                      <a:pt x="472" y="584"/>
                      <a:pt x="460" y="587"/>
                    </a:cubicBezTo>
                    <a:cubicBezTo>
                      <a:pt x="423" y="597"/>
                      <a:pt x="340" y="612"/>
                      <a:pt x="321" y="557"/>
                    </a:cubicBezTo>
                    <a:cubicBezTo>
                      <a:pt x="296" y="487"/>
                      <a:pt x="371" y="455"/>
                      <a:pt x="377" y="404"/>
                    </a:cubicBezTo>
                    <a:cubicBezTo>
                      <a:pt x="382" y="360"/>
                      <a:pt x="249" y="223"/>
                      <a:pt x="109" y="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5450376" y="1863948"/>
                <a:ext cx="297298" cy="52890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934" extrusionOk="0">
                    <a:moveTo>
                      <a:pt x="521" y="931"/>
                    </a:moveTo>
                    <a:cubicBezTo>
                      <a:pt x="489" y="770"/>
                      <a:pt x="459" y="711"/>
                      <a:pt x="368" y="631"/>
                    </a:cubicBezTo>
                    <a:cubicBezTo>
                      <a:pt x="302" y="574"/>
                      <a:pt x="238" y="564"/>
                      <a:pt x="205" y="563"/>
                    </a:cubicBezTo>
                    <a:cubicBezTo>
                      <a:pt x="177" y="450"/>
                      <a:pt x="88" y="265"/>
                      <a:pt x="78" y="244"/>
                    </a:cubicBezTo>
                    <a:cubicBezTo>
                      <a:pt x="35" y="156"/>
                      <a:pt x="16" y="133"/>
                      <a:pt x="19" y="84"/>
                    </a:cubicBezTo>
                    <a:cubicBezTo>
                      <a:pt x="21" y="60"/>
                      <a:pt x="11" y="30"/>
                      <a:pt x="0" y="0"/>
                    </a:cubicBezTo>
                    <a:cubicBezTo>
                      <a:pt x="8" y="7"/>
                      <a:pt x="16" y="14"/>
                      <a:pt x="24" y="22"/>
                    </a:cubicBezTo>
                    <a:cubicBezTo>
                      <a:pt x="257" y="239"/>
                      <a:pt x="280" y="295"/>
                      <a:pt x="282" y="306"/>
                    </a:cubicBezTo>
                    <a:cubicBezTo>
                      <a:pt x="276" y="340"/>
                      <a:pt x="196" y="386"/>
                      <a:pt x="228" y="474"/>
                    </a:cubicBezTo>
                    <a:cubicBezTo>
                      <a:pt x="236" y="497"/>
                      <a:pt x="260" y="535"/>
                      <a:pt x="332" y="535"/>
                    </a:cubicBezTo>
                    <a:cubicBezTo>
                      <a:pt x="358" y="535"/>
                      <a:pt x="384" y="530"/>
                      <a:pt x="402" y="526"/>
                    </a:cubicBezTo>
                    <a:cubicBezTo>
                      <a:pt x="467" y="651"/>
                      <a:pt x="508" y="850"/>
                      <a:pt x="523" y="931"/>
                    </a:cubicBezTo>
                    <a:cubicBezTo>
                      <a:pt x="524" y="933"/>
                      <a:pt x="522" y="933"/>
                      <a:pt x="521" y="9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4"/>
              <p:cNvSpPr/>
              <p:nvPr/>
            </p:nvSpPr>
            <p:spPr>
              <a:xfrm>
                <a:off x="5535318" y="2320937"/>
                <a:ext cx="148366" cy="527773"/>
              </a:xfrm>
              <a:custGeom>
                <a:avLst/>
                <a:gdLst/>
                <a:ahLst/>
                <a:cxnLst/>
                <a:rect l="l" t="t" r="r" b="b"/>
                <a:pathLst>
                  <a:path w="262" h="932" extrusionOk="0">
                    <a:moveTo>
                      <a:pt x="26" y="14"/>
                    </a:moveTo>
                    <a:cubicBezTo>
                      <a:pt x="30" y="6"/>
                      <a:pt x="39" y="0"/>
                      <a:pt x="49" y="0"/>
                    </a:cubicBezTo>
                    <a:cubicBezTo>
                      <a:pt x="81" y="0"/>
                      <a:pt x="156" y="8"/>
                      <a:pt x="182" y="79"/>
                    </a:cubicBezTo>
                    <a:cubicBezTo>
                      <a:pt x="213" y="160"/>
                      <a:pt x="261" y="678"/>
                      <a:pt x="206" y="915"/>
                    </a:cubicBezTo>
                    <a:cubicBezTo>
                      <a:pt x="202" y="931"/>
                      <a:pt x="179" y="930"/>
                      <a:pt x="176" y="914"/>
                    </a:cubicBezTo>
                    <a:cubicBezTo>
                      <a:pt x="164" y="834"/>
                      <a:pt x="138" y="708"/>
                      <a:pt x="92" y="684"/>
                    </a:cubicBezTo>
                    <a:cubicBezTo>
                      <a:pt x="51" y="663"/>
                      <a:pt x="96" y="509"/>
                      <a:pt x="58" y="312"/>
                    </a:cubicBezTo>
                    <a:cubicBezTo>
                      <a:pt x="23" y="135"/>
                      <a:pt x="0" y="60"/>
                      <a:pt x="26" y="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4"/>
              <p:cNvSpPr/>
              <p:nvPr/>
            </p:nvSpPr>
            <p:spPr>
              <a:xfrm>
                <a:off x="5559102" y="2335660"/>
                <a:ext cx="98533" cy="43546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769" extrusionOk="0">
                    <a:moveTo>
                      <a:pt x="147" y="768"/>
                    </a:moveTo>
                    <a:cubicBezTo>
                      <a:pt x="119" y="655"/>
                      <a:pt x="85" y="630"/>
                      <a:pt x="70" y="621"/>
                    </a:cubicBezTo>
                    <a:cubicBezTo>
                      <a:pt x="65" y="608"/>
                      <a:pt x="65" y="566"/>
                      <a:pt x="66" y="531"/>
                    </a:cubicBezTo>
                    <a:cubicBezTo>
                      <a:pt x="70" y="365"/>
                      <a:pt x="60" y="321"/>
                      <a:pt x="33" y="189"/>
                    </a:cubicBezTo>
                    <a:cubicBezTo>
                      <a:pt x="12" y="87"/>
                      <a:pt x="0" y="29"/>
                      <a:pt x="11" y="0"/>
                    </a:cubicBezTo>
                    <a:cubicBezTo>
                      <a:pt x="42" y="1"/>
                      <a:pt x="91" y="10"/>
                      <a:pt x="109" y="56"/>
                    </a:cubicBezTo>
                    <a:cubicBezTo>
                      <a:pt x="133" y="120"/>
                      <a:pt x="173" y="514"/>
                      <a:pt x="147" y="7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4"/>
              <p:cNvSpPr/>
              <p:nvPr/>
            </p:nvSpPr>
            <p:spPr>
              <a:xfrm>
                <a:off x="5722758" y="2571799"/>
                <a:ext cx="75316" cy="287104"/>
              </a:xfrm>
              <a:custGeom>
                <a:avLst/>
                <a:gdLst/>
                <a:ahLst/>
                <a:cxnLst/>
                <a:rect l="l" t="t" r="r" b="b"/>
                <a:pathLst>
                  <a:path w="133" h="507" extrusionOk="0">
                    <a:moveTo>
                      <a:pt x="46" y="20"/>
                    </a:moveTo>
                    <a:cubicBezTo>
                      <a:pt x="46" y="5"/>
                      <a:pt x="102" y="0"/>
                      <a:pt x="113" y="10"/>
                    </a:cubicBezTo>
                    <a:cubicBezTo>
                      <a:pt x="132" y="27"/>
                      <a:pt x="124" y="332"/>
                      <a:pt x="80" y="473"/>
                    </a:cubicBezTo>
                    <a:cubicBezTo>
                      <a:pt x="74" y="493"/>
                      <a:pt x="52" y="506"/>
                      <a:pt x="30" y="499"/>
                    </a:cubicBezTo>
                    <a:cubicBezTo>
                      <a:pt x="10" y="493"/>
                      <a:pt x="0" y="472"/>
                      <a:pt x="4" y="453"/>
                    </a:cubicBezTo>
                    <a:cubicBezTo>
                      <a:pt x="19" y="385"/>
                      <a:pt x="45" y="179"/>
                      <a:pt x="46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4"/>
              <p:cNvSpPr/>
              <p:nvPr/>
            </p:nvSpPr>
            <p:spPr>
              <a:xfrm>
                <a:off x="5743144" y="2588788"/>
                <a:ext cx="33977" cy="243500"/>
              </a:xfrm>
              <a:custGeom>
                <a:avLst/>
                <a:gdLst/>
                <a:ahLst/>
                <a:cxnLst/>
                <a:rect l="l" t="t" r="r" b="b"/>
                <a:pathLst>
                  <a:path w="60" h="430" extrusionOk="0">
                    <a:moveTo>
                      <a:pt x="6" y="429"/>
                    </a:moveTo>
                    <a:cubicBezTo>
                      <a:pt x="2" y="429"/>
                      <a:pt x="0" y="424"/>
                      <a:pt x="1" y="421"/>
                    </a:cubicBezTo>
                    <a:cubicBezTo>
                      <a:pt x="17" y="349"/>
                      <a:pt x="41" y="154"/>
                      <a:pt x="44" y="1"/>
                    </a:cubicBezTo>
                    <a:cubicBezTo>
                      <a:pt x="46" y="0"/>
                      <a:pt x="48" y="0"/>
                      <a:pt x="51" y="0"/>
                    </a:cubicBezTo>
                    <a:cubicBezTo>
                      <a:pt x="59" y="65"/>
                      <a:pt x="49" y="304"/>
                      <a:pt x="12" y="424"/>
                    </a:cubicBezTo>
                    <a:cubicBezTo>
                      <a:pt x="11" y="427"/>
                      <a:pt x="8" y="429"/>
                      <a:pt x="6" y="42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4"/>
              <p:cNvSpPr/>
              <p:nvPr/>
            </p:nvSpPr>
            <p:spPr>
              <a:xfrm>
                <a:off x="5610634" y="2943846"/>
                <a:ext cx="133643" cy="192535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40" extrusionOk="0">
                    <a:moveTo>
                      <a:pt x="55" y="64"/>
                    </a:moveTo>
                    <a:cubicBezTo>
                      <a:pt x="73" y="77"/>
                      <a:pt x="97" y="78"/>
                      <a:pt x="113" y="63"/>
                    </a:cubicBezTo>
                    <a:cubicBezTo>
                      <a:pt x="114" y="62"/>
                      <a:pt x="116" y="61"/>
                      <a:pt x="117" y="60"/>
                    </a:cubicBezTo>
                    <a:cubicBezTo>
                      <a:pt x="147" y="30"/>
                      <a:pt x="154" y="0"/>
                      <a:pt x="169" y="2"/>
                    </a:cubicBezTo>
                    <a:cubicBezTo>
                      <a:pt x="184" y="4"/>
                      <a:pt x="217" y="8"/>
                      <a:pt x="226" y="33"/>
                    </a:cubicBezTo>
                    <a:cubicBezTo>
                      <a:pt x="235" y="58"/>
                      <a:pt x="197" y="205"/>
                      <a:pt x="176" y="239"/>
                    </a:cubicBezTo>
                    <a:cubicBezTo>
                      <a:pt x="154" y="272"/>
                      <a:pt x="33" y="339"/>
                      <a:pt x="11" y="319"/>
                    </a:cubicBezTo>
                    <a:cubicBezTo>
                      <a:pt x="0" y="309"/>
                      <a:pt x="13" y="247"/>
                      <a:pt x="17" y="186"/>
                    </a:cubicBezTo>
                    <a:cubicBezTo>
                      <a:pt x="21" y="122"/>
                      <a:pt x="16" y="60"/>
                      <a:pt x="26" y="57"/>
                    </a:cubicBezTo>
                    <a:cubicBezTo>
                      <a:pt x="38" y="54"/>
                      <a:pt x="48" y="59"/>
                      <a:pt x="5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4"/>
              <p:cNvSpPr/>
              <p:nvPr/>
            </p:nvSpPr>
            <p:spPr>
              <a:xfrm>
                <a:off x="5633852" y="2959702"/>
                <a:ext cx="87774" cy="141004"/>
              </a:xfrm>
              <a:custGeom>
                <a:avLst/>
                <a:gdLst/>
                <a:ahLst/>
                <a:cxnLst/>
                <a:rect l="l" t="t" r="r" b="b"/>
                <a:pathLst>
                  <a:path w="155" h="249" extrusionOk="0">
                    <a:moveTo>
                      <a:pt x="0" y="248"/>
                    </a:moveTo>
                    <a:cubicBezTo>
                      <a:pt x="2" y="218"/>
                      <a:pt x="7" y="190"/>
                      <a:pt x="10" y="151"/>
                    </a:cubicBezTo>
                    <a:cubicBezTo>
                      <a:pt x="12" y="119"/>
                      <a:pt x="12" y="89"/>
                      <a:pt x="12" y="64"/>
                    </a:cubicBezTo>
                    <a:cubicBezTo>
                      <a:pt x="40" y="76"/>
                      <a:pt x="71" y="71"/>
                      <a:pt x="94" y="52"/>
                    </a:cubicBezTo>
                    <a:cubicBezTo>
                      <a:pt x="112" y="37"/>
                      <a:pt x="123" y="19"/>
                      <a:pt x="135" y="0"/>
                    </a:cubicBezTo>
                    <a:cubicBezTo>
                      <a:pt x="147" y="3"/>
                      <a:pt x="151" y="5"/>
                      <a:pt x="152" y="7"/>
                    </a:cubicBezTo>
                    <a:cubicBezTo>
                      <a:pt x="154" y="36"/>
                      <a:pt x="123" y="158"/>
                      <a:pt x="106" y="184"/>
                    </a:cubicBezTo>
                    <a:cubicBezTo>
                      <a:pt x="96" y="200"/>
                      <a:pt x="35" y="236"/>
                      <a:pt x="0" y="2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3774178" y="1855454"/>
                <a:ext cx="394133" cy="1004014"/>
              </a:xfrm>
              <a:custGeom>
                <a:avLst/>
                <a:gdLst/>
                <a:ahLst/>
                <a:cxnLst/>
                <a:rect l="l" t="t" r="r" b="b"/>
                <a:pathLst>
                  <a:path w="696" h="1773" extrusionOk="0">
                    <a:moveTo>
                      <a:pt x="690" y="154"/>
                    </a:moveTo>
                    <a:cubicBezTo>
                      <a:pt x="679" y="123"/>
                      <a:pt x="673" y="83"/>
                      <a:pt x="669" y="50"/>
                    </a:cubicBezTo>
                    <a:cubicBezTo>
                      <a:pt x="666" y="16"/>
                      <a:pt x="602" y="0"/>
                      <a:pt x="576" y="21"/>
                    </a:cubicBezTo>
                    <a:cubicBezTo>
                      <a:pt x="485" y="93"/>
                      <a:pt x="384" y="198"/>
                      <a:pt x="332" y="257"/>
                    </a:cubicBezTo>
                    <a:cubicBezTo>
                      <a:pt x="332" y="257"/>
                      <a:pt x="181" y="414"/>
                      <a:pt x="96" y="807"/>
                    </a:cubicBezTo>
                    <a:cubicBezTo>
                      <a:pt x="0" y="1250"/>
                      <a:pt x="56" y="1626"/>
                      <a:pt x="80" y="1744"/>
                    </a:cubicBezTo>
                    <a:cubicBezTo>
                      <a:pt x="84" y="1762"/>
                      <a:pt x="102" y="1772"/>
                      <a:pt x="120" y="1766"/>
                    </a:cubicBezTo>
                    <a:cubicBezTo>
                      <a:pt x="181" y="1745"/>
                      <a:pt x="280" y="1682"/>
                      <a:pt x="285" y="1622"/>
                    </a:cubicBezTo>
                    <a:cubicBezTo>
                      <a:pt x="291" y="1548"/>
                      <a:pt x="283" y="1274"/>
                      <a:pt x="299" y="1191"/>
                    </a:cubicBezTo>
                    <a:cubicBezTo>
                      <a:pt x="316" y="1109"/>
                      <a:pt x="271" y="1030"/>
                      <a:pt x="238" y="1073"/>
                    </a:cubicBezTo>
                    <a:cubicBezTo>
                      <a:pt x="205" y="1115"/>
                      <a:pt x="224" y="1414"/>
                      <a:pt x="181" y="1425"/>
                    </a:cubicBezTo>
                    <a:cubicBezTo>
                      <a:pt x="174" y="1427"/>
                      <a:pt x="166" y="1426"/>
                      <a:pt x="157" y="1423"/>
                    </a:cubicBezTo>
                    <a:cubicBezTo>
                      <a:pt x="122" y="1411"/>
                      <a:pt x="98" y="1380"/>
                      <a:pt x="94" y="1344"/>
                    </a:cubicBezTo>
                    <a:cubicBezTo>
                      <a:pt x="79" y="1220"/>
                      <a:pt x="74" y="1038"/>
                      <a:pt x="119" y="828"/>
                    </a:cubicBezTo>
                    <a:cubicBezTo>
                      <a:pt x="180" y="547"/>
                      <a:pt x="282" y="416"/>
                      <a:pt x="335" y="365"/>
                    </a:cubicBezTo>
                    <a:cubicBezTo>
                      <a:pt x="351" y="350"/>
                      <a:pt x="377" y="353"/>
                      <a:pt x="389" y="371"/>
                    </a:cubicBezTo>
                    <a:cubicBezTo>
                      <a:pt x="392" y="377"/>
                      <a:pt x="397" y="382"/>
                      <a:pt x="400" y="387"/>
                    </a:cubicBezTo>
                    <a:cubicBezTo>
                      <a:pt x="437" y="424"/>
                      <a:pt x="285" y="789"/>
                      <a:pt x="266" y="849"/>
                    </a:cubicBezTo>
                    <a:cubicBezTo>
                      <a:pt x="247" y="909"/>
                      <a:pt x="291" y="919"/>
                      <a:pt x="332" y="912"/>
                    </a:cubicBezTo>
                    <a:cubicBezTo>
                      <a:pt x="372" y="905"/>
                      <a:pt x="412" y="659"/>
                      <a:pt x="460" y="512"/>
                    </a:cubicBezTo>
                    <a:cubicBezTo>
                      <a:pt x="499" y="394"/>
                      <a:pt x="630" y="249"/>
                      <a:pt x="680" y="197"/>
                    </a:cubicBezTo>
                    <a:cubicBezTo>
                      <a:pt x="692" y="186"/>
                      <a:pt x="695" y="169"/>
                      <a:pt x="690" y="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3817782" y="1876973"/>
                <a:ext cx="330709" cy="955881"/>
              </a:xfrm>
              <a:custGeom>
                <a:avLst/>
                <a:gdLst/>
                <a:ahLst/>
                <a:cxnLst/>
                <a:rect l="l" t="t" r="r" b="b"/>
                <a:pathLst>
                  <a:path w="584" h="1688" extrusionOk="0">
                    <a:moveTo>
                      <a:pt x="36" y="1687"/>
                    </a:moveTo>
                    <a:cubicBezTo>
                      <a:pt x="27" y="1644"/>
                      <a:pt x="5" y="1522"/>
                      <a:pt x="0" y="1351"/>
                    </a:cubicBezTo>
                    <a:cubicBezTo>
                      <a:pt x="28" y="1400"/>
                      <a:pt x="81" y="1420"/>
                      <a:pt x="112" y="1412"/>
                    </a:cubicBezTo>
                    <a:cubicBezTo>
                      <a:pt x="157" y="1400"/>
                      <a:pt x="163" y="1333"/>
                      <a:pt x="171" y="1194"/>
                    </a:cubicBezTo>
                    <a:cubicBezTo>
                      <a:pt x="174" y="1152"/>
                      <a:pt x="177" y="1091"/>
                      <a:pt x="184" y="1061"/>
                    </a:cubicBezTo>
                    <a:cubicBezTo>
                      <a:pt x="190" y="1078"/>
                      <a:pt x="195" y="1106"/>
                      <a:pt x="189" y="1139"/>
                    </a:cubicBezTo>
                    <a:cubicBezTo>
                      <a:pt x="171" y="1228"/>
                      <a:pt x="181" y="1497"/>
                      <a:pt x="174" y="1573"/>
                    </a:cubicBezTo>
                    <a:cubicBezTo>
                      <a:pt x="172" y="1603"/>
                      <a:pt x="111" y="1660"/>
                      <a:pt x="36" y="1687"/>
                    </a:cubicBezTo>
                    <a:moveTo>
                      <a:pt x="219" y="831"/>
                    </a:moveTo>
                    <a:cubicBezTo>
                      <a:pt x="219" y="830"/>
                      <a:pt x="219" y="824"/>
                      <a:pt x="222" y="813"/>
                    </a:cubicBezTo>
                    <a:cubicBezTo>
                      <a:pt x="226" y="801"/>
                      <a:pt x="236" y="775"/>
                      <a:pt x="249" y="740"/>
                    </a:cubicBezTo>
                    <a:cubicBezTo>
                      <a:pt x="361" y="443"/>
                      <a:pt x="383" y="352"/>
                      <a:pt x="349" y="317"/>
                    </a:cubicBezTo>
                    <a:cubicBezTo>
                      <a:pt x="341" y="309"/>
                      <a:pt x="334" y="292"/>
                      <a:pt x="313" y="282"/>
                    </a:cubicBezTo>
                    <a:cubicBezTo>
                      <a:pt x="298" y="275"/>
                      <a:pt x="283" y="274"/>
                      <a:pt x="269" y="277"/>
                    </a:cubicBezTo>
                    <a:cubicBezTo>
                      <a:pt x="254" y="280"/>
                      <a:pt x="250" y="273"/>
                      <a:pt x="259" y="261"/>
                    </a:cubicBezTo>
                    <a:cubicBezTo>
                      <a:pt x="269" y="248"/>
                      <a:pt x="275" y="241"/>
                      <a:pt x="281" y="234"/>
                    </a:cubicBezTo>
                    <a:cubicBezTo>
                      <a:pt x="327" y="182"/>
                      <a:pt x="428" y="75"/>
                      <a:pt x="520" y="2"/>
                    </a:cubicBezTo>
                    <a:cubicBezTo>
                      <a:pt x="521" y="1"/>
                      <a:pt x="524" y="0"/>
                      <a:pt x="531" y="0"/>
                    </a:cubicBezTo>
                    <a:cubicBezTo>
                      <a:pt x="545" y="0"/>
                      <a:pt x="556" y="5"/>
                      <a:pt x="559" y="9"/>
                    </a:cubicBezTo>
                    <a:cubicBezTo>
                      <a:pt x="564" y="54"/>
                      <a:pt x="572" y="91"/>
                      <a:pt x="581" y="119"/>
                    </a:cubicBezTo>
                    <a:cubicBezTo>
                      <a:pt x="583" y="122"/>
                      <a:pt x="582" y="125"/>
                      <a:pt x="580" y="128"/>
                    </a:cubicBezTo>
                    <a:cubicBezTo>
                      <a:pt x="525" y="185"/>
                      <a:pt x="393" y="332"/>
                      <a:pt x="352" y="456"/>
                    </a:cubicBezTo>
                    <a:cubicBezTo>
                      <a:pt x="314" y="574"/>
                      <a:pt x="271" y="794"/>
                      <a:pt x="244" y="834"/>
                    </a:cubicBezTo>
                    <a:cubicBezTo>
                      <a:pt x="237" y="834"/>
                      <a:pt x="225" y="834"/>
                      <a:pt x="219" y="8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3924810" y="1631207"/>
                <a:ext cx="164788" cy="242934"/>
              </a:xfrm>
              <a:custGeom>
                <a:avLst/>
                <a:gdLst/>
                <a:ahLst/>
                <a:cxnLst/>
                <a:rect l="l" t="t" r="r" b="b"/>
                <a:pathLst>
                  <a:path w="291" h="429" extrusionOk="0">
                    <a:moveTo>
                      <a:pt x="185" y="15"/>
                    </a:moveTo>
                    <a:cubicBezTo>
                      <a:pt x="195" y="0"/>
                      <a:pt x="219" y="1"/>
                      <a:pt x="227" y="18"/>
                    </a:cubicBezTo>
                    <a:cubicBezTo>
                      <a:pt x="234" y="36"/>
                      <a:pt x="244" y="59"/>
                      <a:pt x="249" y="81"/>
                    </a:cubicBezTo>
                    <a:cubicBezTo>
                      <a:pt x="261" y="129"/>
                      <a:pt x="290" y="208"/>
                      <a:pt x="261" y="230"/>
                    </a:cubicBezTo>
                    <a:cubicBezTo>
                      <a:pt x="232" y="251"/>
                      <a:pt x="82" y="353"/>
                      <a:pt x="40" y="392"/>
                    </a:cubicBezTo>
                    <a:cubicBezTo>
                      <a:pt x="0" y="428"/>
                      <a:pt x="89" y="158"/>
                      <a:pt x="185" y="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3966715" y="1653858"/>
                <a:ext cx="103063" cy="14157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250" extrusionOk="0">
                    <a:moveTo>
                      <a:pt x="112" y="10"/>
                    </a:moveTo>
                    <a:cubicBezTo>
                      <a:pt x="119" y="0"/>
                      <a:pt x="134" y="1"/>
                      <a:pt x="139" y="12"/>
                    </a:cubicBezTo>
                    <a:cubicBezTo>
                      <a:pt x="145" y="23"/>
                      <a:pt x="150" y="38"/>
                      <a:pt x="154" y="52"/>
                    </a:cubicBezTo>
                    <a:cubicBezTo>
                      <a:pt x="161" y="83"/>
                      <a:pt x="181" y="134"/>
                      <a:pt x="162" y="148"/>
                    </a:cubicBezTo>
                    <a:cubicBezTo>
                      <a:pt x="144" y="161"/>
                      <a:pt x="66" y="227"/>
                      <a:pt x="33" y="238"/>
                    </a:cubicBezTo>
                    <a:cubicBezTo>
                      <a:pt x="0" y="249"/>
                      <a:pt x="50" y="102"/>
                      <a:pt x="112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4106020" y="1388273"/>
                <a:ext cx="143269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253" h="367" extrusionOk="0">
                    <a:moveTo>
                      <a:pt x="145" y="46"/>
                    </a:moveTo>
                    <a:cubicBezTo>
                      <a:pt x="145" y="46"/>
                      <a:pt x="179" y="197"/>
                      <a:pt x="216" y="258"/>
                    </a:cubicBezTo>
                    <a:cubicBezTo>
                      <a:pt x="252" y="319"/>
                      <a:pt x="180" y="281"/>
                      <a:pt x="131" y="302"/>
                    </a:cubicBezTo>
                    <a:cubicBezTo>
                      <a:pt x="82" y="323"/>
                      <a:pt x="90" y="366"/>
                      <a:pt x="68" y="356"/>
                    </a:cubicBezTo>
                    <a:cubicBezTo>
                      <a:pt x="46" y="346"/>
                      <a:pt x="15" y="238"/>
                      <a:pt x="10" y="213"/>
                    </a:cubicBezTo>
                    <a:cubicBezTo>
                      <a:pt x="0" y="158"/>
                      <a:pt x="52" y="59"/>
                      <a:pt x="109" y="9"/>
                    </a:cubicBezTo>
                    <a:cubicBezTo>
                      <a:pt x="118" y="0"/>
                      <a:pt x="132" y="4"/>
                      <a:pt x="136" y="16"/>
                    </a:cubicBezTo>
                    <a:lnTo>
                      <a:pt x="145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4162082" y="1607423"/>
                <a:ext cx="305793" cy="16592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3" extrusionOk="0">
                    <a:moveTo>
                      <a:pt x="66" y="46"/>
                    </a:moveTo>
                    <a:cubicBezTo>
                      <a:pt x="66" y="46"/>
                      <a:pt x="0" y="111"/>
                      <a:pt x="19" y="226"/>
                    </a:cubicBezTo>
                    <a:cubicBezTo>
                      <a:pt x="19" y="226"/>
                      <a:pt x="20" y="249"/>
                      <a:pt x="109" y="212"/>
                    </a:cubicBezTo>
                    <a:cubicBezTo>
                      <a:pt x="197" y="174"/>
                      <a:pt x="378" y="170"/>
                      <a:pt x="421" y="212"/>
                    </a:cubicBezTo>
                    <a:cubicBezTo>
                      <a:pt x="465" y="254"/>
                      <a:pt x="507" y="292"/>
                      <a:pt x="523" y="281"/>
                    </a:cubicBezTo>
                    <a:cubicBezTo>
                      <a:pt x="539" y="269"/>
                      <a:pt x="487" y="91"/>
                      <a:pt x="461" y="84"/>
                    </a:cubicBezTo>
                    <a:cubicBezTo>
                      <a:pt x="435" y="77"/>
                      <a:pt x="135" y="0"/>
                      <a:pt x="66" y="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4200023" y="1289740"/>
                <a:ext cx="237839" cy="269549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76" extrusionOk="0">
                    <a:moveTo>
                      <a:pt x="31" y="137"/>
                    </a:moveTo>
                    <a:cubicBezTo>
                      <a:pt x="31" y="137"/>
                      <a:pt x="212" y="406"/>
                      <a:pt x="265" y="442"/>
                    </a:cubicBezTo>
                    <a:cubicBezTo>
                      <a:pt x="316" y="475"/>
                      <a:pt x="369" y="471"/>
                      <a:pt x="369" y="444"/>
                    </a:cubicBezTo>
                    <a:cubicBezTo>
                      <a:pt x="369" y="417"/>
                      <a:pt x="365" y="120"/>
                      <a:pt x="394" y="73"/>
                    </a:cubicBezTo>
                    <a:cubicBezTo>
                      <a:pt x="419" y="32"/>
                      <a:pt x="320" y="21"/>
                      <a:pt x="279" y="35"/>
                    </a:cubicBezTo>
                    <a:cubicBezTo>
                      <a:pt x="271" y="37"/>
                      <a:pt x="263" y="35"/>
                      <a:pt x="258" y="29"/>
                    </a:cubicBezTo>
                    <a:cubicBezTo>
                      <a:pt x="246" y="16"/>
                      <a:pt x="220" y="0"/>
                      <a:pt x="166" y="20"/>
                    </a:cubicBezTo>
                    <a:cubicBezTo>
                      <a:pt x="102" y="43"/>
                      <a:pt x="0" y="89"/>
                      <a:pt x="31" y="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4495623" y="1277848"/>
                <a:ext cx="260490" cy="434337"/>
              </a:xfrm>
              <a:custGeom>
                <a:avLst/>
                <a:gdLst/>
                <a:ahLst/>
                <a:cxnLst/>
                <a:rect l="l" t="t" r="r" b="b"/>
                <a:pathLst>
                  <a:path w="460" h="767" extrusionOk="0">
                    <a:moveTo>
                      <a:pt x="442" y="361"/>
                    </a:moveTo>
                    <a:cubicBezTo>
                      <a:pt x="428" y="270"/>
                      <a:pt x="387" y="190"/>
                      <a:pt x="372" y="162"/>
                    </a:cubicBezTo>
                    <a:cubicBezTo>
                      <a:pt x="350" y="116"/>
                      <a:pt x="304" y="88"/>
                      <a:pt x="256" y="86"/>
                    </a:cubicBezTo>
                    <a:cubicBezTo>
                      <a:pt x="251" y="86"/>
                      <a:pt x="247" y="86"/>
                      <a:pt x="244" y="87"/>
                    </a:cubicBezTo>
                    <a:cubicBezTo>
                      <a:pt x="244" y="87"/>
                      <a:pt x="152" y="0"/>
                      <a:pt x="20" y="25"/>
                    </a:cubicBezTo>
                    <a:cubicBezTo>
                      <a:pt x="7" y="28"/>
                      <a:pt x="0" y="41"/>
                      <a:pt x="3" y="53"/>
                    </a:cubicBezTo>
                    <a:cubicBezTo>
                      <a:pt x="11" y="80"/>
                      <a:pt x="21" y="127"/>
                      <a:pt x="14" y="175"/>
                    </a:cubicBezTo>
                    <a:cubicBezTo>
                      <a:pt x="4" y="249"/>
                      <a:pt x="9" y="522"/>
                      <a:pt x="30" y="563"/>
                    </a:cubicBezTo>
                    <a:cubicBezTo>
                      <a:pt x="41" y="586"/>
                      <a:pt x="110" y="533"/>
                      <a:pt x="152" y="539"/>
                    </a:cubicBezTo>
                    <a:cubicBezTo>
                      <a:pt x="192" y="545"/>
                      <a:pt x="106" y="248"/>
                      <a:pt x="224" y="176"/>
                    </a:cubicBezTo>
                    <a:cubicBezTo>
                      <a:pt x="235" y="169"/>
                      <a:pt x="250" y="169"/>
                      <a:pt x="261" y="175"/>
                    </a:cubicBezTo>
                    <a:cubicBezTo>
                      <a:pt x="305" y="199"/>
                      <a:pt x="338" y="244"/>
                      <a:pt x="347" y="298"/>
                    </a:cubicBezTo>
                    <a:cubicBezTo>
                      <a:pt x="361" y="389"/>
                      <a:pt x="342" y="499"/>
                      <a:pt x="329" y="529"/>
                    </a:cubicBezTo>
                    <a:cubicBezTo>
                      <a:pt x="312" y="569"/>
                      <a:pt x="338" y="666"/>
                      <a:pt x="337" y="699"/>
                    </a:cubicBezTo>
                    <a:cubicBezTo>
                      <a:pt x="336" y="731"/>
                      <a:pt x="390" y="766"/>
                      <a:pt x="424" y="759"/>
                    </a:cubicBezTo>
                    <a:cubicBezTo>
                      <a:pt x="459" y="753"/>
                      <a:pt x="457" y="465"/>
                      <a:pt x="442" y="3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4803681" y="1222919"/>
                <a:ext cx="876605" cy="652921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1153" extrusionOk="0">
                    <a:moveTo>
                      <a:pt x="1314" y="592"/>
                    </a:moveTo>
                    <a:cubicBezTo>
                      <a:pt x="1304" y="580"/>
                      <a:pt x="1289" y="574"/>
                      <a:pt x="1273" y="575"/>
                    </a:cubicBezTo>
                    <a:cubicBezTo>
                      <a:pt x="1234" y="579"/>
                      <a:pt x="1154" y="582"/>
                      <a:pt x="1142" y="553"/>
                    </a:cubicBezTo>
                    <a:cubicBezTo>
                      <a:pt x="1132" y="529"/>
                      <a:pt x="1142" y="512"/>
                      <a:pt x="1151" y="502"/>
                    </a:cubicBezTo>
                    <a:cubicBezTo>
                      <a:pt x="1159" y="496"/>
                      <a:pt x="1160" y="494"/>
                      <a:pt x="1161" y="493"/>
                    </a:cubicBezTo>
                    <a:lnTo>
                      <a:pt x="1161" y="493"/>
                    </a:lnTo>
                    <a:cubicBezTo>
                      <a:pt x="1181" y="473"/>
                      <a:pt x="1189" y="444"/>
                      <a:pt x="1185" y="413"/>
                    </a:cubicBezTo>
                    <a:cubicBezTo>
                      <a:pt x="1179" y="368"/>
                      <a:pt x="1049" y="184"/>
                      <a:pt x="1011" y="159"/>
                    </a:cubicBezTo>
                    <a:cubicBezTo>
                      <a:pt x="973" y="134"/>
                      <a:pt x="923" y="161"/>
                      <a:pt x="923" y="161"/>
                    </a:cubicBezTo>
                    <a:cubicBezTo>
                      <a:pt x="923" y="161"/>
                      <a:pt x="922" y="101"/>
                      <a:pt x="795" y="50"/>
                    </a:cubicBezTo>
                    <a:cubicBezTo>
                      <a:pt x="667" y="0"/>
                      <a:pt x="623" y="68"/>
                      <a:pt x="623" y="68"/>
                    </a:cubicBezTo>
                    <a:cubicBezTo>
                      <a:pt x="623" y="68"/>
                      <a:pt x="595" y="8"/>
                      <a:pt x="431" y="34"/>
                    </a:cubicBezTo>
                    <a:cubicBezTo>
                      <a:pt x="268" y="60"/>
                      <a:pt x="231" y="158"/>
                      <a:pt x="231" y="158"/>
                    </a:cubicBezTo>
                    <a:cubicBezTo>
                      <a:pt x="207" y="158"/>
                      <a:pt x="183" y="166"/>
                      <a:pt x="165" y="181"/>
                    </a:cubicBezTo>
                    <a:cubicBezTo>
                      <a:pt x="0" y="313"/>
                      <a:pt x="49" y="845"/>
                      <a:pt x="59" y="878"/>
                    </a:cubicBezTo>
                    <a:cubicBezTo>
                      <a:pt x="69" y="913"/>
                      <a:pt x="132" y="863"/>
                      <a:pt x="160" y="837"/>
                    </a:cubicBezTo>
                    <a:cubicBezTo>
                      <a:pt x="187" y="810"/>
                      <a:pt x="185" y="621"/>
                      <a:pt x="167" y="460"/>
                    </a:cubicBezTo>
                    <a:cubicBezTo>
                      <a:pt x="150" y="300"/>
                      <a:pt x="254" y="267"/>
                      <a:pt x="254" y="267"/>
                    </a:cubicBezTo>
                    <a:cubicBezTo>
                      <a:pt x="335" y="265"/>
                      <a:pt x="364" y="552"/>
                      <a:pt x="370" y="596"/>
                    </a:cubicBezTo>
                    <a:cubicBezTo>
                      <a:pt x="376" y="641"/>
                      <a:pt x="503" y="801"/>
                      <a:pt x="503" y="705"/>
                    </a:cubicBezTo>
                    <a:cubicBezTo>
                      <a:pt x="503" y="608"/>
                      <a:pt x="434" y="461"/>
                      <a:pt x="419" y="362"/>
                    </a:cubicBezTo>
                    <a:cubicBezTo>
                      <a:pt x="403" y="264"/>
                      <a:pt x="461" y="260"/>
                      <a:pt x="461" y="260"/>
                    </a:cubicBezTo>
                    <a:cubicBezTo>
                      <a:pt x="624" y="252"/>
                      <a:pt x="609" y="604"/>
                      <a:pt x="655" y="586"/>
                    </a:cubicBezTo>
                    <a:cubicBezTo>
                      <a:pt x="716" y="562"/>
                      <a:pt x="803" y="310"/>
                      <a:pt x="805" y="301"/>
                    </a:cubicBezTo>
                    <a:cubicBezTo>
                      <a:pt x="806" y="293"/>
                      <a:pt x="838" y="247"/>
                      <a:pt x="886" y="307"/>
                    </a:cubicBezTo>
                    <a:cubicBezTo>
                      <a:pt x="933" y="368"/>
                      <a:pt x="865" y="613"/>
                      <a:pt x="743" y="725"/>
                    </a:cubicBezTo>
                    <a:cubicBezTo>
                      <a:pt x="700" y="764"/>
                      <a:pt x="645" y="854"/>
                      <a:pt x="682" y="869"/>
                    </a:cubicBezTo>
                    <a:cubicBezTo>
                      <a:pt x="709" y="881"/>
                      <a:pt x="764" y="862"/>
                      <a:pt x="820" y="857"/>
                    </a:cubicBezTo>
                    <a:cubicBezTo>
                      <a:pt x="863" y="852"/>
                      <a:pt x="909" y="863"/>
                      <a:pt x="923" y="857"/>
                    </a:cubicBezTo>
                    <a:cubicBezTo>
                      <a:pt x="955" y="845"/>
                      <a:pt x="923" y="726"/>
                      <a:pt x="911" y="687"/>
                    </a:cubicBezTo>
                    <a:cubicBezTo>
                      <a:pt x="897" y="643"/>
                      <a:pt x="964" y="367"/>
                      <a:pt x="1024" y="367"/>
                    </a:cubicBezTo>
                    <a:cubicBezTo>
                      <a:pt x="1056" y="367"/>
                      <a:pt x="1066" y="407"/>
                      <a:pt x="1067" y="445"/>
                    </a:cubicBezTo>
                    <a:cubicBezTo>
                      <a:pt x="1068" y="466"/>
                      <a:pt x="1064" y="488"/>
                      <a:pt x="1059" y="509"/>
                    </a:cubicBezTo>
                    <a:cubicBezTo>
                      <a:pt x="1027" y="631"/>
                      <a:pt x="1064" y="811"/>
                      <a:pt x="1076" y="878"/>
                    </a:cubicBezTo>
                    <a:cubicBezTo>
                      <a:pt x="1080" y="903"/>
                      <a:pt x="1176" y="914"/>
                      <a:pt x="1233" y="936"/>
                    </a:cubicBezTo>
                    <a:cubicBezTo>
                      <a:pt x="1244" y="940"/>
                      <a:pt x="1254" y="928"/>
                      <a:pt x="1249" y="918"/>
                    </a:cubicBezTo>
                    <a:cubicBezTo>
                      <a:pt x="1232" y="884"/>
                      <a:pt x="1205" y="836"/>
                      <a:pt x="1185" y="815"/>
                    </a:cubicBezTo>
                    <a:cubicBezTo>
                      <a:pt x="1152" y="781"/>
                      <a:pt x="1150" y="687"/>
                      <a:pt x="1185" y="687"/>
                    </a:cubicBezTo>
                    <a:cubicBezTo>
                      <a:pt x="1220" y="687"/>
                      <a:pt x="1288" y="740"/>
                      <a:pt x="1309" y="763"/>
                    </a:cubicBezTo>
                    <a:cubicBezTo>
                      <a:pt x="1330" y="786"/>
                      <a:pt x="1391" y="848"/>
                      <a:pt x="1401" y="890"/>
                    </a:cubicBezTo>
                    <a:cubicBezTo>
                      <a:pt x="1428" y="1002"/>
                      <a:pt x="1426" y="1152"/>
                      <a:pt x="1488" y="1131"/>
                    </a:cubicBezTo>
                    <a:cubicBezTo>
                      <a:pt x="1547" y="1113"/>
                      <a:pt x="1405" y="700"/>
                      <a:pt x="1314" y="5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4234000" y="1313523"/>
                <a:ext cx="165921" cy="16761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96" extrusionOk="0">
                    <a:moveTo>
                      <a:pt x="163" y="17"/>
                    </a:moveTo>
                    <a:cubicBezTo>
                      <a:pt x="176" y="21"/>
                      <a:pt x="188" y="30"/>
                      <a:pt x="202" y="31"/>
                    </a:cubicBezTo>
                    <a:cubicBezTo>
                      <a:pt x="215" y="33"/>
                      <a:pt x="228" y="28"/>
                      <a:pt x="241" y="26"/>
                    </a:cubicBezTo>
                    <a:cubicBezTo>
                      <a:pt x="261" y="21"/>
                      <a:pt x="286" y="23"/>
                      <a:pt x="291" y="53"/>
                    </a:cubicBezTo>
                    <a:cubicBezTo>
                      <a:pt x="292" y="61"/>
                      <a:pt x="292" y="69"/>
                      <a:pt x="290" y="77"/>
                    </a:cubicBezTo>
                    <a:cubicBezTo>
                      <a:pt x="278" y="138"/>
                      <a:pt x="284" y="193"/>
                      <a:pt x="274" y="254"/>
                    </a:cubicBezTo>
                    <a:cubicBezTo>
                      <a:pt x="272" y="262"/>
                      <a:pt x="257" y="287"/>
                      <a:pt x="245" y="291"/>
                    </a:cubicBezTo>
                    <a:cubicBezTo>
                      <a:pt x="233" y="295"/>
                      <a:pt x="193" y="294"/>
                      <a:pt x="182" y="288"/>
                    </a:cubicBezTo>
                    <a:cubicBezTo>
                      <a:pt x="154" y="272"/>
                      <a:pt x="0" y="117"/>
                      <a:pt x="25" y="59"/>
                    </a:cubicBezTo>
                    <a:cubicBezTo>
                      <a:pt x="45" y="14"/>
                      <a:pt x="116" y="0"/>
                      <a:pt x="163" y="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4128105" y="1421683"/>
                <a:ext cx="63990" cy="91737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62" extrusionOk="0">
                    <a:moveTo>
                      <a:pt x="64" y="4"/>
                    </a:moveTo>
                    <a:cubicBezTo>
                      <a:pt x="68" y="2"/>
                      <a:pt x="74" y="0"/>
                      <a:pt x="78" y="2"/>
                    </a:cubicBezTo>
                    <a:cubicBezTo>
                      <a:pt x="85" y="6"/>
                      <a:pt x="86" y="16"/>
                      <a:pt x="86" y="24"/>
                    </a:cubicBezTo>
                    <a:cubicBezTo>
                      <a:pt x="86" y="56"/>
                      <a:pt x="92" y="88"/>
                      <a:pt x="105" y="118"/>
                    </a:cubicBezTo>
                    <a:cubicBezTo>
                      <a:pt x="108" y="126"/>
                      <a:pt x="112" y="137"/>
                      <a:pt x="106" y="143"/>
                    </a:cubicBezTo>
                    <a:cubicBezTo>
                      <a:pt x="102" y="147"/>
                      <a:pt x="99" y="147"/>
                      <a:pt x="55" y="157"/>
                    </a:cubicBezTo>
                    <a:cubicBezTo>
                      <a:pt x="44" y="159"/>
                      <a:pt x="32" y="161"/>
                      <a:pt x="21" y="156"/>
                    </a:cubicBezTo>
                    <a:cubicBezTo>
                      <a:pt x="0" y="145"/>
                      <a:pt x="2" y="112"/>
                      <a:pt x="9" y="93"/>
                    </a:cubicBezTo>
                    <a:cubicBezTo>
                      <a:pt x="13" y="81"/>
                      <a:pt x="21" y="71"/>
                      <a:pt x="28" y="61"/>
                    </a:cubicBezTo>
                    <a:cubicBezTo>
                      <a:pt x="59" y="9"/>
                      <a:pt x="58" y="9"/>
                      <a:pt x="64" y="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4517708" y="1303897"/>
                <a:ext cx="152896" cy="255959"/>
              </a:xfrm>
              <a:custGeom>
                <a:avLst/>
                <a:gdLst/>
                <a:ahLst/>
                <a:cxnLst/>
                <a:rect l="l" t="t" r="r" b="b"/>
                <a:pathLst>
                  <a:path w="270" h="452" extrusionOk="0">
                    <a:moveTo>
                      <a:pt x="15" y="203"/>
                    </a:moveTo>
                    <a:cubicBezTo>
                      <a:pt x="12" y="220"/>
                      <a:pt x="0" y="425"/>
                      <a:pt x="13" y="437"/>
                    </a:cubicBezTo>
                    <a:cubicBezTo>
                      <a:pt x="26" y="451"/>
                      <a:pt x="81" y="426"/>
                      <a:pt x="94" y="412"/>
                    </a:cubicBezTo>
                    <a:cubicBezTo>
                      <a:pt x="107" y="398"/>
                      <a:pt x="90" y="214"/>
                      <a:pt x="92" y="195"/>
                    </a:cubicBezTo>
                    <a:cubicBezTo>
                      <a:pt x="95" y="176"/>
                      <a:pt x="96" y="156"/>
                      <a:pt x="106" y="140"/>
                    </a:cubicBezTo>
                    <a:cubicBezTo>
                      <a:pt x="120" y="114"/>
                      <a:pt x="150" y="102"/>
                      <a:pt x="179" y="100"/>
                    </a:cubicBezTo>
                    <a:cubicBezTo>
                      <a:pt x="207" y="99"/>
                      <a:pt x="236" y="107"/>
                      <a:pt x="264" y="115"/>
                    </a:cubicBezTo>
                    <a:cubicBezTo>
                      <a:pt x="269" y="107"/>
                      <a:pt x="261" y="95"/>
                      <a:pt x="251" y="92"/>
                    </a:cubicBezTo>
                    <a:cubicBezTo>
                      <a:pt x="229" y="84"/>
                      <a:pt x="208" y="107"/>
                      <a:pt x="153" y="62"/>
                    </a:cubicBezTo>
                    <a:cubicBezTo>
                      <a:pt x="133" y="46"/>
                      <a:pt x="115" y="27"/>
                      <a:pt x="92" y="15"/>
                    </a:cubicBezTo>
                    <a:cubicBezTo>
                      <a:pt x="75" y="6"/>
                      <a:pt x="51" y="0"/>
                      <a:pt x="32" y="8"/>
                    </a:cubicBezTo>
                    <a:cubicBezTo>
                      <a:pt x="12" y="16"/>
                      <a:pt x="17" y="31"/>
                      <a:pt x="19" y="49"/>
                    </a:cubicBezTo>
                    <a:cubicBezTo>
                      <a:pt x="25" y="100"/>
                      <a:pt x="23" y="152"/>
                      <a:pt x="15" y="2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4186999" y="1643099"/>
                <a:ext cx="242369" cy="65122"/>
              </a:xfrm>
              <a:custGeom>
                <a:avLst/>
                <a:gdLst/>
                <a:ahLst/>
                <a:cxnLst/>
                <a:rect l="l" t="t" r="r" b="b"/>
                <a:pathLst>
                  <a:path w="428" h="115" extrusionOk="0">
                    <a:moveTo>
                      <a:pt x="27" y="92"/>
                    </a:moveTo>
                    <a:cubicBezTo>
                      <a:pt x="37" y="97"/>
                      <a:pt x="47" y="90"/>
                      <a:pt x="57" y="85"/>
                    </a:cubicBezTo>
                    <a:cubicBezTo>
                      <a:pt x="106" y="55"/>
                      <a:pt x="165" y="48"/>
                      <a:pt x="222" y="54"/>
                    </a:cubicBezTo>
                    <a:cubicBezTo>
                      <a:pt x="278" y="61"/>
                      <a:pt x="332" y="81"/>
                      <a:pt x="384" y="104"/>
                    </a:cubicBezTo>
                    <a:cubicBezTo>
                      <a:pt x="395" y="109"/>
                      <a:pt x="409" y="114"/>
                      <a:pt x="419" y="106"/>
                    </a:cubicBezTo>
                    <a:cubicBezTo>
                      <a:pt x="427" y="98"/>
                      <a:pt x="426" y="83"/>
                      <a:pt x="418" y="75"/>
                    </a:cubicBezTo>
                    <a:cubicBezTo>
                      <a:pt x="410" y="66"/>
                      <a:pt x="398" y="63"/>
                      <a:pt x="387" y="60"/>
                    </a:cubicBezTo>
                    <a:cubicBezTo>
                      <a:pt x="298" y="36"/>
                      <a:pt x="207" y="17"/>
                      <a:pt x="116" y="6"/>
                    </a:cubicBezTo>
                    <a:cubicBezTo>
                      <a:pt x="94" y="3"/>
                      <a:pt x="57" y="0"/>
                      <a:pt x="39" y="17"/>
                    </a:cubicBezTo>
                    <a:cubicBezTo>
                      <a:pt x="25" y="30"/>
                      <a:pt x="0" y="80"/>
                      <a:pt x="27" y="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4690990" y="1395634"/>
                <a:ext cx="45869" cy="283706"/>
              </a:xfrm>
              <a:custGeom>
                <a:avLst/>
                <a:gdLst/>
                <a:ahLst/>
                <a:cxnLst/>
                <a:rect l="l" t="t" r="r" b="b"/>
                <a:pathLst>
                  <a:path w="81" h="501" extrusionOk="0">
                    <a:moveTo>
                      <a:pt x="79" y="438"/>
                    </a:moveTo>
                    <a:cubicBezTo>
                      <a:pt x="80" y="459"/>
                      <a:pt x="78" y="484"/>
                      <a:pt x="59" y="492"/>
                    </a:cubicBezTo>
                    <a:cubicBezTo>
                      <a:pt x="42" y="500"/>
                      <a:pt x="22" y="487"/>
                      <a:pt x="15" y="471"/>
                    </a:cubicBezTo>
                    <a:cubicBezTo>
                      <a:pt x="7" y="455"/>
                      <a:pt x="9" y="436"/>
                      <a:pt x="11" y="418"/>
                    </a:cubicBezTo>
                    <a:cubicBezTo>
                      <a:pt x="17" y="368"/>
                      <a:pt x="24" y="319"/>
                      <a:pt x="32" y="270"/>
                    </a:cubicBezTo>
                    <a:cubicBezTo>
                      <a:pt x="39" y="229"/>
                      <a:pt x="39" y="190"/>
                      <a:pt x="39" y="149"/>
                    </a:cubicBezTo>
                    <a:cubicBezTo>
                      <a:pt x="39" y="104"/>
                      <a:pt x="0" y="16"/>
                      <a:pt x="14" y="7"/>
                    </a:cubicBezTo>
                    <a:cubicBezTo>
                      <a:pt x="25" y="0"/>
                      <a:pt x="66" y="96"/>
                      <a:pt x="67" y="108"/>
                    </a:cubicBezTo>
                    <a:cubicBezTo>
                      <a:pt x="72" y="183"/>
                      <a:pt x="70" y="210"/>
                      <a:pt x="72" y="241"/>
                    </a:cubicBezTo>
                    <a:cubicBezTo>
                      <a:pt x="74" y="307"/>
                      <a:pt x="77" y="373"/>
                      <a:pt x="79" y="4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4834260" y="1238774"/>
                <a:ext cx="487569" cy="417915"/>
              </a:xfrm>
              <a:custGeom>
                <a:avLst/>
                <a:gdLst/>
                <a:ahLst/>
                <a:cxnLst/>
                <a:rect l="l" t="t" r="r" b="b"/>
                <a:pathLst>
                  <a:path w="861" h="738" extrusionOk="0">
                    <a:moveTo>
                      <a:pt x="195" y="138"/>
                    </a:moveTo>
                    <a:cubicBezTo>
                      <a:pt x="195" y="144"/>
                      <a:pt x="191" y="149"/>
                      <a:pt x="185" y="150"/>
                    </a:cubicBezTo>
                    <a:cubicBezTo>
                      <a:pt x="160" y="154"/>
                      <a:pt x="103" y="171"/>
                      <a:pt x="69" y="248"/>
                    </a:cubicBezTo>
                    <a:cubicBezTo>
                      <a:pt x="25" y="347"/>
                      <a:pt x="0" y="669"/>
                      <a:pt x="26" y="737"/>
                    </a:cubicBezTo>
                    <a:cubicBezTo>
                      <a:pt x="26" y="737"/>
                      <a:pt x="78" y="731"/>
                      <a:pt x="95" y="674"/>
                    </a:cubicBezTo>
                    <a:cubicBezTo>
                      <a:pt x="112" y="618"/>
                      <a:pt x="86" y="412"/>
                      <a:pt x="113" y="321"/>
                    </a:cubicBezTo>
                    <a:cubicBezTo>
                      <a:pt x="133" y="257"/>
                      <a:pt x="166" y="229"/>
                      <a:pt x="185" y="218"/>
                    </a:cubicBezTo>
                    <a:cubicBezTo>
                      <a:pt x="195" y="212"/>
                      <a:pt x="207" y="211"/>
                      <a:pt x="217" y="214"/>
                    </a:cubicBezTo>
                    <a:cubicBezTo>
                      <a:pt x="232" y="219"/>
                      <a:pt x="254" y="231"/>
                      <a:pt x="266" y="260"/>
                    </a:cubicBezTo>
                    <a:cubicBezTo>
                      <a:pt x="288" y="308"/>
                      <a:pt x="303" y="372"/>
                      <a:pt x="309" y="426"/>
                    </a:cubicBezTo>
                    <a:cubicBezTo>
                      <a:pt x="315" y="480"/>
                      <a:pt x="389" y="527"/>
                      <a:pt x="384" y="500"/>
                    </a:cubicBezTo>
                    <a:cubicBezTo>
                      <a:pt x="380" y="473"/>
                      <a:pt x="283" y="246"/>
                      <a:pt x="385" y="210"/>
                    </a:cubicBezTo>
                    <a:cubicBezTo>
                      <a:pt x="486" y="175"/>
                      <a:pt x="545" y="263"/>
                      <a:pt x="556" y="299"/>
                    </a:cubicBezTo>
                    <a:cubicBezTo>
                      <a:pt x="567" y="335"/>
                      <a:pt x="590" y="418"/>
                      <a:pt x="612" y="411"/>
                    </a:cubicBezTo>
                    <a:cubicBezTo>
                      <a:pt x="633" y="404"/>
                      <a:pt x="690" y="191"/>
                      <a:pt x="739" y="181"/>
                    </a:cubicBezTo>
                    <a:cubicBezTo>
                      <a:pt x="789" y="170"/>
                      <a:pt x="816" y="220"/>
                      <a:pt x="833" y="212"/>
                    </a:cubicBezTo>
                    <a:cubicBezTo>
                      <a:pt x="850" y="203"/>
                      <a:pt x="860" y="137"/>
                      <a:pt x="833" y="113"/>
                    </a:cubicBezTo>
                    <a:cubicBezTo>
                      <a:pt x="806" y="88"/>
                      <a:pt x="698" y="5"/>
                      <a:pt x="573" y="60"/>
                    </a:cubicBezTo>
                    <a:cubicBezTo>
                      <a:pt x="573" y="60"/>
                      <a:pt x="484" y="0"/>
                      <a:pt x="335" y="40"/>
                    </a:cubicBezTo>
                    <a:cubicBezTo>
                      <a:pt x="214" y="73"/>
                      <a:pt x="197" y="118"/>
                      <a:pt x="195" y="1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5308805" y="1319753"/>
                <a:ext cx="155161" cy="173848"/>
              </a:xfrm>
              <a:custGeom>
                <a:avLst/>
                <a:gdLst/>
                <a:ahLst/>
                <a:cxnLst/>
                <a:rect l="l" t="t" r="r" b="b"/>
                <a:pathLst>
                  <a:path w="274" h="307" extrusionOk="0">
                    <a:moveTo>
                      <a:pt x="59" y="26"/>
                    </a:moveTo>
                    <a:cubicBezTo>
                      <a:pt x="59" y="26"/>
                      <a:pt x="85" y="0"/>
                      <a:pt x="125" y="36"/>
                    </a:cubicBezTo>
                    <a:cubicBezTo>
                      <a:pt x="165" y="72"/>
                      <a:pt x="273" y="199"/>
                      <a:pt x="263" y="242"/>
                    </a:cubicBezTo>
                    <a:cubicBezTo>
                      <a:pt x="254" y="286"/>
                      <a:pt x="239" y="306"/>
                      <a:pt x="223" y="301"/>
                    </a:cubicBezTo>
                    <a:cubicBezTo>
                      <a:pt x="207" y="295"/>
                      <a:pt x="194" y="207"/>
                      <a:pt x="154" y="179"/>
                    </a:cubicBezTo>
                    <a:cubicBezTo>
                      <a:pt x="114" y="152"/>
                      <a:pt x="0" y="64"/>
                      <a:pt x="59" y="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5217067" y="1555892"/>
                <a:ext cx="99099" cy="130811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31" extrusionOk="0">
                    <a:moveTo>
                      <a:pt x="153" y="163"/>
                    </a:moveTo>
                    <a:cubicBezTo>
                      <a:pt x="157" y="185"/>
                      <a:pt x="162" y="213"/>
                      <a:pt x="136" y="222"/>
                    </a:cubicBezTo>
                    <a:cubicBezTo>
                      <a:pt x="132" y="224"/>
                      <a:pt x="127" y="225"/>
                      <a:pt x="122" y="225"/>
                    </a:cubicBezTo>
                    <a:lnTo>
                      <a:pt x="21" y="230"/>
                    </a:lnTo>
                    <a:cubicBezTo>
                      <a:pt x="9" y="230"/>
                      <a:pt x="0" y="219"/>
                      <a:pt x="4" y="208"/>
                    </a:cubicBezTo>
                    <a:cubicBezTo>
                      <a:pt x="9" y="192"/>
                      <a:pt x="22" y="181"/>
                      <a:pt x="34" y="168"/>
                    </a:cubicBezTo>
                    <a:cubicBezTo>
                      <a:pt x="74" y="126"/>
                      <a:pt x="107" y="77"/>
                      <a:pt x="131" y="24"/>
                    </a:cubicBezTo>
                    <a:cubicBezTo>
                      <a:pt x="135" y="15"/>
                      <a:pt x="139" y="5"/>
                      <a:pt x="149" y="1"/>
                    </a:cubicBezTo>
                    <a:cubicBezTo>
                      <a:pt x="153" y="0"/>
                      <a:pt x="157" y="0"/>
                      <a:pt x="160" y="1"/>
                    </a:cubicBezTo>
                    <a:cubicBezTo>
                      <a:pt x="174" y="7"/>
                      <a:pt x="162" y="19"/>
                      <a:pt x="159" y="27"/>
                    </a:cubicBezTo>
                    <a:cubicBezTo>
                      <a:pt x="153" y="40"/>
                      <a:pt x="152" y="58"/>
                      <a:pt x="150" y="72"/>
                    </a:cubicBezTo>
                    <a:cubicBezTo>
                      <a:pt x="146" y="102"/>
                      <a:pt x="147" y="133"/>
                      <a:pt x="153" y="16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5402242" y="1528710"/>
                <a:ext cx="184608" cy="149498"/>
              </a:xfrm>
              <a:custGeom>
                <a:avLst/>
                <a:gdLst/>
                <a:ahLst/>
                <a:cxnLst/>
                <a:rect l="l" t="t" r="r" b="b"/>
                <a:pathLst>
                  <a:path w="326" h="264" extrusionOk="0">
                    <a:moveTo>
                      <a:pt x="195" y="56"/>
                    </a:moveTo>
                    <a:cubicBezTo>
                      <a:pt x="207" y="55"/>
                      <a:pt x="218" y="60"/>
                      <a:pt x="226" y="69"/>
                    </a:cubicBezTo>
                    <a:cubicBezTo>
                      <a:pt x="255" y="101"/>
                      <a:pt x="322" y="177"/>
                      <a:pt x="323" y="215"/>
                    </a:cubicBezTo>
                    <a:cubicBezTo>
                      <a:pt x="325" y="263"/>
                      <a:pt x="167" y="89"/>
                      <a:pt x="111" y="128"/>
                    </a:cubicBezTo>
                    <a:cubicBezTo>
                      <a:pt x="56" y="166"/>
                      <a:pt x="108" y="202"/>
                      <a:pt x="84" y="225"/>
                    </a:cubicBezTo>
                    <a:cubicBezTo>
                      <a:pt x="61" y="248"/>
                      <a:pt x="33" y="239"/>
                      <a:pt x="28" y="219"/>
                    </a:cubicBezTo>
                    <a:cubicBezTo>
                      <a:pt x="24" y="199"/>
                      <a:pt x="0" y="62"/>
                      <a:pt x="13" y="30"/>
                    </a:cubicBezTo>
                    <a:cubicBezTo>
                      <a:pt x="26" y="0"/>
                      <a:pt x="113" y="64"/>
                      <a:pt x="195" y="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4517142" y="1606857"/>
                <a:ext cx="49833" cy="50399"/>
              </a:xfrm>
              <a:custGeom>
                <a:avLst/>
                <a:gdLst/>
                <a:ahLst/>
                <a:cxnLst/>
                <a:rect l="l" t="t" r="r" b="b"/>
                <a:pathLst>
                  <a:path w="88" h="89" extrusionOk="0">
                    <a:moveTo>
                      <a:pt x="63" y="61"/>
                    </a:moveTo>
                    <a:cubicBezTo>
                      <a:pt x="45" y="79"/>
                      <a:pt x="21" y="88"/>
                      <a:pt x="11" y="78"/>
                    </a:cubicBezTo>
                    <a:cubicBezTo>
                      <a:pt x="0" y="68"/>
                      <a:pt x="8" y="42"/>
                      <a:pt x="26" y="24"/>
                    </a:cubicBezTo>
                    <a:cubicBezTo>
                      <a:pt x="43" y="6"/>
                      <a:pt x="67" y="0"/>
                      <a:pt x="77" y="10"/>
                    </a:cubicBezTo>
                    <a:cubicBezTo>
                      <a:pt x="87" y="20"/>
                      <a:pt x="81" y="43"/>
                      <a:pt x="63" y="6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5014338" y="1606857"/>
                <a:ext cx="49833" cy="50399"/>
              </a:xfrm>
              <a:custGeom>
                <a:avLst/>
                <a:gdLst/>
                <a:ahLst/>
                <a:cxnLst/>
                <a:rect l="l" t="t" r="r" b="b"/>
                <a:pathLst>
                  <a:path w="88" h="89" extrusionOk="0">
                    <a:moveTo>
                      <a:pt x="24" y="61"/>
                    </a:moveTo>
                    <a:cubicBezTo>
                      <a:pt x="42" y="79"/>
                      <a:pt x="66" y="88"/>
                      <a:pt x="76" y="78"/>
                    </a:cubicBezTo>
                    <a:cubicBezTo>
                      <a:pt x="87" y="68"/>
                      <a:pt x="79" y="42"/>
                      <a:pt x="62" y="24"/>
                    </a:cubicBezTo>
                    <a:cubicBezTo>
                      <a:pt x="44" y="7"/>
                      <a:pt x="20" y="0"/>
                      <a:pt x="10" y="10"/>
                    </a:cubicBezTo>
                    <a:cubicBezTo>
                      <a:pt x="0" y="20"/>
                      <a:pt x="6" y="43"/>
                      <a:pt x="24" y="6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4759511" y="2383228"/>
                <a:ext cx="61725" cy="23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1" extrusionOk="0">
                    <a:moveTo>
                      <a:pt x="108" y="5"/>
                    </a:moveTo>
                    <a:cubicBezTo>
                      <a:pt x="104" y="5"/>
                      <a:pt x="58" y="7"/>
                      <a:pt x="58" y="40"/>
                    </a:cubicBezTo>
                    <a:lnTo>
                      <a:pt x="49" y="40"/>
                    </a:lnTo>
                    <a:cubicBezTo>
                      <a:pt x="49" y="40"/>
                      <a:pt x="48" y="6"/>
                      <a:pt x="0" y="5"/>
                    </a:cubicBezTo>
                    <a:cubicBezTo>
                      <a:pt x="38" y="0"/>
                      <a:pt x="71" y="1"/>
                      <a:pt x="108" y="5"/>
                    </a:cubicBezTo>
                    <a:close/>
                  </a:path>
                </a:pathLst>
              </a:custGeom>
              <a:solidFill>
                <a:srgbClr val="9099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4748185" y="1895094"/>
                <a:ext cx="82111" cy="44736"/>
              </a:xfrm>
              <a:custGeom>
                <a:avLst/>
                <a:gdLst/>
                <a:ahLst/>
                <a:cxnLst/>
                <a:rect l="l" t="t" r="r" b="b"/>
                <a:pathLst>
                  <a:path w="145" h="79" extrusionOk="0">
                    <a:moveTo>
                      <a:pt x="144" y="39"/>
                    </a:moveTo>
                    <a:cubicBezTo>
                      <a:pt x="144" y="61"/>
                      <a:pt x="112" y="78"/>
                      <a:pt x="72" y="78"/>
                    </a:cubicBezTo>
                    <a:cubicBezTo>
                      <a:pt x="32" y="78"/>
                      <a:pt x="0" y="61"/>
                      <a:pt x="0" y="39"/>
                    </a:cubicBezTo>
                    <a:cubicBezTo>
                      <a:pt x="0" y="18"/>
                      <a:pt x="32" y="0"/>
                      <a:pt x="72" y="0"/>
                    </a:cubicBezTo>
                    <a:cubicBezTo>
                      <a:pt x="112" y="0"/>
                      <a:pt x="144" y="18"/>
                      <a:pt x="144" y="3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4695521" y="1948890"/>
                <a:ext cx="187440" cy="83243"/>
              </a:xfrm>
              <a:custGeom>
                <a:avLst/>
                <a:gdLst/>
                <a:ahLst/>
                <a:cxnLst/>
                <a:rect l="l" t="t" r="r" b="b"/>
                <a:pathLst>
                  <a:path w="331" h="147" extrusionOk="0">
                    <a:moveTo>
                      <a:pt x="330" y="146"/>
                    </a:moveTo>
                    <a:cubicBezTo>
                      <a:pt x="330" y="146"/>
                      <a:pt x="250" y="91"/>
                      <a:pt x="216" y="45"/>
                    </a:cubicBezTo>
                    <a:cubicBezTo>
                      <a:pt x="205" y="30"/>
                      <a:pt x="198" y="0"/>
                      <a:pt x="198" y="0"/>
                    </a:cubicBezTo>
                    <a:lnTo>
                      <a:pt x="132" y="0"/>
                    </a:lnTo>
                    <a:cubicBezTo>
                      <a:pt x="132" y="0"/>
                      <a:pt x="124" y="30"/>
                      <a:pt x="113" y="45"/>
                    </a:cubicBezTo>
                    <a:cubicBezTo>
                      <a:pt x="80" y="90"/>
                      <a:pt x="0" y="146"/>
                      <a:pt x="0" y="146"/>
                    </a:cubicBezTo>
                    <a:cubicBezTo>
                      <a:pt x="90" y="87"/>
                      <a:pt x="240" y="87"/>
                      <a:pt x="330" y="1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4715907" y="2027603"/>
                <a:ext cx="53797" cy="543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96" extrusionOk="0">
                    <a:moveTo>
                      <a:pt x="94" y="48"/>
                    </a:moveTo>
                    <a:cubicBezTo>
                      <a:pt x="94" y="56"/>
                      <a:pt x="92" y="63"/>
                      <a:pt x="88" y="71"/>
                    </a:cubicBezTo>
                    <a:cubicBezTo>
                      <a:pt x="84" y="78"/>
                      <a:pt x="79" y="85"/>
                      <a:pt x="71" y="89"/>
                    </a:cubicBezTo>
                    <a:cubicBezTo>
                      <a:pt x="64" y="93"/>
                      <a:pt x="55" y="95"/>
                      <a:pt x="47" y="95"/>
                    </a:cubicBezTo>
                    <a:cubicBezTo>
                      <a:pt x="39" y="95"/>
                      <a:pt x="30" y="93"/>
                      <a:pt x="23" y="89"/>
                    </a:cubicBezTo>
                    <a:cubicBezTo>
                      <a:pt x="16" y="85"/>
                      <a:pt x="10" y="78"/>
                      <a:pt x="6" y="71"/>
                    </a:cubicBezTo>
                    <a:cubicBezTo>
                      <a:pt x="2" y="63"/>
                      <a:pt x="0" y="56"/>
                      <a:pt x="0" y="48"/>
                    </a:cubicBezTo>
                    <a:cubicBezTo>
                      <a:pt x="0" y="39"/>
                      <a:pt x="2" y="31"/>
                      <a:pt x="6" y="24"/>
                    </a:cubicBezTo>
                    <a:cubicBezTo>
                      <a:pt x="10" y="17"/>
                      <a:pt x="16" y="11"/>
                      <a:pt x="23" y="7"/>
                    </a:cubicBezTo>
                    <a:cubicBezTo>
                      <a:pt x="30" y="3"/>
                      <a:pt x="39" y="0"/>
                      <a:pt x="47" y="0"/>
                    </a:cubicBezTo>
                    <a:cubicBezTo>
                      <a:pt x="55" y="0"/>
                      <a:pt x="64" y="3"/>
                      <a:pt x="71" y="7"/>
                    </a:cubicBezTo>
                    <a:cubicBezTo>
                      <a:pt x="79" y="11"/>
                      <a:pt x="84" y="17"/>
                      <a:pt x="88" y="24"/>
                    </a:cubicBezTo>
                    <a:cubicBezTo>
                      <a:pt x="92" y="31"/>
                      <a:pt x="94" y="39"/>
                      <a:pt x="94" y="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5104377" y="1914347"/>
                <a:ext cx="52664" cy="27748"/>
              </a:xfrm>
              <a:custGeom>
                <a:avLst/>
                <a:gdLst/>
                <a:ahLst/>
                <a:cxnLst/>
                <a:rect l="l" t="t" r="r" b="b"/>
                <a:pathLst>
                  <a:path w="93" h="49" extrusionOk="0">
                    <a:moveTo>
                      <a:pt x="92" y="24"/>
                    </a:moveTo>
                    <a:cubicBezTo>
                      <a:pt x="92" y="37"/>
                      <a:pt x="71" y="48"/>
                      <a:pt x="46" y="48"/>
                    </a:cubicBezTo>
                    <a:cubicBezTo>
                      <a:pt x="21" y="48"/>
                      <a:pt x="0" y="37"/>
                      <a:pt x="0" y="24"/>
                    </a:cubicBezTo>
                    <a:cubicBezTo>
                      <a:pt x="0" y="11"/>
                      <a:pt x="21" y="0"/>
                      <a:pt x="46" y="0"/>
                    </a:cubicBezTo>
                    <a:cubicBezTo>
                      <a:pt x="71" y="0"/>
                      <a:pt x="92" y="11"/>
                      <a:pt x="92" y="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5185922" y="1931902"/>
                <a:ext cx="63424" cy="43604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7" extrusionOk="0">
                    <a:moveTo>
                      <a:pt x="103" y="61"/>
                    </a:moveTo>
                    <a:cubicBezTo>
                      <a:pt x="97" y="75"/>
                      <a:pt x="70" y="76"/>
                      <a:pt x="43" y="63"/>
                    </a:cubicBezTo>
                    <a:cubicBezTo>
                      <a:pt x="16" y="50"/>
                      <a:pt x="0" y="28"/>
                      <a:pt x="7" y="14"/>
                    </a:cubicBezTo>
                    <a:cubicBezTo>
                      <a:pt x="14" y="1"/>
                      <a:pt x="41" y="0"/>
                      <a:pt x="68" y="13"/>
                    </a:cubicBezTo>
                    <a:cubicBezTo>
                      <a:pt x="94" y="26"/>
                      <a:pt x="111" y="47"/>
                      <a:pt x="103" y="6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4"/>
              <p:cNvSpPr/>
              <p:nvPr/>
            </p:nvSpPr>
            <p:spPr>
              <a:xfrm>
                <a:off x="5255575" y="2049122"/>
                <a:ext cx="61725" cy="10249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81" extrusionOk="0">
                    <a:moveTo>
                      <a:pt x="72" y="175"/>
                    </a:moveTo>
                    <a:cubicBezTo>
                      <a:pt x="47" y="180"/>
                      <a:pt x="20" y="146"/>
                      <a:pt x="10" y="99"/>
                    </a:cubicBezTo>
                    <a:cubicBezTo>
                      <a:pt x="0" y="52"/>
                      <a:pt x="12" y="10"/>
                      <a:pt x="37" y="5"/>
                    </a:cubicBezTo>
                    <a:cubicBezTo>
                      <a:pt x="61" y="0"/>
                      <a:pt x="89" y="34"/>
                      <a:pt x="99" y="80"/>
                    </a:cubicBezTo>
                    <a:cubicBezTo>
                      <a:pt x="108" y="128"/>
                      <a:pt x="96" y="170"/>
                      <a:pt x="72" y="17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5148547" y="2332829"/>
                <a:ext cx="45869" cy="65122"/>
              </a:xfrm>
              <a:custGeom>
                <a:avLst/>
                <a:gdLst/>
                <a:ahLst/>
                <a:cxnLst/>
                <a:rect l="l" t="t" r="r" b="b"/>
                <a:pathLst>
                  <a:path w="81" h="115" extrusionOk="0">
                    <a:moveTo>
                      <a:pt x="59" y="108"/>
                    </a:moveTo>
                    <a:cubicBezTo>
                      <a:pt x="43" y="114"/>
                      <a:pt x="21" y="96"/>
                      <a:pt x="10" y="68"/>
                    </a:cubicBezTo>
                    <a:cubicBezTo>
                      <a:pt x="0" y="40"/>
                      <a:pt x="5" y="12"/>
                      <a:pt x="21" y="6"/>
                    </a:cubicBezTo>
                    <a:cubicBezTo>
                      <a:pt x="37" y="0"/>
                      <a:pt x="59" y="18"/>
                      <a:pt x="70" y="46"/>
                    </a:cubicBezTo>
                    <a:cubicBezTo>
                      <a:pt x="80" y="74"/>
                      <a:pt x="75" y="102"/>
                      <a:pt x="59" y="1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5124763" y="2310744"/>
                <a:ext cx="20386" cy="2888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6" y="47"/>
                    </a:moveTo>
                    <a:cubicBezTo>
                      <a:pt x="19" y="50"/>
                      <a:pt x="9" y="42"/>
                      <a:pt x="4" y="30"/>
                    </a:cubicBezTo>
                    <a:cubicBezTo>
                      <a:pt x="0" y="17"/>
                      <a:pt x="2" y="5"/>
                      <a:pt x="9" y="3"/>
                    </a:cubicBezTo>
                    <a:cubicBezTo>
                      <a:pt x="17" y="0"/>
                      <a:pt x="26" y="8"/>
                      <a:pt x="31" y="20"/>
                    </a:cubicBezTo>
                    <a:cubicBezTo>
                      <a:pt x="35" y="33"/>
                      <a:pt x="33" y="45"/>
                      <a:pt x="26" y="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4303653" y="1963047"/>
                <a:ext cx="85509" cy="120618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13" extrusionOk="0">
                    <a:moveTo>
                      <a:pt x="124" y="173"/>
                    </a:moveTo>
                    <a:cubicBezTo>
                      <a:pt x="99" y="212"/>
                      <a:pt x="16" y="173"/>
                      <a:pt x="16" y="173"/>
                    </a:cubicBezTo>
                    <a:lnTo>
                      <a:pt x="0" y="170"/>
                    </a:lnTo>
                    <a:lnTo>
                      <a:pt x="3" y="156"/>
                    </a:lnTo>
                    <a:lnTo>
                      <a:pt x="69" y="175"/>
                    </a:lnTo>
                    <a:cubicBezTo>
                      <a:pt x="104" y="185"/>
                      <a:pt x="134" y="148"/>
                      <a:pt x="117" y="116"/>
                    </a:cubicBezTo>
                    <a:lnTo>
                      <a:pt x="63" y="8"/>
                    </a:lnTo>
                    <a:lnTo>
                      <a:pt x="79" y="0"/>
                    </a:lnTo>
                    <a:lnTo>
                      <a:pt x="129" y="105"/>
                    </a:lnTo>
                    <a:cubicBezTo>
                      <a:pt x="129" y="105"/>
                      <a:pt x="150" y="135"/>
                      <a:pt x="124" y="1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4382366" y="1929071"/>
                <a:ext cx="62857" cy="98533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4" extrusionOk="0">
                    <a:moveTo>
                      <a:pt x="97" y="169"/>
                    </a:moveTo>
                    <a:cubicBezTo>
                      <a:pt x="84" y="173"/>
                      <a:pt x="77" y="160"/>
                      <a:pt x="77" y="160"/>
                    </a:cubicBezTo>
                    <a:lnTo>
                      <a:pt x="0" y="31"/>
                    </a:lnTo>
                    <a:lnTo>
                      <a:pt x="20" y="21"/>
                    </a:lnTo>
                    <a:lnTo>
                      <a:pt x="85" y="151"/>
                    </a:lnTo>
                    <a:cubicBezTo>
                      <a:pt x="89" y="158"/>
                      <a:pt x="100" y="154"/>
                      <a:pt x="99" y="146"/>
                    </a:cubicBezTo>
                    <a:lnTo>
                      <a:pt x="78" y="1"/>
                    </a:lnTo>
                    <a:lnTo>
                      <a:pt x="89" y="0"/>
                    </a:lnTo>
                    <a:lnTo>
                      <a:pt x="108" y="140"/>
                    </a:lnTo>
                    <a:cubicBezTo>
                      <a:pt x="108" y="139"/>
                      <a:pt x="110" y="164"/>
                      <a:pt x="97" y="1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4425970" y="1914347"/>
                <a:ext cx="52664" cy="27748"/>
              </a:xfrm>
              <a:custGeom>
                <a:avLst/>
                <a:gdLst/>
                <a:ahLst/>
                <a:cxnLst/>
                <a:rect l="l" t="t" r="r" b="b"/>
                <a:pathLst>
                  <a:path w="93" h="49" extrusionOk="0">
                    <a:moveTo>
                      <a:pt x="92" y="24"/>
                    </a:moveTo>
                    <a:cubicBezTo>
                      <a:pt x="92" y="28"/>
                      <a:pt x="90" y="32"/>
                      <a:pt x="86" y="36"/>
                    </a:cubicBezTo>
                    <a:cubicBezTo>
                      <a:pt x="82" y="39"/>
                      <a:pt x="76" y="43"/>
                      <a:pt x="69" y="45"/>
                    </a:cubicBezTo>
                    <a:cubicBezTo>
                      <a:pt x="62" y="47"/>
                      <a:pt x="54" y="48"/>
                      <a:pt x="46" y="48"/>
                    </a:cubicBezTo>
                    <a:cubicBezTo>
                      <a:pt x="38" y="48"/>
                      <a:pt x="30" y="47"/>
                      <a:pt x="23" y="45"/>
                    </a:cubicBezTo>
                    <a:cubicBezTo>
                      <a:pt x="16" y="43"/>
                      <a:pt x="10" y="39"/>
                      <a:pt x="6" y="36"/>
                    </a:cubicBezTo>
                    <a:cubicBezTo>
                      <a:pt x="2" y="32"/>
                      <a:pt x="0" y="28"/>
                      <a:pt x="0" y="24"/>
                    </a:cubicBezTo>
                    <a:cubicBezTo>
                      <a:pt x="0" y="20"/>
                      <a:pt x="2" y="16"/>
                      <a:pt x="6" y="12"/>
                    </a:cubicBezTo>
                    <a:cubicBezTo>
                      <a:pt x="10" y="8"/>
                      <a:pt x="16" y="5"/>
                      <a:pt x="23" y="3"/>
                    </a:cubicBezTo>
                    <a:cubicBezTo>
                      <a:pt x="30" y="1"/>
                      <a:pt x="38" y="0"/>
                      <a:pt x="46" y="0"/>
                    </a:cubicBezTo>
                    <a:cubicBezTo>
                      <a:pt x="54" y="0"/>
                      <a:pt x="62" y="1"/>
                      <a:pt x="69" y="3"/>
                    </a:cubicBezTo>
                    <a:cubicBezTo>
                      <a:pt x="76" y="5"/>
                      <a:pt x="82" y="8"/>
                      <a:pt x="86" y="12"/>
                    </a:cubicBezTo>
                    <a:cubicBezTo>
                      <a:pt x="90" y="16"/>
                      <a:pt x="92" y="20"/>
                      <a:pt x="92" y="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4335365" y="1932468"/>
                <a:ext cx="62857" cy="43604"/>
              </a:xfrm>
              <a:custGeom>
                <a:avLst/>
                <a:gdLst/>
                <a:ahLst/>
                <a:cxnLst/>
                <a:rect l="l" t="t" r="r" b="b"/>
                <a:pathLst>
                  <a:path w="111" h="77" extrusionOk="0">
                    <a:moveTo>
                      <a:pt x="7" y="62"/>
                    </a:moveTo>
                    <a:cubicBezTo>
                      <a:pt x="14" y="76"/>
                      <a:pt x="41" y="76"/>
                      <a:pt x="68" y="64"/>
                    </a:cubicBezTo>
                    <a:cubicBezTo>
                      <a:pt x="94" y="51"/>
                      <a:pt x="110" y="29"/>
                      <a:pt x="103" y="15"/>
                    </a:cubicBezTo>
                    <a:cubicBezTo>
                      <a:pt x="97" y="1"/>
                      <a:pt x="70" y="0"/>
                      <a:pt x="43" y="13"/>
                    </a:cubicBezTo>
                    <a:cubicBezTo>
                      <a:pt x="16" y="26"/>
                      <a:pt x="0" y="48"/>
                      <a:pt x="7" y="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4265146" y="2049122"/>
                <a:ext cx="61725" cy="10249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81" extrusionOk="0">
                    <a:moveTo>
                      <a:pt x="36" y="175"/>
                    </a:moveTo>
                    <a:cubicBezTo>
                      <a:pt x="61" y="180"/>
                      <a:pt x="89" y="146"/>
                      <a:pt x="98" y="99"/>
                    </a:cubicBezTo>
                    <a:cubicBezTo>
                      <a:pt x="108" y="52"/>
                      <a:pt x="96" y="10"/>
                      <a:pt x="72" y="5"/>
                    </a:cubicBezTo>
                    <a:cubicBezTo>
                      <a:pt x="47" y="0"/>
                      <a:pt x="19" y="34"/>
                      <a:pt x="10" y="80"/>
                    </a:cubicBezTo>
                    <a:cubicBezTo>
                      <a:pt x="0" y="128"/>
                      <a:pt x="12" y="170"/>
                      <a:pt x="36" y="17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4330834" y="1956252"/>
                <a:ext cx="199898" cy="265019"/>
              </a:xfrm>
              <a:custGeom>
                <a:avLst/>
                <a:gdLst/>
                <a:ahLst/>
                <a:cxnLst/>
                <a:rect l="l" t="t" r="r" b="b"/>
                <a:pathLst>
                  <a:path w="353" h="468" extrusionOk="0">
                    <a:moveTo>
                      <a:pt x="12" y="236"/>
                    </a:moveTo>
                    <a:cubicBezTo>
                      <a:pt x="12" y="236"/>
                      <a:pt x="97" y="255"/>
                      <a:pt x="114" y="215"/>
                    </a:cubicBezTo>
                    <a:cubicBezTo>
                      <a:pt x="131" y="175"/>
                      <a:pt x="74" y="46"/>
                      <a:pt x="74" y="46"/>
                    </a:cubicBezTo>
                    <a:lnTo>
                      <a:pt x="100" y="37"/>
                    </a:lnTo>
                    <a:cubicBezTo>
                      <a:pt x="100" y="37"/>
                      <a:pt x="168" y="179"/>
                      <a:pt x="199" y="160"/>
                    </a:cubicBezTo>
                    <a:cubicBezTo>
                      <a:pt x="230" y="140"/>
                      <a:pt x="204" y="2"/>
                      <a:pt x="204" y="2"/>
                    </a:cubicBezTo>
                    <a:lnTo>
                      <a:pt x="235" y="0"/>
                    </a:lnTo>
                    <a:cubicBezTo>
                      <a:pt x="235" y="0"/>
                      <a:pt x="259" y="164"/>
                      <a:pt x="295" y="258"/>
                    </a:cubicBezTo>
                    <a:cubicBezTo>
                      <a:pt x="330" y="353"/>
                      <a:pt x="352" y="385"/>
                      <a:pt x="311" y="426"/>
                    </a:cubicBezTo>
                    <a:cubicBezTo>
                      <a:pt x="271" y="467"/>
                      <a:pt x="179" y="357"/>
                      <a:pt x="89" y="321"/>
                    </a:cubicBezTo>
                    <a:cubicBezTo>
                      <a:pt x="0" y="285"/>
                      <a:pt x="0" y="285"/>
                      <a:pt x="0" y="285"/>
                    </a:cubicBezTo>
                    <a:lnTo>
                      <a:pt x="12" y="23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4368209" y="2332263"/>
                <a:ext cx="45869" cy="65122"/>
              </a:xfrm>
              <a:custGeom>
                <a:avLst/>
                <a:gdLst/>
                <a:ahLst/>
                <a:cxnLst/>
                <a:rect l="l" t="t" r="r" b="b"/>
                <a:pathLst>
                  <a:path w="81" h="115" extrusionOk="0">
                    <a:moveTo>
                      <a:pt x="21" y="108"/>
                    </a:moveTo>
                    <a:cubicBezTo>
                      <a:pt x="37" y="114"/>
                      <a:pt x="59" y="96"/>
                      <a:pt x="69" y="68"/>
                    </a:cubicBezTo>
                    <a:cubicBezTo>
                      <a:pt x="80" y="40"/>
                      <a:pt x="75" y="12"/>
                      <a:pt x="59" y="7"/>
                    </a:cubicBezTo>
                    <a:cubicBezTo>
                      <a:pt x="42" y="0"/>
                      <a:pt x="20" y="18"/>
                      <a:pt x="10" y="47"/>
                    </a:cubicBezTo>
                    <a:cubicBezTo>
                      <a:pt x="0" y="74"/>
                      <a:pt x="4" y="102"/>
                      <a:pt x="21" y="1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4419175" y="2311310"/>
                <a:ext cx="20952" cy="28314"/>
              </a:xfrm>
              <a:custGeom>
                <a:avLst/>
                <a:gdLst/>
                <a:ahLst/>
                <a:cxnLst/>
                <a:rect l="l" t="t" r="r" b="b"/>
                <a:pathLst>
                  <a:path w="37" h="50" extrusionOk="0">
                    <a:moveTo>
                      <a:pt x="9" y="47"/>
                    </a:moveTo>
                    <a:cubicBezTo>
                      <a:pt x="16" y="49"/>
                      <a:pt x="27" y="42"/>
                      <a:pt x="31" y="30"/>
                    </a:cubicBezTo>
                    <a:cubicBezTo>
                      <a:pt x="36" y="17"/>
                      <a:pt x="33" y="5"/>
                      <a:pt x="26" y="3"/>
                    </a:cubicBezTo>
                    <a:cubicBezTo>
                      <a:pt x="19" y="0"/>
                      <a:pt x="9" y="8"/>
                      <a:pt x="4" y="20"/>
                    </a:cubicBezTo>
                    <a:cubicBezTo>
                      <a:pt x="0" y="32"/>
                      <a:pt x="2" y="44"/>
                      <a:pt x="9" y="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24"/>
              <p:cNvGrpSpPr/>
              <p:nvPr/>
            </p:nvGrpSpPr>
            <p:grpSpPr>
              <a:xfrm>
                <a:off x="4431067" y="2516870"/>
                <a:ext cx="703890" cy="150064"/>
                <a:chOff x="4431067" y="2516870"/>
                <a:chExt cx="703890" cy="150064"/>
              </a:xfrm>
            </p:grpSpPr>
            <p:sp>
              <p:nvSpPr>
                <p:cNvPr id="557" name="Google Shape;557;p24"/>
                <p:cNvSpPr/>
                <p:nvPr/>
              </p:nvSpPr>
              <p:spPr>
                <a:xfrm>
                  <a:off x="4960541" y="2516870"/>
                  <a:ext cx="172150" cy="76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135" extrusionOk="0">
                      <a:moveTo>
                        <a:pt x="16" y="134"/>
                      </a:moveTo>
                      <a:lnTo>
                        <a:pt x="0" y="111"/>
                      </a:lnTo>
                      <a:cubicBezTo>
                        <a:pt x="5" y="108"/>
                        <a:pt x="122" y="29"/>
                        <a:pt x="299" y="0"/>
                      </a:cubicBezTo>
                      <a:lnTo>
                        <a:pt x="303" y="27"/>
                      </a:lnTo>
                      <a:cubicBezTo>
                        <a:pt x="133" y="55"/>
                        <a:pt x="17" y="133"/>
                        <a:pt x="16" y="13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24"/>
                <p:cNvSpPr/>
                <p:nvPr/>
              </p:nvSpPr>
              <p:spPr>
                <a:xfrm>
                  <a:off x="4974132" y="2579161"/>
                  <a:ext cx="160824" cy="39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69" extrusionOk="0">
                      <a:moveTo>
                        <a:pt x="10" y="68"/>
                      </a:moveTo>
                      <a:lnTo>
                        <a:pt x="0" y="43"/>
                      </a:lnTo>
                      <a:cubicBezTo>
                        <a:pt x="4" y="41"/>
                        <a:pt x="105" y="3"/>
                        <a:pt x="283" y="0"/>
                      </a:cubicBezTo>
                      <a:lnTo>
                        <a:pt x="283" y="27"/>
                      </a:lnTo>
                      <a:cubicBezTo>
                        <a:pt x="110" y="30"/>
                        <a:pt x="11" y="68"/>
                        <a:pt x="10" y="6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559;p24"/>
                <p:cNvSpPr/>
                <p:nvPr/>
              </p:nvSpPr>
              <p:spPr>
                <a:xfrm>
                  <a:off x="4926564" y="2538955"/>
                  <a:ext cx="58327" cy="77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137" extrusionOk="0">
                      <a:moveTo>
                        <a:pt x="86" y="136"/>
                      </a:moveTo>
                      <a:lnTo>
                        <a:pt x="0" y="0"/>
                      </a:lnTo>
                      <a:lnTo>
                        <a:pt x="102" y="123"/>
                      </a:lnTo>
                      <a:lnTo>
                        <a:pt x="86" y="13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0" name="Google Shape;560;p24"/>
                <p:cNvSpPr/>
                <p:nvPr/>
              </p:nvSpPr>
              <p:spPr>
                <a:xfrm>
                  <a:off x="4907877" y="2574631"/>
                  <a:ext cx="75316" cy="43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76" extrusionOk="0">
                      <a:moveTo>
                        <a:pt x="0" y="0"/>
                      </a:moveTo>
                      <a:lnTo>
                        <a:pt x="132" y="58"/>
                      </a:lnTo>
                      <a:lnTo>
                        <a:pt x="122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1" name="Google Shape;561;p24"/>
                <p:cNvSpPr/>
                <p:nvPr/>
              </p:nvSpPr>
              <p:spPr>
                <a:xfrm>
                  <a:off x="4902780" y="2606342"/>
                  <a:ext cx="77581" cy="12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2" extrusionOk="0">
                      <a:moveTo>
                        <a:pt x="0" y="8"/>
                      </a:moveTo>
                      <a:lnTo>
                        <a:pt x="136" y="0"/>
                      </a:lnTo>
                      <a:lnTo>
                        <a:pt x="136" y="21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2" name="Google Shape;562;p24"/>
                <p:cNvSpPr/>
                <p:nvPr/>
              </p:nvSpPr>
              <p:spPr>
                <a:xfrm>
                  <a:off x="4913540" y="2607475"/>
                  <a:ext cx="70785" cy="5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05" extrusionOk="0">
                      <a:moveTo>
                        <a:pt x="0" y="104"/>
                      </a:moveTo>
                      <a:lnTo>
                        <a:pt x="111" y="0"/>
                      </a:lnTo>
                      <a:lnTo>
                        <a:pt x="124" y="16"/>
                      </a:lnTo>
                      <a:lnTo>
                        <a:pt x="0" y="10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3" name="Google Shape;563;p24"/>
                <p:cNvSpPr/>
                <p:nvPr/>
              </p:nvSpPr>
              <p:spPr>
                <a:xfrm>
                  <a:off x="4433332" y="2516870"/>
                  <a:ext cx="172150" cy="76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135" extrusionOk="0">
                      <a:moveTo>
                        <a:pt x="287" y="134"/>
                      </a:moveTo>
                      <a:lnTo>
                        <a:pt x="303" y="111"/>
                      </a:lnTo>
                      <a:cubicBezTo>
                        <a:pt x="298" y="108"/>
                        <a:pt x="181" y="29"/>
                        <a:pt x="4" y="0"/>
                      </a:cubicBezTo>
                      <a:lnTo>
                        <a:pt x="0" y="27"/>
                      </a:lnTo>
                      <a:cubicBezTo>
                        <a:pt x="170" y="55"/>
                        <a:pt x="286" y="133"/>
                        <a:pt x="287" y="13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24"/>
                <p:cNvSpPr/>
                <p:nvPr/>
              </p:nvSpPr>
              <p:spPr>
                <a:xfrm>
                  <a:off x="4431067" y="2579161"/>
                  <a:ext cx="160824" cy="39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69" extrusionOk="0">
                      <a:moveTo>
                        <a:pt x="273" y="68"/>
                      </a:moveTo>
                      <a:lnTo>
                        <a:pt x="283" y="43"/>
                      </a:lnTo>
                      <a:cubicBezTo>
                        <a:pt x="279" y="41"/>
                        <a:pt x="178" y="3"/>
                        <a:pt x="0" y="0"/>
                      </a:cubicBezTo>
                      <a:lnTo>
                        <a:pt x="0" y="27"/>
                      </a:lnTo>
                      <a:cubicBezTo>
                        <a:pt x="173" y="30"/>
                        <a:pt x="272" y="68"/>
                        <a:pt x="273" y="6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24"/>
                <p:cNvSpPr/>
                <p:nvPr/>
              </p:nvSpPr>
              <p:spPr>
                <a:xfrm>
                  <a:off x="4581132" y="2538955"/>
                  <a:ext cx="58327" cy="77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137" extrusionOk="0">
                      <a:moveTo>
                        <a:pt x="16" y="136"/>
                      </a:moveTo>
                      <a:lnTo>
                        <a:pt x="102" y="0"/>
                      </a:lnTo>
                      <a:lnTo>
                        <a:pt x="0" y="123"/>
                      </a:lnTo>
                      <a:lnTo>
                        <a:pt x="16" y="13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6" name="Google Shape;566;p24"/>
                <p:cNvSpPr/>
                <p:nvPr/>
              </p:nvSpPr>
              <p:spPr>
                <a:xfrm>
                  <a:off x="4582830" y="2574631"/>
                  <a:ext cx="75316" cy="43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76" extrusionOk="0">
                      <a:moveTo>
                        <a:pt x="132" y="0"/>
                      </a:moveTo>
                      <a:lnTo>
                        <a:pt x="0" y="58"/>
                      </a:lnTo>
                      <a:lnTo>
                        <a:pt x="10" y="75"/>
                      </a:lnTo>
                      <a:lnTo>
                        <a:pt x="13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7" name="Google Shape;567;p24"/>
                <p:cNvSpPr/>
                <p:nvPr/>
              </p:nvSpPr>
              <p:spPr>
                <a:xfrm>
                  <a:off x="4585662" y="2606342"/>
                  <a:ext cx="77581" cy="12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2" extrusionOk="0">
                      <a:moveTo>
                        <a:pt x="136" y="8"/>
                      </a:move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136" y="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8" name="Google Shape;568;p24"/>
                <p:cNvSpPr/>
                <p:nvPr/>
              </p:nvSpPr>
              <p:spPr>
                <a:xfrm>
                  <a:off x="4581698" y="2607475"/>
                  <a:ext cx="70785" cy="5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05" extrusionOk="0">
                      <a:moveTo>
                        <a:pt x="124" y="104"/>
                      </a:moveTo>
                      <a:lnTo>
                        <a:pt x="13" y="0"/>
                      </a:lnTo>
                      <a:lnTo>
                        <a:pt x="0" y="16"/>
                      </a:lnTo>
                      <a:lnTo>
                        <a:pt x="124" y="10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69" name="Google Shape;569;p24"/>
              <p:cNvGrpSpPr/>
              <p:nvPr/>
            </p:nvGrpSpPr>
            <p:grpSpPr>
              <a:xfrm>
                <a:off x="4438428" y="2653344"/>
                <a:ext cx="689166" cy="270682"/>
                <a:chOff x="4438428" y="2653344"/>
                <a:chExt cx="689166" cy="270682"/>
              </a:xfrm>
            </p:grpSpPr>
            <p:sp>
              <p:nvSpPr>
                <p:cNvPr id="570" name="Google Shape;570;p24"/>
                <p:cNvSpPr/>
                <p:nvPr/>
              </p:nvSpPr>
              <p:spPr>
                <a:xfrm>
                  <a:off x="4937324" y="2653344"/>
                  <a:ext cx="190271" cy="2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453" extrusionOk="0">
                      <a:moveTo>
                        <a:pt x="17" y="452"/>
                      </a:moveTo>
                      <a:lnTo>
                        <a:pt x="0" y="440"/>
                      </a:lnTo>
                      <a:cubicBezTo>
                        <a:pt x="45" y="377"/>
                        <a:pt x="96" y="170"/>
                        <a:pt x="113" y="94"/>
                      </a:cubicBezTo>
                      <a:lnTo>
                        <a:pt x="116" y="91"/>
                      </a:lnTo>
                      <a:cubicBezTo>
                        <a:pt x="214" y="28"/>
                        <a:pt x="326" y="1"/>
                        <a:pt x="331" y="0"/>
                      </a:cubicBezTo>
                      <a:lnTo>
                        <a:pt x="335" y="20"/>
                      </a:lnTo>
                      <a:cubicBezTo>
                        <a:pt x="334" y="20"/>
                        <a:pt x="225" y="46"/>
                        <a:pt x="130" y="106"/>
                      </a:cubicBezTo>
                      <a:cubicBezTo>
                        <a:pt x="123" y="142"/>
                        <a:pt x="68" y="378"/>
                        <a:pt x="17" y="45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571;p24"/>
                <p:cNvSpPr/>
                <p:nvPr/>
              </p:nvSpPr>
              <p:spPr>
                <a:xfrm>
                  <a:off x="4945818" y="2704309"/>
                  <a:ext cx="62291" cy="23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2" extrusionOk="0">
                      <a:moveTo>
                        <a:pt x="0" y="41"/>
                      </a:moveTo>
                      <a:lnTo>
                        <a:pt x="104" y="0"/>
                      </a:lnTo>
                      <a:lnTo>
                        <a:pt x="109" y="2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2" name="Google Shape;572;p24"/>
                <p:cNvSpPr/>
                <p:nvPr/>
              </p:nvSpPr>
              <p:spPr>
                <a:xfrm>
                  <a:off x="4938456" y="2742816"/>
                  <a:ext cx="62291" cy="23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2" extrusionOk="0">
                      <a:moveTo>
                        <a:pt x="0" y="41"/>
                      </a:moveTo>
                      <a:lnTo>
                        <a:pt x="103" y="0"/>
                      </a:lnTo>
                      <a:lnTo>
                        <a:pt x="109" y="19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3" name="Google Shape;573;p24"/>
                <p:cNvSpPr/>
                <p:nvPr/>
              </p:nvSpPr>
              <p:spPr>
                <a:xfrm>
                  <a:off x="4926564" y="2781323"/>
                  <a:ext cx="61725" cy="23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41" extrusionOk="0">
                      <a:moveTo>
                        <a:pt x="0" y="40"/>
                      </a:moveTo>
                      <a:lnTo>
                        <a:pt x="103" y="0"/>
                      </a:lnTo>
                      <a:lnTo>
                        <a:pt x="108" y="1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4" name="Google Shape;574;p24"/>
                <p:cNvSpPr/>
                <p:nvPr/>
              </p:nvSpPr>
              <p:spPr>
                <a:xfrm>
                  <a:off x="4915805" y="2819830"/>
                  <a:ext cx="62291" cy="23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1" extrusionOk="0">
                      <a:moveTo>
                        <a:pt x="0" y="40"/>
                      </a:moveTo>
                      <a:lnTo>
                        <a:pt x="104" y="0"/>
                      </a:lnTo>
                      <a:lnTo>
                        <a:pt x="109" y="1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5" name="Google Shape;575;p24"/>
                <p:cNvSpPr/>
                <p:nvPr/>
              </p:nvSpPr>
              <p:spPr>
                <a:xfrm>
                  <a:off x="4900515" y="2858337"/>
                  <a:ext cx="62291" cy="23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1" extrusionOk="0">
                      <a:moveTo>
                        <a:pt x="0" y="40"/>
                      </a:moveTo>
                      <a:lnTo>
                        <a:pt x="103" y="0"/>
                      </a:lnTo>
                      <a:lnTo>
                        <a:pt x="109" y="1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6" name="Google Shape;576;p24"/>
                <p:cNvSpPr/>
                <p:nvPr/>
              </p:nvSpPr>
              <p:spPr>
                <a:xfrm>
                  <a:off x="4882394" y="2897977"/>
                  <a:ext cx="65689" cy="26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" h="46" extrusionOk="0">
                      <a:moveTo>
                        <a:pt x="0" y="45"/>
                      </a:moveTo>
                      <a:cubicBezTo>
                        <a:pt x="16" y="38"/>
                        <a:pt x="85" y="11"/>
                        <a:pt x="113" y="0"/>
                      </a:cubicBezTo>
                      <a:lnTo>
                        <a:pt x="115" y="20"/>
                      </a:lnTo>
                      <a:lnTo>
                        <a:pt x="109" y="23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24"/>
                <p:cNvSpPr/>
                <p:nvPr/>
              </p:nvSpPr>
              <p:spPr>
                <a:xfrm>
                  <a:off x="4438428" y="2653344"/>
                  <a:ext cx="190271" cy="2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453" extrusionOk="0">
                      <a:moveTo>
                        <a:pt x="318" y="452"/>
                      </a:moveTo>
                      <a:lnTo>
                        <a:pt x="335" y="440"/>
                      </a:lnTo>
                      <a:cubicBezTo>
                        <a:pt x="290" y="377"/>
                        <a:pt x="239" y="170"/>
                        <a:pt x="222" y="94"/>
                      </a:cubicBezTo>
                      <a:lnTo>
                        <a:pt x="219" y="91"/>
                      </a:lnTo>
                      <a:cubicBezTo>
                        <a:pt x="121" y="28"/>
                        <a:pt x="9" y="1"/>
                        <a:pt x="4" y="0"/>
                      </a:cubicBezTo>
                      <a:lnTo>
                        <a:pt x="0" y="20"/>
                      </a:lnTo>
                      <a:cubicBezTo>
                        <a:pt x="1" y="20"/>
                        <a:pt x="110" y="46"/>
                        <a:pt x="205" y="106"/>
                      </a:cubicBezTo>
                      <a:cubicBezTo>
                        <a:pt x="212" y="142"/>
                        <a:pt x="266" y="378"/>
                        <a:pt x="318" y="45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24"/>
                <p:cNvSpPr/>
                <p:nvPr/>
              </p:nvSpPr>
              <p:spPr>
                <a:xfrm>
                  <a:off x="4557914" y="2704309"/>
                  <a:ext cx="62291" cy="23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2" extrusionOk="0">
                      <a:moveTo>
                        <a:pt x="109" y="41"/>
                      </a:moveTo>
                      <a:lnTo>
                        <a:pt x="5" y="0"/>
                      </a:lnTo>
                      <a:lnTo>
                        <a:pt x="0" y="20"/>
                      </a:lnTo>
                      <a:lnTo>
                        <a:pt x="109" y="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79" name="Google Shape;579;p24"/>
                <p:cNvSpPr/>
                <p:nvPr/>
              </p:nvSpPr>
              <p:spPr>
                <a:xfrm>
                  <a:off x="4565276" y="2742816"/>
                  <a:ext cx="62291" cy="23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2" extrusionOk="0">
                      <a:moveTo>
                        <a:pt x="109" y="41"/>
                      </a:moveTo>
                      <a:lnTo>
                        <a:pt x="6" y="0"/>
                      </a:lnTo>
                      <a:lnTo>
                        <a:pt x="0" y="19"/>
                      </a:lnTo>
                      <a:lnTo>
                        <a:pt x="109" y="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80" name="Google Shape;580;p24"/>
                <p:cNvSpPr/>
                <p:nvPr/>
              </p:nvSpPr>
              <p:spPr>
                <a:xfrm>
                  <a:off x="4577734" y="2781323"/>
                  <a:ext cx="61725" cy="23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41" extrusionOk="0">
                      <a:moveTo>
                        <a:pt x="108" y="40"/>
                      </a:moveTo>
                      <a:lnTo>
                        <a:pt x="5" y="0"/>
                      </a:lnTo>
                      <a:lnTo>
                        <a:pt x="0" y="19"/>
                      </a:lnTo>
                      <a:lnTo>
                        <a:pt x="108" y="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81" name="Google Shape;581;p24"/>
                <p:cNvSpPr/>
                <p:nvPr/>
              </p:nvSpPr>
              <p:spPr>
                <a:xfrm>
                  <a:off x="4587927" y="2819830"/>
                  <a:ext cx="62291" cy="23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1" extrusionOk="0">
                      <a:moveTo>
                        <a:pt x="109" y="40"/>
                      </a:moveTo>
                      <a:lnTo>
                        <a:pt x="5" y="0"/>
                      </a:lnTo>
                      <a:lnTo>
                        <a:pt x="0" y="19"/>
                      </a:lnTo>
                      <a:lnTo>
                        <a:pt x="109" y="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82" name="Google Shape;582;p24"/>
                <p:cNvSpPr/>
                <p:nvPr/>
              </p:nvSpPr>
              <p:spPr>
                <a:xfrm>
                  <a:off x="4603217" y="2858337"/>
                  <a:ext cx="62291" cy="23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41" extrusionOk="0">
                      <a:moveTo>
                        <a:pt x="109" y="40"/>
                      </a:moveTo>
                      <a:lnTo>
                        <a:pt x="6" y="0"/>
                      </a:lnTo>
                      <a:lnTo>
                        <a:pt x="0" y="19"/>
                      </a:lnTo>
                      <a:lnTo>
                        <a:pt x="109" y="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83" name="Google Shape;583;p24"/>
                <p:cNvSpPr/>
                <p:nvPr/>
              </p:nvSpPr>
              <p:spPr>
                <a:xfrm>
                  <a:off x="4618506" y="2897977"/>
                  <a:ext cx="65689" cy="26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" h="46" extrusionOk="0">
                      <a:moveTo>
                        <a:pt x="115" y="45"/>
                      </a:moveTo>
                      <a:cubicBezTo>
                        <a:pt x="99" y="38"/>
                        <a:pt x="29" y="11"/>
                        <a:pt x="2" y="0"/>
                      </a:cubicBezTo>
                      <a:lnTo>
                        <a:pt x="0" y="20"/>
                      </a:lnTo>
                      <a:lnTo>
                        <a:pt x="5" y="23"/>
                      </a:lnTo>
                      <a:lnTo>
                        <a:pt x="115" y="45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5"/>
          <p:cNvSpPr/>
          <p:nvPr/>
        </p:nvSpPr>
        <p:spPr>
          <a:xfrm>
            <a:off x="4190100" y="1531413"/>
            <a:ext cx="763800" cy="76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4190100" y="3148363"/>
            <a:ext cx="763800" cy="76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6889375" y="1531413"/>
            <a:ext cx="763800" cy="76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6889375" y="3148363"/>
            <a:ext cx="763800" cy="76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2" name="Google Shape;592;p25"/>
          <p:cNvSpPr/>
          <p:nvPr/>
        </p:nvSpPr>
        <p:spPr>
          <a:xfrm>
            <a:off x="1490825" y="1531413"/>
            <a:ext cx="763800" cy="76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1490825" y="3148363"/>
            <a:ext cx="763800" cy="76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4" name="Google Shape;59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95" name="Google Shape;595;p25"/>
          <p:cNvSpPr txBox="1">
            <a:spLocks noGrp="1"/>
          </p:cNvSpPr>
          <p:nvPr>
            <p:ph type="title" idx="2"/>
          </p:nvPr>
        </p:nvSpPr>
        <p:spPr>
          <a:xfrm>
            <a:off x="1315175" y="1689513"/>
            <a:ext cx="1115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6" name="Google Shape;596;p25"/>
          <p:cNvSpPr txBox="1">
            <a:spLocks noGrp="1"/>
          </p:cNvSpPr>
          <p:nvPr>
            <p:ph type="title" idx="3"/>
          </p:nvPr>
        </p:nvSpPr>
        <p:spPr>
          <a:xfrm>
            <a:off x="1315175" y="3306463"/>
            <a:ext cx="1115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97" name="Google Shape;597;p25"/>
          <p:cNvSpPr txBox="1">
            <a:spLocks noGrp="1"/>
          </p:cNvSpPr>
          <p:nvPr>
            <p:ph type="title" idx="4"/>
          </p:nvPr>
        </p:nvSpPr>
        <p:spPr>
          <a:xfrm>
            <a:off x="4014450" y="1689513"/>
            <a:ext cx="1115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98" name="Google Shape;598;p25"/>
          <p:cNvSpPr txBox="1">
            <a:spLocks noGrp="1"/>
          </p:cNvSpPr>
          <p:nvPr>
            <p:ph type="title" idx="5"/>
          </p:nvPr>
        </p:nvSpPr>
        <p:spPr>
          <a:xfrm>
            <a:off x="4014450" y="3306463"/>
            <a:ext cx="1115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99" name="Google Shape;599;p25"/>
          <p:cNvSpPr txBox="1">
            <a:spLocks noGrp="1"/>
          </p:cNvSpPr>
          <p:nvPr>
            <p:ph type="title" idx="6"/>
          </p:nvPr>
        </p:nvSpPr>
        <p:spPr>
          <a:xfrm>
            <a:off x="6713725" y="1689513"/>
            <a:ext cx="1115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00" name="Google Shape;600;p25"/>
          <p:cNvSpPr txBox="1">
            <a:spLocks noGrp="1"/>
          </p:cNvSpPr>
          <p:nvPr>
            <p:ph type="title" idx="7"/>
          </p:nvPr>
        </p:nvSpPr>
        <p:spPr>
          <a:xfrm>
            <a:off x="6713725" y="3306463"/>
            <a:ext cx="1115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01" name="Google Shape;601;p25"/>
          <p:cNvSpPr txBox="1">
            <a:spLocks noGrp="1"/>
          </p:cNvSpPr>
          <p:nvPr>
            <p:ph type="subTitle" idx="1"/>
          </p:nvPr>
        </p:nvSpPr>
        <p:spPr>
          <a:xfrm>
            <a:off x="719975" y="2417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602" name="Google Shape;602;p25"/>
          <p:cNvSpPr txBox="1">
            <a:spLocks noGrp="1"/>
          </p:cNvSpPr>
          <p:nvPr>
            <p:ph type="subTitle" idx="8"/>
          </p:nvPr>
        </p:nvSpPr>
        <p:spPr>
          <a:xfrm>
            <a:off x="3419250" y="2417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603" name="Google Shape;603;p25"/>
          <p:cNvSpPr txBox="1">
            <a:spLocks noGrp="1"/>
          </p:cNvSpPr>
          <p:nvPr>
            <p:ph type="subTitle" idx="9"/>
          </p:nvPr>
        </p:nvSpPr>
        <p:spPr>
          <a:xfrm>
            <a:off x="6118525" y="241761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604" name="Google Shape;604;p25"/>
          <p:cNvSpPr txBox="1">
            <a:spLocks noGrp="1"/>
          </p:cNvSpPr>
          <p:nvPr>
            <p:ph type="subTitle" idx="13"/>
          </p:nvPr>
        </p:nvSpPr>
        <p:spPr>
          <a:xfrm>
            <a:off x="778700" y="4034623"/>
            <a:ext cx="2305500" cy="9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Design, Flow &amp; Data Collection</a:t>
            </a:r>
            <a:endParaRPr/>
          </a:p>
        </p:txBody>
      </p:sp>
      <p:sp>
        <p:nvSpPr>
          <p:cNvPr id="605" name="Google Shape;605;p25"/>
          <p:cNvSpPr txBox="1">
            <a:spLocks noGrp="1"/>
          </p:cNvSpPr>
          <p:nvPr>
            <p:ph type="subTitle" idx="14"/>
          </p:nvPr>
        </p:nvSpPr>
        <p:spPr>
          <a:xfrm>
            <a:off x="3419250" y="4034632"/>
            <a:ext cx="2305500" cy="72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</a:t>
            </a:r>
            <a:endParaRPr/>
          </a:p>
        </p:txBody>
      </p:sp>
      <p:sp>
        <p:nvSpPr>
          <p:cNvPr id="606" name="Google Shape;606;p25"/>
          <p:cNvSpPr txBox="1">
            <a:spLocks noGrp="1"/>
          </p:cNvSpPr>
          <p:nvPr>
            <p:ph type="subTitle" idx="15"/>
          </p:nvPr>
        </p:nvSpPr>
        <p:spPr>
          <a:xfrm>
            <a:off x="6118525" y="4034633"/>
            <a:ext cx="2305500" cy="72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and 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6"/>
          <p:cNvSpPr txBox="1">
            <a:spLocks noGrp="1"/>
          </p:cNvSpPr>
          <p:nvPr>
            <p:ph type="title"/>
          </p:nvPr>
        </p:nvSpPr>
        <p:spPr>
          <a:xfrm>
            <a:off x="715100" y="98502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</a:t>
            </a:r>
            <a:endParaRPr/>
          </a:p>
        </p:txBody>
      </p:sp>
      <p:sp>
        <p:nvSpPr>
          <p:cNvPr id="612" name="Google Shape;612;p26"/>
          <p:cNvSpPr txBox="1">
            <a:spLocks noGrp="1"/>
          </p:cNvSpPr>
          <p:nvPr>
            <p:ph type="body" idx="1"/>
          </p:nvPr>
        </p:nvSpPr>
        <p:spPr>
          <a:xfrm>
            <a:off x="715100" y="1850950"/>
            <a:ext cx="6119400" cy="25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 dirty="0">
                <a:solidFill>
                  <a:srgbClr val="000000"/>
                </a:solidFill>
              </a:rPr>
              <a:t>Letters are recalled more accurately when presented within real words, compared to when they appear in isolation or in nonword strings.</a:t>
            </a:r>
            <a:br>
              <a:rPr lang="en" sz="1800" dirty="0">
                <a:solidFill>
                  <a:srgbClr val="000000"/>
                </a:solidFill>
              </a:rPr>
            </a:br>
            <a:r>
              <a:rPr lang="en" sz="1800" dirty="0">
                <a:solidFill>
                  <a:srgbClr val="000000"/>
                </a:solidFill>
              </a:rPr>
              <a:t>This phenomenon is known as the </a:t>
            </a:r>
            <a:r>
              <a:rPr lang="en" sz="1800" b="1" dirty="0">
                <a:solidFill>
                  <a:srgbClr val="000000"/>
                </a:solidFill>
              </a:rPr>
              <a:t>Word Superiority Effect (WSE)</a:t>
            </a:r>
            <a:r>
              <a:rPr lang="en" sz="1800" dirty="0">
                <a:solidFill>
                  <a:srgbClr val="000000"/>
                </a:solidFill>
              </a:rPr>
              <a:t>.</a:t>
            </a:r>
            <a:endParaRPr sz="1800" dirty="0">
              <a:solidFill>
                <a:srgbClr val="000000"/>
              </a:solidFill>
            </a:endParaRPr>
          </a:p>
        </p:txBody>
      </p:sp>
      <p:grpSp>
        <p:nvGrpSpPr>
          <p:cNvPr id="613" name="Google Shape;613;p26"/>
          <p:cNvGrpSpPr/>
          <p:nvPr/>
        </p:nvGrpSpPr>
        <p:grpSpPr>
          <a:xfrm>
            <a:off x="6886216" y="2765713"/>
            <a:ext cx="1798200" cy="1798200"/>
            <a:chOff x="4396216" y="2765713"/>
            <a:chExt cx="1798200" cy="1798200"/>
          </a:xfrm>
        </p:grpSpPr>
        <p:sp>
          <p:nvSpPr>
            <p:cNvPr id="614" name="Google Shape;614;p26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615" name="Google Shape;615;p26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6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6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6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6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6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6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6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6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5" name="Google Shape;625;p26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626" name="Google Shape;626;p26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627" name="Google Shape;627;p26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8" name="Google Shape;628;p26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629" name="Google Shape;629;p26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630" name="Google Shape;630;p26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1" name="Google Shape;631;p26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2" name="Google Shape;632;p26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3" name="Google Shape;633;p26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634" name="Google Shape;634;p26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635" name="Google Shape;635;p26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6" name="Google Shape;636;p26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7" name="Google Shape;637;p26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8" name="Google Shape;638;p26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9" name="Google Shape;639;p26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0" name="Google Shape;640;p26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1" name="Google Shape;641;p26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2" name="Google Shape;642;p26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3" name="Google Shape;643;p26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4" name="Google Shape;644;p26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5" name="Google Shape;645;p26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6" name="Google Shape;646;p26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26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26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9" name="Google Shape;649;p26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0" name="Google Shape;650;p26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1" name="Google Shape;651;p26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2" name="Google Shape;652;p26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3" name="Google Shape;653;p26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4" name="Google Shape;654;p26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5" name="Google Shape;655;p26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6" name="Google Shape;656;p26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7" name="Google Shape;657;p26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8" name="Google Shape;658;p26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9" name="Google Shape;659;p26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0" name="Google Shape;660;p26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1" name="Google Shape;661;p26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2" name="Google Shape;662;p26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3" name="Google Shape;663;p26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4" name="Google Shape;664;p26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5" name="Google Shape;665;p26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6" name="Google Shape;666;p26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7" name="Google Shape;667;p26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8" name="Google Shape;668;p26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9" name="Google Shape;669;p26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0" name="Google Shape;670;p26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1" name="Google Shape;671;p26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2" name="Google Shape;672;p26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3" name="Google Shape;673;p26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4" name="Google Shape;674;p26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5" name="Google Shape;675;p26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6" name="Google Shape;676;p26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7" name="Google Shape;677;p26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8" name="Google Shape;678;p26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9" name="Google Shape;679;p26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0" name="Google Shape;680;p26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1" name="Google Shape;681;p26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2" name="Google Shape;682;p26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3" name="Google Shape;683;p26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4" name="Google Shape;684;p26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5" name="Google Shape;685;p26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6" name="Google Shape;686;p26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7" name="Google Shape;687;p26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8" name="Google Shape;688;p26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9" name="Google Shape;689;p26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0" name="Google Shape;690;p26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1" name="Google Shape;691;p26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2" name="Google Shape;692;p26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" name="Google Shape;693;p26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" name="Google Shape;694;p26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5" name="Google Shape;695;p26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6" name="Google Shape;696;p26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" name="Google Shape;697;p26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" name="Google Shape;698;p26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" name="Google Shape;699;p26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0" name="Google Shape;700;p26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" name="Google Shape;701;p26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" name="Google Shape;702;p26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" name="Google Shape;703;p26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" name="Google Shape;704;p26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" name="Google Shape;705;p26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6" name="Google Shape;706;p26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7" name="Google Shape;707;p26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8" name="Google Shape;708;p26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9" name="Google Shape;709;p26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0" name="Google Shape;710;p26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1" name="Google Shape;711;p26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2" name="Google Shape;712;p26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3" name="Google Shape;713;p26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4" name="Google Shape;714;p26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5" name="Google Shape;715;p26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6" name="Google Shape;716;p26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7" name="Google Shape;717;p26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8" name="Google Shape;718;p26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9" name="Google Shape;719;p26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0" name="Google Shape;720;p26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1" name="Google Shape;721;p26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2" name="Google Shape;722;p26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3" name="Google Shape;723;p26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4" name="Google Shape;724;p26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5" name="Google Shape;725;p26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6" name="Google Shape;726;p26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7" name="Google Shape;727;p26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8" name="Google Shape;728;p26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9" name="Google Shape;729;p26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0" name="Google Shape;730;p26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1" name="Google Shape;731;p26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2" name="Google Shape;732;p26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3" name="Google Shape;733;p26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4" name="Google Shape;734;p26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5" name="Google Shape;735;p26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6" name="Google Shape;736;p26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7" name="Google Shape;737;p26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8" name="Google Shape;738;p26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9" name="Google Shape;739;p26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0" name="Google Shape;740;p26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1" name="Google Shape;741;p26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2" name="Google Shape;742;p26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3" name="Google Shape;743;p26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4" name="Google Shape;744;p26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5" name="Google Shape;745;p26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6" name="Google Shape;746;p26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7" name="Google Shape;747;p26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8" name="Google Shape;748;p26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9" name="Google Shape;749;p26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0" name="Google Shape;750;p26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1" name="Google Shape;751;p26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2" name="Google Shape;752;p26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3" name="Google Shape;753;p26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4" name="Google Shape;754;p26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5" name="Google Shape;755;p26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6" name="Google Shape;756;p26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7" name="Google Shape;757;p26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8" name="Google Shape;758;p26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9" name="Google Shape;759;p26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0" name="Google Shape;760;p26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1" name="Google Shape;761;p26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2" name="Google Shape;762;p26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3" name="Google Shape;763;p26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4" name="Google Shape;764;p26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765" name="Google Shape;765;p26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 txBox="1">
            <a:spLocks noGrp="1"/>
          </p:cNvSpPr>
          <p:nvPr>
            <p:ph type="title"/>
          </p:nvPr>
        </p:nvSpPr>
        <p:spPr>
          <a:xfrm>
            <a:off x="715100" y="98502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Hypothesis </a:t>
            </a:r>
            <a:endParaRPr/>
          </a:p>
        </p:txBody>
      </p:sp>
      <p:sp>
        <p:nvSpPr>
          <p:cNvPr id="771" name="Google Shape;771;p27"/>
          <p:cNvSpPr txBox="1">
            <a:spLocks noGrp="1"/>
          </p:cNvSpPr>
          <p:nvPr>
            <p:ph type="body" idx="1"/>
          </p:nvPr>
        </p:nvSpPr>
        <p:spPr>
          <a:xfrm>
            <a:off x="715100" y="1850950"/>
            <a:ext cx="6119400" cy="25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Participants will demonstrate </a:t>
            </a:r>
            <a:r>
              <a:rPr lang="en" sz="1800" b="1">
                <a:solidFill>
                  <a:srgbClr val="000000"/>
                </a:solidFill>
              </a:rPr>
              <a:t>higher accuracy</a:t>
            </a:r>
            <a:r>
              <a:rPr lang="en" sz="1800">
                <a:solidFill>
                  <a:srgbClr val="000000"/>
                </a:solidFill>
              </a:rPr>
              <a:t> and </a:t>
            </a:r>
            <a:r>
              <a:rPr lang="en" sz="1800" b="1">
                <a:solidFill>
                  <a:srgbClr val="000000"/>
                </a:solidFill>
              </a:rPr>
              <a:t>faster response times</a:t>
            </a:r>
            <a:r>
              <a:rPr lang="en" sz="1800">
                <a:solidFill>
                  <a:srgbClr val="000000"/>
                </a:solidFill>
              </a:rPr>
              <a:t> in identifying a target letter when it appears in a real word compared to a scrambled nonword.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We aim to replicate and extend Reicher’s findings using a modern experimental setup and reaction time measures.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772" name="Google Shape;772;p27"/>
          <p:cNvGrpSpPr/>
          <p:nvPr/>
        </p:nvGrpSpPr>
        <p:grpSpPr>
          <a:xfrm>
            <a:off x="6886216" y="2765713"/>
            <a:ext cx="1798200" cy="1798200"/>
            <a:chOff x="4396216" y="2765713"/>
            <a:chExt cx="1798200" cy="1798200"/>
          </a:xfrm>
        </p:grpSpPr>
        <p:sp>
          <p:nvSpPr>
            <p:cNvPr id="773" name="Google Shape;773;p27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774" name="Google Shape;774;p27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775" name="Google Shape;775;p27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7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7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7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7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7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7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7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4" name="Google Shape;784;p27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785" name="Google Shape;785;p27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786" name="Google Shape;786;p27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7" name="Google Shape;787;p27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788" name="Google Shape;788;p27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789" name="Google Shape;789;p27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0" name="Google Shape;790;p27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1" name="Google Shape;791;p27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2" name="Google Shape;792;p27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793" name="Google Shape;793;p27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794" name="Google Shape;794;p27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5" name="Google Shape;795;p27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6" name="Google Shape;796;p27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7" name="Google Shape;797;p27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8" name="Google Shape;798;p27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9" name="Google Shape;799;p27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0" name="Google Shape;800;p27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1" name="Google Shape;801;p27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2" name="Google Shape;802;p27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3" name="Google Shape;803;p27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4" name="Google Shape;804;p27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5" name="Google Shape;805;p27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6" name="Google Shape;806;p27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7" name="Google Shape;807;p27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8" name="Google Shape;808;p27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9" name="Google Shape;809;p27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0" name="Google Shape;810;p27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1" name="Google Shape;811;p27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2" name="Google Shape;812;p27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3" name="Google Shape;813;p27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4" name="Google Shape;814;p27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5" name="Google Shape;815;p27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6" name="Google Shape;816;p27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7" name="Google Shape;817;p27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8" name="Google Shape;818;p27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9" name="Google Shape;819;p27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0" name="Google Shape;820;p27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1" name="Google Shape;821;p27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2" name="Google Shape;822;p27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" name="Google Shape;823;p27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4" name="Google Shape;824;p27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5" name="Google Shape;825;p27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6" name="Google Shape;826;p27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7" name="Google Shape;827;p27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8" name="Google Shape;828;p27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9" name="Google Shape;829;p27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0" name="Google Shape;830;p27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1" name="Google Shape;831;p27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2" name="Google Shape;832;p27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3" name="Google Shape;833;p27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4" name="Google Shape;834;p27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5" name="Google Shape;835;p27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6" name="Google Shape;836;p27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7" name="Google Shape;837;p27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8" name="Google Shape;838;p27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9" name="Google Shape;839;p27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0" name="Google Shape;840;p27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1" name="Google Shape;841;p27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2" name="Google Shape;842;p27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3" name="Google Shape;843;p27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4" name="Google Shape;844;p27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5" name="Google Shape;845;p27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6" name="Google Shape;846;p27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7" name="Google Shape;847;p27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8" name="Google Shape;848;p27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9" name="Google Shape;849;p27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0" name="Google Shape;850;p27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1" name="Google Shape;851;p27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2" name="Google Shape;852;p27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3" name="Google Shape;853;p27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4" name="Google Shape;854;p27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5" name="Google Shape;855;p27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6" name="Google Shape;856;p27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7" name="Google Shape;857;p27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8" name="Google Shape;858;p27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9" name="Google Shape;859;p27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0" name="Google Shape;860;p27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1" name="Google Shape;861;p27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2" name="Google Shape;862;p27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3" name="Google Shape;863;p27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4" name="Google Shape;864;p27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5" name="Google Shape;865;p27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6" name="Google Shape;866;p27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7" name="Google Shape;867;p27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8" name="Google Shape;868;p27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9" name="Google Shape;869;p27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0" name="Google Shape;870;p27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1" name="Google Shape;871;p27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2" name="Google Shape;872;p27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3" name="Google Shape;873;p27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4" name="Google Shape;874;p27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5" name="Google Shape;875;p27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6" name="Google Shape;876;p27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7" name="Google Shape;877;p27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8" name="Google Shape;878;p27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9" name="Google Shape;879;p27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0" name="Google Shape;880;p27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1" name="Google Shape;881;p27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2" name="Google Shape;882;p27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3" name="Google Shape;883;p27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4" name="Google Shape;884;p27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5" name="Google Shape;885;p27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6" name="Google Shape;886;p27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7" name="Google Shape;887;p27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8" name="Google Shape;888;p27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9" name="Google Shape;889;p27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0" name="Google Shape;890;p27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1" name="Google Shape;891;p27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2" name="Google Shape;892;p27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3" name="Google Shape;893;p27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4" name="Google Shape;894;p27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5" name="Google Shape;895;p27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6" name="Google Shape;896;p27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7" name="Google Shape;897;p27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8" name="Google Shape;898;p27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9" name="Google Shape;899;p27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0" name="Google Shape;900;p27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1" name="Google Shape;901;p27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2" name="Google Shape;902;p27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3" name="Google Shape;903;p27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4" name="Google Shape;904;p27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5" name="Google Shape;905;p27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6" name="Google Shape;906;p27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7" name="Google Shape;907;p27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8" name="Google Shape;908;p27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9" name="Google Shape;909;p27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0" name="Google Shape;910;p27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1" name="Google Shape;911;p27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2" name="Google Shape;912;p27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3" name="Google Shape;913;p27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4" name="Google Shape;914;p27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5" name="Google Shape;915;p27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6" name="Google Shape;916;p27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7" name="Google Shape;917;p27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8" name="Google Shape;918;p27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9" name="Google Shape;919;p27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0" name="Google Shape;920;p27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1" name="Google Shape;921;p27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2" name="Google Shape;922;p27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3" name="Google Shape;923;p27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924" name="Google Shape;924;p27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8"/>
          <p:cNvSpPr txBox="1">
            <a:spLocks noGrp="1"/>
          </p:cNvSpPr>
          <p:nvPr>
            <p:ph type="title"/>
          </p:nvPr>
        </p:nvSpPr>
        <p:spPr>
          <a:xfrm>
            <a:off x="340550" y="833750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930" name="Google Shape;930;p28"/>
          <p:cNvSpPr txBox="1">
            <a:spLocks noGrp="1"/>
          </p:cNvSpPr>
          <p:nvPr>
            <p:ph type="body" idx="1"/>
          </p:nvPr>
        </p:nvSpPr>
        <p:spPr>
          <a:xfrm>
            <a:off x="340550" y="1616800"/>
            <a:ext cx="8619300" cy="3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Reicher (1969): Perceptual Recognition as a Function of Meaningfulness of Stimulus material</a:t>
            </a:r>
            <a:endParaRPr sz="18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Background Motivation:</a:t>
            </a:r>
            <a:br>
              <a:rPr lang="en" sz="1800" b="1" dirty="0">
                <a:solidFill>
                  <a:srgbClr val="000000"/>
                </a:solidFill>
              </a:rPr>
            </a:br>
            <a:r>
              <a:rPr lang="en" sz="1800" dirty="0">
                <a:solidFill>
                  <a:srgbClr val="000000"/>
                </a:solidFill>
              </a:rPr>
              <a:t>At the time, word recognition was assumed to be based on independent letter recognition. Reicher challenged this, suggesting that letters are perceived better in the context of real words.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What Reicher Wanted to Test:</a:t>
            </a:r>
            <a:br>
              <a:rPr lang="en" sz="1800" b="1" dirty="0">
                <a:solidFill>
                  <a:srgbClr val="000000"/>
                </a:solidFill>
              </a:rPr>
            </a:br>
            <a:r>
              <a:rPr lang="en" sz="1800" dirty="0">
                <a:solidFill>
                  <a:srgbClr val="000000"/>
                </a:solidFill>
              </a:rPr>
              <a:t>Does the presence of a meaningful word context enhance letter identification accuracy, even when word redundancy is controlled?</a:t>
            </a:r>
            <a:endParaRPr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9"/>
          <p:cNvSpPr txBox="1">
            <a:spLocks noGrp="1"/>
          </p:cNvSpPr>
          <p:nvPr>
            <p:ph type="title"/>
          </p:nvPr>
        </p:nvSpPr>
        <p:spPr>
          <a:xfrm>
            <a:off x="340550" y="97557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936" name="Google Shape;936;p29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Experimental Design Insight: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Used tachistoscopic presentation (very brief exposure of a stimulus).</a:t>
            </a:r>
            <a:br>
              <a:rPr lang="en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Followed by a forced-choice test (2-alternative letter identification).</a:t>
            </a:r>
            <a:br>
              <a:rPr lang="en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Redundancy was controlled by ensuring both choices formed valid words (e.g., </a:t>
            </a:r>
            <a:r>
              <a:rPr lang="en" sz="1800" i="1">
                <a:solidFill>
                  <a:srgbClr val="000000"/>
                </a:solidFill>
              </a:rPr>
              <a:t>WORK vs. WORD</a:t>
            </a:r>
            <a:r>
              <a:rPr lang="en" sz="1800">
                <a:solidFill>
                  <a:srgbClr val="000000"/>
                </a:solidFill>
              </a:rPr>
              <a:t> when testing the last letter).</a:t>
            </a:r>
            <a:br>
              <a:rPr lang="en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>
            <a:spLocks noGrp="1"/>
          </p:cNvSpPr>
          <p:nvPr>
            <p:ph type="title"/>
          </p:nvPr>
        </p:nvSpPr>
        <p:spPr>
          <a:xfrm>
            <a:off x="340550" y="97557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942" name="Google Shape;942;p30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Method Summary:</a:t>
            </a:r>
            <a:endParaRPr sz="1800" b="1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Stimuli: 4-letter English words, nonwords, and isolated letters.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dirty="0">
                <a:solidFill>
                  <a:srgbClr val="000000"/>
                </a:solidFill>
              </a:rPr>
              <a:t>Participants Action: Viewed stimuli very briefly, followed by </a:t>
            </a:r>
            <a:r>
              <a:rPr lang="en" sz="1800" b="1" dirty="0">
                <a:solidFill>
                  <a:srgbClr val="000000"/>
                </a:solidFill>
              </a:rPr>
              <a:t>masking</a:t>
            </a:r>
            <a:r>
              <a:rPr lang="en" sz="1800" dirty="0">
                <a:solidFill>
                  <a:srgbClr val="000000"/>
                </a:solidFill>
              </a:rPr>
              <a:t>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Task: Indicate which of two letters was in a specific position.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Both options created valid words (e.g., D/K after seeing </a:t>
            </a:r>
            <a:r>
              <a:rPr lang="en" sz="1800" i="1" dirty="0">
                <a:solidFill>
                  <a:srgbClr val="000000"/>
                </a:solidFill>
              </a:rPr>
              <a:t>WORD</a:t>
            </a:r>
            <a:r>
              <a:rPr lang="en" sz="1800" dirty="0">
                <a:solidFill>
                  <a:srgbClr val="000000"/>
                </a:solidFill>
              </a:rPr>
              <a:t>).</a:t>
            </a:r>
            <a:br>
              <a:rPr lang="en" sz="1800" dirty="0">
                <a:solidFill>
                  <a:srgbClr val="000000"/>
                </a:solidFill>
              </a:rPr>
            </a:b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1"/>
          <p:cNvSpPr txBox="1">
            <a:spLocks noGrp="1"/>
          </p:cNvSpPr>
          <p:nvPr>
            <p:ph type="title"/>
          </p:nvPr>
        </p:nvSpPr>
        <p:spPr>
          <a:xfrm>
            <a:off x="340550" y="97557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948" name="Google Shape;948;p31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Key Finding:</a:t>
            </a:r>
            <a:br>
              <a:rPr lang="en" sz="1800" b="1">
                <a:solidFill>
                  <a:srgbClr val="000000"/>
                </a:solidFill>
              </a:rPr>
            </a:br>
            <a:r>
              <a:rPr lang="en" sz="1800">
                <a:solidFill>
                  <a:srgbClr val="000000"/>
                </a:solidFill>
              </a:rPr>
              <a:t> Letter recognition accuracy was </a:t>
            </a:r>
            <a:r>
              <a:rPr lang="en" sz="1800" b="1">
                <a:solidFill>
                  <a:srgbClr val="000000"/>
                </a:solidFill>
              </a:rPr>
              <a:t>significantly higher </a:t>
            </a:r>
            <a:r>
              <a:rPr lang="en" sz="1800">
                <a:solidFill>
                  <a:srgbClr val="000000"/>
                </a:solidFill>
              </a:rPr>
              <a:t>in word contexts than in isolated letters or nonwords.</a:t>
            </a:r>
            <a:br>
              <a:rPr lang="en" sz="1800">
                <a:solidFill>
                  <a:srgbClr val="000000"/>
                </a:solidFill>
              </a:rPr>
            </a:br>
            <a:r>
              <a:rPr lang="en" sz="1800">
                <a:solidFill>
                  <a:srgbClr val="000000"/>
                </a:solidFill>
              </a:rPr>
              <a:t> → Reicher demonstrated the</a:t>
            </a:r>
            <a:r>
              <a:rPr lang="en" sz="1800" b="1">
                <a:solidFill>
                  <a:srgbClr val="000000"/>
                </a:solidFill>
              </a:rPr>
              <a:t> Word Superiority Effect</a:t>
            </a:r>
            <a:r>
              <a:rPr lang="en" sz="1800">
                <a:solidFill>
                  <a:srgbClr val="000000"/>
                </a:solidFill>
              </a:rPr>
              <a:t> even when redundancy was fully controlled.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2"/>
          <p:cNvSpPr txBox="1">
            <a:spLocks noGrp="1"/>
          </p:cNvSpPr>
          <p:nvPr>
            <p:ph type="title"/>
          </p:nvPr>
        </p:nvSpPr>
        <p:spPr>
          <a:xfrm>
            <a:off x="340550" y="975575"/>
            <a:ext cx="363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954" name="Google Shape;954;p32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Theoretical Explanations:</a:t>
            </a:r>
            <a:br>
              <a:rPr lang="en" sz="1800" b="1" dirty="0">
                <a:solidFill>
                  <a:srgbClr val="000000"/>
                </a:solidFill>
              </a:rPr>
            </a:br>
            <a:endParaRPr sz="1800" b="1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dirty="0">
                <a:solidFill>
                  <a:srgbClr val="000000"/>
                </a:solidFill>
              </a:rPr>
              <a:t>WSE is often explained by </a:t>
            </a:r>
            <a:r>
              <a:rPr lang="en" sz="1800" b="1" dirty="0">
                <a:solidFill>
                  <a:srgbClr val="000000"/>
                </a:solidFill>
              </a:rPr>
              <a:t>top-down processing</a:t>
            </a:r>
            <a:r>
              <a:rPr lang="en" sz="1800" dirty="0">
                <a:solidFill>
                  <a:srgbClr val="000000"/>
                </a:solidFill>
              </a:rPr>
              <a:t> and </a:t>
            </a:r>
            <a:r>
              <a:rPr lang="en" sz="1800" b="1" dirty="0">
                <a:solidFill>
                  <a:srgbClr val="000000"/>
                </a:solidFill>
              </a:rPr>
              <a:t>interactive activation models</a:t>
            </a:r>
            <a:r>
              <a:rPr lang="en" sz="1800" dirty="0">
                <a:solidFill>
                  <a:srgbClr val="000000"/>
                </a:solidFill>
              </a:rPr>
              <a:t> (e.g., McClelland &amp; Rumelhart, 1981), where existing knowledge of words facilitates the perception of the letters within them.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Relevance to this Experiment:</a:t>
            </a:r>
            <a:r>
              <a:rPr lang="en" sz="1800" dirty="0">
                <a:solidFill>
                  <a:srgbClr val="000000"/>
                </a:solidFill>
              </a:rPr>
              <a:t> Our study aims to show WSE using a similar but modified letter detection task within words and matched nonwords.</a:t>
            </a:r>
            <a:endParaRPr sz="1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3"/>
          <p:cNvSpPr txBox="1">
            <a:spLocks noGrp="1"/>
          </p:cNvSpPr>
          <p:nvPr>
            <p:ph type="title"/>
          </p:nvPr>
        </p:nvSpPr>
        <p:spPr>
          <a:xfrm>
            <a:off x="340550" y="1034149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 Variables</a:t>
            </a:r>
            <a:endParaRPr dirty="0"/>
          </a:p>
        </p:txBody>
      </p:sp>
      <p:sp>
        <p:nvSpPr>
          <p:cNvPr id="960" name="Google Shape;960;p33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Independent Variable: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Stimulus Type (Condition):</a:t>
            </a:r>
            <a:r>
              <a:rPr lang="en" sz="1800">
                <a:solidFill>
                  <a:srgbClr val="000000"/>
                </a:solidFill>
              </a:rPr>
              <a:t> The type of letter string presented to the participant.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b="1">
                <a:solidFill>
                  <a:srgbClr val="000000"/>
                </a:solidFill>
              </a:rPr>
              <a:t>Levels (2):</a:t>
            </a:r>
            <a:endParaRPr sz="1800" b="1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1">
                <a:solidFill>
                  <a:srgbClr val="000000"/>
                </a:solidFill>
              </a:rPr>
              <a:t>Word:</a:t>
            </a:r>
            <a:r>
              <a:rPr lang="en" sz="1800">
                <a:solidFill>
                  <a:srgbClr val="000000"/>
                </a:solidFill>
              </a:rPr>
              <a:t> Meaningful 4-letter English words (e.g., WORK, CART).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1">
                <a:solidFill>
                  <a:srgbClr val="000000"/>
                </a:solidFill>
              </a:rPr>
              <a:t>Nonword:</a:t>
            </a:r>
            <a:r>
              <a:rPr lang="en" sz="1800">
                <a:solidFill>
                  <a:srgbClr val="000000"/>
                </a:solidFill>
              </a:rPr>
              <a:t> 4-letter nonwords, created as anagrams of the words (e.g., RWOK, ARCT).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</a:endParaRPr>
          </a:p>
        </p:txBody>
      </p:sp>
      <p:grpSp>
        <p:nvGrpSpPr>
          <p:cNvPr id="961" name="Google Shape;961;p33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962" name="Google Shape;962;p33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963" name="Google Shape;963;p33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964" name="Google Shape;964;p33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3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3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3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3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3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3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3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3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3" name="Google Shape;973;p33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974" name="Google Shape;974;p33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975" name="Google Shape;975;p33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6" name="Google Shape;976;p33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77" name="Google Shape;977;p33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978" name="Google Shape;978;p33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79" name="Google Shape;979;p33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80" name="Google Shape;980;p33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81" name="Google Shape;981;p33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982" name="Google Shape;982;p33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983" name="Google Shape;983;p33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4" name="Google Shape;984;p33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5" name="Google Shape;985;p33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6" name="Google Shape;986;p33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7" name="Google Shape;987;p33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8" name="Google Shape;988;p33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9" name="Google Shape;989;p33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0" name="Google Shape;990;p33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1" name="Google Shape;991;p33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2" name="Google Shape;992;p33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3" name="Google Shape;993;p33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4" name="Google Shape;994;p33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5" name="Google Shape;995;p33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6" name="Google Shape;996;p33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7" name="Google Shape;997;p33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8" name="Google Shape;998;p33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9" name="Google Shape;999;p33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0" name="Google Shape;1000;p33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1" name="Google Shape;1001;p33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2" name="Google Shape;1002;p33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3" name="Google Shape;1003;p33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4" name="Google Shape;1004;p33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5" name="Google Shape;1005;p33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6" name="Google Shape;1006;p33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7" name="Google Shape;1007;p33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8" name="Google Shape;1008;p33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09" name="Google Shape;1009;p33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33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33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33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33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33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33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33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33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33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33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33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33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33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33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33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33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33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33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33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33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33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33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33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33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33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33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33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7" name="Google Shape;1037;p33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8" name="Google Shape;1038;p33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9" name="Google Shape;1039;p33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0" name="Google Shape;1040;p33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1" name="Google Shape;1041;p33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2" name="Google Shape;1042;p33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3" name="Google Shape;1043;p33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4" name="Google Shape;1044;p33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5" name="Google Shape;1045;p33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6" name="Google Shape;1046;p33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7" name="Google Shape;1047;p33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8" name="Google Shape;1048;p33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9" name="Google Shape;1049;p33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0" name="Google Shape;1050;p33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1" name="Google Shape;1051;p33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2" name="Google Shape;1052;p33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3" name="Google Shape;1053;p33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33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33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33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33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33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33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33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33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33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33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33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33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33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33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33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33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33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33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33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33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33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33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33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33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33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33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33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1" name="Google Shape;1081;p33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2" name="Google Shape;1082;p33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3" name="Google Shape;1083;p33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4" name="Google Shape;1084;p33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5" name="Google Shape;1085;p33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6" name="Google Shape;1086;p33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7" name="Google Shape;1087;p33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8" name="Google Shape;1088;p33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9" name="Google Shape;1089;p33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0" name="Google Shape;1090;p33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1" name="Google Shape;1091;p33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2" name="Google Shape;1092;p33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3" name="Google Shape;1093;p33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4" name="Google Shape;1094;p33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5" name="Google Shape;1095;p33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6" name="Google Shape;1096;p33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7" name="Google Shape;1097;p33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8" name="Google Shape;1098;p33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9" name="Google Shape;1099;p33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0" name="Google Shape;1100;p33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1" name="Google Shape;1101;p33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2" name="Google Shape;1102;p33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3" name="Google Shape;1103;p33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4" name="Google Shape;1104;p33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5" name="Google Shape;1105;p33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6" name="Google Shape;1106;p33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7" name="Google Shape;1107;p33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8" name="Google Shape;1108;p33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9" name="Google Shape;1109;p33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0" name="Google Shape;1110;p33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1" name="Google Shape;1111;p33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2" name="Google Shape;1112;p33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13" name="Google Shape;1113;p33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4"/>
          <p:cNvSpPr txBox="1">
            <a:spLocks noGrp="1"/>
          </p:cNvSpPr>
          <p:nvPr>
            <p:ph type="title"/>
          </p:nvPr>
        </p:nvSpPr>
        <p:spPr>
          <a:xfrm>
            <a:off x="340550" y="962165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Variables</a:t>
            </a:r>
            <a:endParaRPr/>
          </a:p>
        </p:txBody>
      </p:sp>
      <p:sp>
        <p:nvSpPr>
          <p:cNvPr id="1119" name="Google Shape;1119;p34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Dependent Variables (DVs):</a:t>
            </a:r>
            <a:endParaRPr sz="1800" b="1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 dirty="0">
                <a:solidFill>
                  <a:srgbClr val="000000"/>
                </a:solidFill>
              </a:rPr>
              <a:t>Accuracy:</a:t>
            </a:r>
            <a:r>
              <a:rPr lang="en" sz="1800" dirty="0">
                <a:solidFill>
                  <a:srgbClr val="000000"/>
                </a:solidFill>
              </a:rPr>
              <a:t> Whether the participant correctly responded "Yes" or "No" to the presence of the critical letter. Measured as the proportion or percentage correct.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 dirty="0">
                <a:solidFill>
                  <a:srgbClr val="000000"/>
                </a:solidFill>
              </a:rPr>
              <a:t>Reaction Time (RT):</a:t>
            </a:r>
            <a:r>
              <a:rPr lang="en" sz="1800" dirty="0">
                <a:solidFill>
                  <a:srgbClr val="000000"/>
                </a:solidFill>
              </a:rPr>
              <a:t> The time (in seconds) from the onset of the response prompt until the participant pressed a key. Analyzed only for </a:t>
            </a:r>
            <a:r>
              <a:rPr lang="en" sz="1800" i="1" dirty="0">
                <a:solidFill>
                  <a:srgbClr val="000000"/>
                </a:solidFill>
              </a:rPr>
              <a:t>correct</a:t>
            </a:r>
            <a:r>
              <a:rPr lang="en" sz="1800" dirty="0">
                <a:solidFill>
                  <a:srgbClr val="000000"/>
                </a:solidFill>
              </a:rPr>
              <a:t> trials. </a:t>
            </a:r>
            <a:endParaRPr sz="1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>
          <a:extLst>
            <a:ext uri="{FF2B5EF4-FFF2-40B4-BE49-F238E27FC236}">
              <a16:creationId xmlns:a16="http://schemas.microsoft.com/office/drawing/2014/main" id="{C982ACF1-A478-D7FC-03A0-E8A14D8E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4">
            <a:extLst>
              <a:ext uri="{FF2B5EF4-FFF2-40B4-BE49-F238E27FC236}">
                <a16:creationId xmlns:a16="http://schemas.microsoft.com/office/drawing/2014/main" id="{E2828A04-7D8C-D0C7-63F2-EFF6F6694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50" y="512585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 Variables</a:t>
            </a:r>
            <a:endParaRPr dirty="0"/>
          </a:p>
        </p:txBody>
      </p:sp>
      <p:sp>
        <p:nvSpPr>
          <p:cNvPr id="1119" name="Google Shape;1119;p34">
            <a:extLst>
              <a:ext uri="{FF2B5EF4-FFF2-40B4-BE49-F238E27FC236}">
                <a16:creationId xmlns:a16="http://schemas.microsoft.com/office/drawing/2014/main" id="{759C016D-CFDF-DFE3-23F9-1D408CC38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550" y="1204399"/>
            <a:ext cx="8619300" cy="3850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Confounding Variables</a:t>
            </a:r>
          </a:p>
          <a:p>
            <a:pPr>
              <a:buNone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These are uncontrolled factors that may unintentionally affect results.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buNone/>
            </a:pPr>
            <a:endParaRPr lang="en-US" sz="1200" b="1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Individual 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Reading ability and vocabulary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Familiarity with specific words used in the stimuli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Language background (e.g., native vs. non-native English speakers)</a:t>
            </a:r>
            <a:br>
              <a:rPr lang="en-US" dirty="0">
                <a:solidFill>
                  <a:schemeClr val="bg1">
                    <a:lumMod val="10000"/>
                  </a:schemeClr>
                </a:solidFill>
              </a:rPr>
            </a:b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Methodological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Variations in screen size, resolution, or brightness (especially in online setups)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Environmental distractions during testing (e.g., noise, interruptions)</a:t>
            </a:r>
            <a:br>
              <a:rPr lang="en-US" sz="1200" dirty="0">
                <a:solidFill>
                  <a:schemeClr val="bg1">
                    <a:lumMod val="10000"/>
                  </a:schemeClr>
                </a:solidFill>
              </a:rPr>
            </a:br>
            <a:endParaRPr lang="en-US" sz="120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Task-Related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Position of the critical letter in the word (beginning vs. middle vs. 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Response bias (e.g., tendency to press “Yes” more than “No”)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Strategy development — participants might learn patterns or adopt shortcuts mid-task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5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5"/>
          <p:cNvSpPr txBox="1">
            <a:spLocks noGrp="1"/>
          </p:cNvSpPr>
          <p:nvPr>
            <p:ph type="title"/>
          </p:nvPr>
        </p:nvSpPr>
        <p:spPr>
          <a:xfrm>
            <a:off x="340550" y="1015505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 Variables</a:t>
            </a:r>
            <a:endParaRPr dirty="0"/>
          </a:p>
        </p:txBody>
      </p:sp>
      <p:sp>
        <p:nvSpPr>
          <p:cNvPr id="1125" name="Google Shape;1125;p35"/>
          <p:cNvSpPr txBox="1">
            <a:spLocks noGrp="1"/>
          </p:cNvSpPr>
          <p:nvPr>
            <p:ph type="body" idx="1"/>
          </p:nvPr>
        </p:nvSpPr>
        <p:spPr>
          <a:xfrm>
            <a:off x="340550" y="1850950"/>
            <a:ext cx="8619300" cy="30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Controlled Variables:</a:t>
            </a:r>
            <a:endParaRPr sz="1800" b="1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Stimulus Length (all 4 letters).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Letter Content (nonwords are anagrams of words).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Presentation Time (Fixation +: 500ms, Stimulus: 500ms).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Task Instructions.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Response Mapping (Left = Yes, Right = No).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6"/>
          <p:cNvSpPr txBox="1">
            <a:spLocks noGrp="1"/>
          </p:cNvSpPr>
          <p:nvPr>
            <p:ph type="title"/>
          </p:nvPr>
        </p:nvSpPr>
        <p:spPr>
          <a:xfrm>
            <a:off x="340550" y="912313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Design</a:t>
            </a:r>
            <a:endParaRPr/>
          </a:p>
        </p:txBody>
      </p:sp>
      <p:sp>
        <p:nvSpPr>
          <p:cNvPr id="1131" name="Google Shape;1131;p36"/>
          <p:cNvSpPr txBox="1">
            <a:spLocks noGrp="1"/>
          </p:cNvSpPr>
          <p:nvPr>
            <p:ph type="body" idx="1"/>
          </p:nvPr>
        </p:nvSpPr>
        <p:spPr>
          <a:xfrm>
            <a:off x="340550" y="1714500"/>
            <a:ext cx="8619300" cy="32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</a:rPr>
              <a:t>Design:</a:t>
            </a:r>
            <a:r>
              <a:rPr lang="en" sz="1600">
                <a:solidFill>
                  <a:srgbClr val="000000"/>
                </a:solidFill>
              </a:rPr>
              <a:t> </a:t>
            </a:r>
            <a:r>
              <a:rPr lang="en" sz="1600" b="1">
                <a:solidFill>
                  <a:srgbClr val="000000"/>
                </a:solidFill>
              </a:rPr>
              <a:t>Within-Subjects Design</a:t>
            </a:r>
            <a:r>
              <a:rPr lang="en" sz="1600">
                <a:solidFill>
                  <a:srgbClr val="000000"/>
                </a:solidFill>
              </a:rPr>
              <a:t>. Each participant was exposed to </a:t>
            </a:r>
            <a:r>
              <a:rPr lang="en" sz="1600" i="1">
                <a:solidFill>
                  <a:srgbClr val="000000"/>
                </a:solidFill>
              </a:rPr>
              <a:t>both</a:t>
            </a:r>
            <a:r>
              <a:rPr lang="en" sz="1600">
                <a:solidFill>
                  <a:srgbClr val="000000"/>
                </a:solidFill>
              </a:rPr>
              <a:t> Word and Nonword trials. This allows for direct comparison of performance within the same individual across conditions.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</a:rPr>
              <a:t>Stimuli</a:t>
            </a:r>
            <a:r>
              <a:rPr lang="en" sz="1600">
                <a:solidFill>
                  <a:srgbClr val="000000"/>
                </a:solidFill>
              </a:rPr>
              <a:t>: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rgbClr val="000000"/>
                </a:solidFill>
              </a:rPr>
              <a:t>9 four-letter words (e.g., WORK, CART, CARD)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rgbClr val="000000"/>
                </a:solidFill>
              </a:rPr>
              <a:t>9 matched non-words created by scrambling the letters (e.g., RWOK, ARCT, RCAD)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rgbClr val="000000"/>
                </a:solidFill>
              </a:rPr>
              <a:t>Critical letters occurred equally in all positions (1-4)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rgbClr val="000000"/>
                </a:solidFill>
              </a:rPr>
              <a:t>Equal number of trials where letter was present vs. absent</a:t>
            </a:r>
            <a:endParaRPr sz="1600" b="1">
              <a:solidFill>
                <a:srgbClr val="000000"/>
              </a:solidFill>
            </a:endParaRPr>
          </a:p>
        </p:txBody>
      </p:sp>
      <p:grpSp>
        <p:nvGrpSpPr>
          <p:cNvPr id="1132" name="Google Shape;1132;p36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1133" name="Google Shape;1133;p36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1134" name="Google Shape;1134;p36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1135" name="Google Shape;1135;p36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6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6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6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6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6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6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6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4" name="Google Shape;1144;p36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1145" name="Google Shape;1145;p36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1146" name="Google Shape;1146;p36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6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148" name="Google Shape;1148;p36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1149" name="Google Shape;1149;p36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50" name="Google Shape;1150;p36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51" name="Google Shape;1151;p36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52" name="Google Shape;1152;p36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153" name="Google Shape;1153;p36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1154" name="Google Shape;1154;p36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6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6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6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6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6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0" name="Google Shape;1160;p36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1" name="Google Shape;1161;p36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2" name="Google Shape;1162;p36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3" name="Google Shape;1163;p36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4" name="Google Shape;1164;p36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5" name="Google Shape;1165;p36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6" name="Google Shape;1166;p36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7" name="Google Shape;1167;p36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8" name="Google Shape;1168;p36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9" name="Google Shape;1169;p36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0" name="Google Shape;1170;p36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1" name="Google Shape;1171;p36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2" name="Google Shape;1172;p36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3" name="Google Shape;1173;p36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4" name="Google Shape;1174;p36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5" name="Google Shape;1175;p36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6" name="Google Shape;1176;p36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6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6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6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6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6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6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6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6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6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6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6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6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6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6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6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6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6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6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6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6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6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6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6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6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6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6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6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4" name="Google Shape;1204;p36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5" name="Google Shape;1205;p36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6" name="Google Shape;1206;p36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7" name="Google Shape;1207;p36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8" name="Google Shape;1208;p36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9" name="Google Shape;1209;p36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0" name="Google Shape;1210;p36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1" name="Google Shape;1211;p36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2" name="Google Shape;1212;p36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3" name="Google Shape;1213;p36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4" name="Google Shape;1214;p36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5" name="Google Shape;1215;p36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6" name="Google Shape;1216;p36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7" name="Google Shape;1217;p36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8" name="Google Shape;1218;p36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9" name="Google Shape;1219;p36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0" name="Google Shape;1220;p36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1" name="Google Shape;1221;p36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2" name="Google Shape;1222;p36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3" name="Google Shape;1223;p36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4" name="Google Shape;1224;p36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5" name="Google Shape;1225;p36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6" name="Google Shape;1226;p36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7" name="Google Shape;1227;p36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8" name="Google Shape;1228;p36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9" name="Google Shape;1229;p36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0" name="Google Shape;1230;p36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1" name="Google Shape;1231;p36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2" name="Google Shape;1232;p36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3" name="Google Shape;1233;p36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4" name="Google Shape;1234;p36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5" name="Google Shape;1235;p36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6" name="Google Shape;1236;p36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7" name="Google Shape;1237;p36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8" name="Google Shape;1238;p36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9" name="Google Shape;1239;p36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0" name="Google Shape;1240;p36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1" name="Google Shape;1241;p36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2" name="Google Shape;1242;p36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3" name="Google Shape;1243;p36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4" name="Google Shape;1244;p36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5" name="Google Shape;1245;p36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6" name="Google Shape;1246;p36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7" name="Google Shape;1247;p36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8" name="Google Shape;1248;p36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9" name="Google Shape;1249;p36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0" name="Google Shape;1250;p36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1" name="Google Shape;1251;p36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2" name="Google Shape;1252;p36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3" name="Google Shape;1253;p36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4" name="Google Shape;1254;p36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5" name="Google Shape;1255;p36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6" name="Google Shape;1256;p36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7" name="Google Shape;1257;p36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8" name="Google Shape;1258;p36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9" name="Google Shape;1259;p36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0" name="Google Shape;1260;p36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1" name="Google Shape;1261;p36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2" name="Google Shape;1262;p36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3" name="Google Shape;1263;p36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4" name="Google Shape;1264;p36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5" name="Google Shape;1265;p36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6" name="Google Shape;1266;p36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7" name="Google Shape;1267;p36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8" name="Google Shape;1268;p36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9" name="Google Shape;1269;p36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0" name="Google Shape;1270;p36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1" name="Google Shape;1271;p36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2" name="Google Shape;1272;p36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3" name="Google Shape;1273;p36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4" name="Google Shape;1274;p36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5" name="Google Shape;1275;p36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6" name="Google Shape;1276;p36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7" name="Google Shape;1277;p36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8" name="Google Shape;1278;p36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9" name="Google Shape;1279;p36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0" name="Google Shape;1280;p36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1" name="Google Shape;1281;p36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2" name="Google Shape;1282;p36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3" name="Google Shape;1283;p36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84" name="Google Shape;1284;p36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8"/>
          <p:cNvSpPr txBox="1">
            <a:spLocks noGrp="1"/>
          </p:cNvSpPr>
          <p:nvPr>
            <p:ph type="title"/>
          </p:nvPr>
        </p:nvSpPr>
        <p:spPr>
          <a:xfrm>
            <a:off x="340550" y="7779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Design</a:t>
            </a:r>
            <a:endParaRPr/>
          </a:p>
        </p:txBody>
      </p:sp>
      <p:sp>
        <p:nvSpPr>
          <p:cNvPr id="1449" name="Google Shape;1449;p38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Implementation</a:t>
            </a:r>
            <a:r>
              <a:rPr lang="en" sz="1800">
                <a:solidFill>
                  <a:srgbClr val="000000"/>
                </a:solidFill>
              </a:rPr>
              <a:t>: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>
                <a:solidFill>
                  <a:srgbClr val="000000"/>
                </a:solidFill>
              </a:rPr>
              <a:t>Built using PsychoPy/PsychoJS for both lab and online testing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>
                <a:solidFill>
                  <a:srgbClr val="000000"/>
                </a:solidFill>
              </a:rPr>
              <a:t>User-friendly interface with clear instructions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Randomization</a:t>
            </a:r>
            <a:r>
              <a:rPr lang="en" sz="1800">
                <a:solidFill>
                  <a:srgbClr val="000000"/>
                </a:solidFill>
              </a:rPr>
              <a:t>: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>
                <a:solidFill>
                  <a:srgbClr val="000000"/>
                </a:solidFill>
              </a:rPr>
              <a:t>Trial order was randomized for each participant, 18 trials were presented in random order.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>
                <a:solidFill>
                  <a:srgbClr val="000000"/>
                </a:solidFill>
              </a:rPr>
              <a:t>Conditions were balanced across participants</a:t>
            </a:r>
            <a:endParaRPr sz="18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450" name="Google Shape;1450;p38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1451" name="Google Shape;1451;p38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1452" name="Google Shape;1452;p38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1453" name="Google Shape;1453;p38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8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8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8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8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8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8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8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8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62" name="Google Shape;1462;p38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1463" name="Google Shape;1463;p38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1464" name="Google Shape;1464;p38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5" name="Google Shape;1465;p38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466" name="Google Shape;1466;p38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1467" name="Google Shape;1467;p38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8" name="Google Shape;1468;p38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9" name="Google Shape;1469;p38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0" name="Google Shape;1470;p38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471" name="Google Shape;1471;p38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1472" name="Google Shape;1472;p38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3" name="Google Shape;1473;p38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4" name="Google Shape;1474;p38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5" name="Google Shape;1475;p38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6" name="Google Shape;1476;p38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7" name="Google Shape;1477;p38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8" name="Google Shape;1478;p38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9" name="Google Shape;1479;p38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0" name="Google Shape;1480;p38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1" name="Google Shape;1481;p38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2" name="Google Shape;1482;p38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3" name="Google Shape;1483;p38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4" name="Google Shape;1484;p38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5" name="Google Shape;1485;p38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6" name="Google Shape;1486;p38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7" name="Google Shape;1487;p38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8" name="Google Shape;1488;p38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9" name="Google Shape;1489;p38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0" name="Google Shape;1490;p38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1" name="Google Shape;1491;p38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2" name="Google Shape;1492;p38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3" name="Google Shape;1493;p38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4" name="Google Shape;1494;p38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5" name="Google Shape;1495;p38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6" name="Google Shape;1496;p38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7" name="Google Shape;1497;p38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8" name="Google Shape;1498;p38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9" name="Google Shape;1499;p38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0" name="Google Shape;1500;p38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1" name="Google Shape;1501;p38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2" name="Google Shape;1502;p38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3" name="Google Shape;1503;p38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4" name="Google Shape;1504;p38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5" name="Google Shape;1505;p38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6" name="Google Shape;1506;p38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7" name="Google Shape;1507;p38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8" name="Google Shape;1508;p38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9" name="Google Shape;1509;p38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0" name="Google Shape;1510;p38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1" name="Google Shape;1511;p38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2" name="Google Shape;1512;p38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3" name="Google Shape;1513;p38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4" name="Google Shape;1514;p38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5" name="Google Shape;1515;p38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6" name="Google Shape;1516;p38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7" name="Google Shape;1517;p38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8" name="Google Shape;1518;p38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9" name="Google Shape;1519;p38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0" name="Google Shape;1520;p38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1" name="Google Shape;1521;p38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2" name="Google Shape;1522;p38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3" name="Google Shape;1523;p38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4" name="Google Shape;1524;p38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5" name="Google Shape;1525;p38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6" name="Google Shape;1526;p38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7" name="Google Shape;1527;p38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8" name="Google Shape;1528;p38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9" name="Google Shape;1529;p38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0" name="Google Shape;1530;p38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1" name="Google Shape;1531;p38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2" name="Google Shape;1532;p38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3" name="Google Shape;1533;p38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4" name="Google Shape;1534;p38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5" name="Google Shape;1535;p38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6" name="Google Shape;1536;p38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7" name="Google Shape;1537;p38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8" name="Google Shape;1538;p38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9" name="Google Shape;1539;p38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0" name="Google Shape;1540;p38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1" name="Google Shape;1541;p38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2" name="Google Shape;1542;p38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3" name="Google Shape;1543;p38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4" name="Google Shape;1544;p38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5" name="Google Shape;1545;p38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6" name="Google Shape;1546;p38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7" name="Google Shape;1547;p38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8" name="Google Shape;1548;p38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9" name="Google Shape;1549;p38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0" name="Google Shape;1550;p38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1" name="Google Shape;1551;p38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2" name="Google Shape;1552;p38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3" name="Google Shape;1553;p38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4" name="Google Shape;1554;p38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5" name="Google Shape;1555;p38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6" name="Google Shape;1556;p38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7" name="Google Shape;1557;p38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8" name="Google Shape;1558;p38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9" name="Google Shape;1559;p38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0" name="Google Shape;1560;p38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1" name="Google Shape;1561;p38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2" name="Google Shape;1562;p38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3" name="Google Shape;1563;p38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4" name="Google Shape;1564;p38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5" name="Google Shape;1565;p38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6" name="Google Shape;1566;p38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7" name="Google Shape;1567;p38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8" name="Google Shape;1568;p38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9" name="Google Shape;1569;p38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0" name="Google Shape;1570;p38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1" name="Google Shape;1571;p38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2" name="Google Shape;1572;p38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3" name="Google Shape;1573;p38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4" name="Google Shape;1574;p38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5" name="Google Shape;1575;p38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6" name="Google Shape;1576;p38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7" name="Google Shape;1577;p38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8" name="Google Shape;1578;p38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9" name="Google Shape;1579;p38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0" name="Google Shape;1580;p38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1" name="Google Shape;1581;p38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2" name="Google Shape;1582;p38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3" name="Google Shape;1583;p38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4" name="Google Shape;1584;p38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5" name="Google Shape;1585;p38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6" name="Google Shape;1586;p38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7" name="Google Shape;1587;p38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8" name="Google Shape;1588;p38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9" name="Google Shape;1589;p38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0" name="Google Shape;1590;p38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1" name="Google Shape;1591;p38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2" name="Google Shape;1592;p38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3" name="Google Shape;1593;p38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4" name="Google Shape;1594;p38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5" name="Google Shape;1595;p38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6" name="Google Shape;1596;p38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7" name="Google Shape;1597;p38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8" name="Google Shape;1598;p38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9" name="Google Shape;1599;p38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0" name="Google Shape;1600;p38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1" name="Google Shape;1601;p38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02" name="Google Shape;1602;p38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39"/>
          <p:cNvSpPr txBox="1">
            <a:spLocks noGrp="1"/>
          </p:cNvSpPr>
          <p:nvPr>
            <p:ph type="title"/>
          </p:nvPr>
        </p:nvSpPr>
        <p:spPr>
          <a:xfrm>
            <a:off x="340550" y="7779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Flow</a:t>
            </a:r>
            <a:endParaRPr/>
          </a:p>
        </p:txBody>
      </p:sp>
      <p:sp>
        <p:nvSpPr>
          <p:cNvPr id="1608" name="Google Shape;1608;p39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Participants read instructions.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Each trial consisted of: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rgbClr val="000000"/>
                </a:solidFill>
              </a:rPr>
              <a:t>Fixation </a:t>
            </a:r>
            <a:r>
              <a:rPr lang="en" dirty="0">
                <a:solidFill>
                  <a:srgbClr val="188038"/>
                </a:solidFill>
              </a:rPr>
              <a:t>+</a:t>
            </a:r>
            <a:r>
              <a:rPr lang="en" dirty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-US" dirty="0">
                <a:solidFill>
                  <a:srgbClr val="000000"/>
                </a:solidFill>
              </a:rPr>
              <a:t>Stimulus (Word or Nonword) 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rgbClr val="000000"/>
                </a:solidFill>
              </a:rPr>
              <a:t>Response Screen: "Did the word contain the letter [X]?" with YES/NO buttons (Displayed until response).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Participants responded using Left (YES)/Right (NO) arrow keys or mouse clicks.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Data (condition, response, accuracy, RT) was recorded for each trial.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Feedback was provided to participants at the end</a:t>
            </a:r>
            <a:endParaRPr b="1" dirty="0">
              <a:solidFill>
                <a:srgbClr val="000000"/>
              </a:solidFill>
            </a:endParaRPr>
          </a:p>
        </p:txBody>
      </p:sp>
      <p:grpSp>
        <p:nvGrpSpPr>
          <p:cNvPr id="1609" name="Google Shape;1609;p39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1610" name="Google Shape;1610;p39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1611" name="Google Shape;1611;p39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1612" name="Google Shape;1612;p39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9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9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9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9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9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9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9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9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21" name="Google Shape;1621;p39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1622" name="Google Shape;1622;p39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1623" name="Google Shape;1623;p39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4" name="Google Shape;1624;p39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625" name="Google Shape;1625;p39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1626" name="Google Shape;1626;p39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7" name="Google Shape;1627;p39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8" name="Google Shape;1628;p39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9" name="Google Shape;1629;p39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630" name="Google Shape;1630;p39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1631" name="Google Shape;1631;p39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2" name="Google Shape;1632;p39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3" name="Google Shape;1633;p39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4" name="Google Shape;1634;p39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5" name="Google Shape;1635;p39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6" name="Google Shape;1636;p39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7" name="Google Shape;1637;p39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8" name="Google Shape;1638;p39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9" name="Google Shape;1639;p39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0" name="Google Shape;1640;p39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1" name="Google Shape;1641;p39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2" name="Google Shape;1642;p39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3" name="Google Shape;1643;p39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4" name="Google Shape;1644;p39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5" name="Google Shape;1645;p39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6" name="Google Shape;1646;p39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7" name="Google Shape;1647;p39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8" name="Google Shape;1648;p39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9" name="Google Shape;1649;p39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0" name="Google Shape;1650;p39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1" name="Google Shape;1651;p39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2" name="Google Shape;1652;p39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3" name="Google Shape;1653;p39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4" name="Google Shape;1654;p39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5" name="Google Shape;1655;p39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6" name="Google Shape;1656;p39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7" name="Google Shape;1657;p39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8" name="Google Shape;1658;p39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9" name="Google Shape;1659;p39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0" name="Google Shape;1660;p39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1" name="Google Shape;1661;p39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2" name="Google Shape;1662;p39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3" name="Google Shape;1663;p39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4" name="Google Shape;1664;p39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5" name="Google Shape;1665;p39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6" name="Google Shape;1666;p39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7" name="Google Shape;1667;p39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8" name="Google Shape;1668;p39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9" name="Google Shape;1669;p39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0" name="Google Shape;1670;p39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1" name="Google Shape;1671;p39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2" name="Google Shape;1672;p39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3" name="Google Shape;1673;p39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4" name="Google Shape;1674;p39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5" name="Google Shape;1675;p39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6" name="Google Shape;1676;p39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7" name="Google Shape;1677;p39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8" name="Google Shape;1678;p39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9" name="Google Shape;1679;p39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0" name="Google Shape;1680;p39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1" name="Google Shape;1681;p39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2" name="Google Shape;1682;p39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3" name="Google Shape;1683;p39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4" name="Google Shape;1684;p39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5" name="Google Shape;1685;p39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6" name="Google Shape;1686;p39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7" name="Google Shape;1687;p39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8" name="Google Shape;1688;p39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9" name="Google Shape;1689;p39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0" name="Google Shape;1690;p39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1" name="Google Shape;1691;p39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2" name="Google Shape;1692;p39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3" name="Google Shape;1693;p39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4" name="Google Shape;1694;p39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5" name="Google Shape;1695;p39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6" name="Google Shape;1696;p39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7" name="Google Shape;1697;p39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8" name="Google Shape;1698;p39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9" name="Google Shape;1699;p39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0" name="Google Shape;1700;p39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1" name="Google Shape;1701;p39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2" name="Google Shape;1702;p39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3" name="Google Shape;1703;p39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4" name="Google Shape;1704;p39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5" name="Google Shape;1705;p39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6" name="Google Shape;1706;p39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7" name="Google Shape;1707;p39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8" name="Google Shape;1708;p39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9" name="Google Shape;1709;p39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0" name="Google Shape;1710;p39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1" name="Google Shape;1711;p39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2" name="Google Shape;1712;p39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3" name="Google Shape;1713;p39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4" name="Google Shape;1714;p39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5" name="Google Shape;1715;p39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6" name="Google Shape;1716;p39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7" name="Google Shape;1717;p39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8" name="Google Shape;1718;p39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9" name="Google Shape;1719;p39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0" name="Google Shape;1720;p39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1" name="Google Shape;1721;p39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2" name="Google Shape;1722;p39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3" name="Google Shape;1723;p39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4" name="Google Shape;1724;p39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5" name="Google Shape;1725;p39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6" name="Google Shape;1726;p39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7" name="Google Shape;1727;p39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8" name="Google Shape;1728;p39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9" name="Google Shape;1729;p39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0" name="Google Shape;1730;p39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1" name="Google Shape;1731;p39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2" name="Google Shape;1732;p39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3" name="Google Shape;1733;p39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4" name="Google Shape;1734;p39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5" name="Google Shape;1735;p39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6" name="Google Shape;1736;p39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7" name="Google Shape;1737;p39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8" name="Google Shape;1738;p39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9" name="Google Shape;1739;p39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0" name="Google Shape;1740;p39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1" name="Google Shape;1741;p39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2" name="Google Shape;1742;p39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3" name="Google Shape;1743;p39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4" name="Google Shape;1744;p39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5" name="Google Shape;1745;p39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6" name="Google Shape;1746;p39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7" name="Google Shape;1747;p39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8" name="Google Shape;1748;p39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9" name="Google Shape;1749;p39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0" name="Google Shape;1750;p39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1" name="Google Shape;1751;p39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2" name="Google Shape;1752;p39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3" name="Google Shape;1753;p39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4" name="Google Shape;1754;p39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5" name="Google Shape;1755;p39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6" name="Google Shape;1756;p39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7" name="Google Shape;1757;p39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8" name="Google Shape;1758;p39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9" name="Google Shape;1759;p39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0" name="Google Shape;1760;p39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61" name="Google Shape;1761;p39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40"/>
          <p:cNvSpPr txBox="1">
            <a:spLocks noGrp="1"/>
          </p:cNvSpPr>
          <p:nvPr>
            <p:ph type="title"/>
          </p:nvPr>
        </p:nvSpPr>
        <p:spPr>
          <a:xfrm>
            <a:off x="340550" y="7779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Participants</a:t>
            </a:r>
            <a:endParaRPr/>
          </a:p>
        </p:txBody>
      </p:sp>
      <p:sp>
        <p:nvSpPr>
          <p:cNvPr id="1767" name="Google Shape;1767;p40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Sample Size</a:t>
            </a:r>
            <a:r>
              <a:rPr lang="en" sz="1800" dirty="0">
                <a:solidFill>
                  <a:srgbClr val="000000"/>
                </a:solidFill>
              </a:rPr>
              <a:t>: 41 student participants completed the experiment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31 male (75.6%)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 dirty="0">
                <a:solidFill>
                  <a:srgbClr val="000000"/>
                </a:solidFill>
              </a:rPr>
              <a:t>10 female (24.4%)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Average age: </a:t>
            </a:r>
            <a:r>
              <a:rPr lang="en" sz="1800" dirty="0">
                <a:solidFill>
                  <a:srgbClr val="000000"/>
                </a:solidFill>
              </a:rPr>
              <a:t>~19 years old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00"/>
                </a:solidFill>
              </a:rPr>
              <a:t>Recruitment</a:t>
            </a:r>
            <a:r>
              <a:rPr lang="en" sz="1800" dirty="0">
                <a:solidFill>
                  <a:srgbClr val="000000"/>
                </a:solidFill>
              </a:rPr>
              <a:t>: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dirty="0">
                <a:solidFill>
                  <a:srgbClr val="000000"/>
                </a:solidFill>
              </a:rPr>
              <a:t>Participants were recruited from our class group or academic program</a:t>
            </a:r>
            <a:endParaRPr sz="1800" dirty="0">
              <a:solidFill>
                <a:srgbClr val="000000"/>
              </a:solidFill>
            </a:endParaRPr>
          </a:p>
        </p:txBody>
      </p:sp>
      <p:grpSp>
        <p:nvGrpSpPr>
          <p:cNvPr id="1768" name="Google Shape;1768;p40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1769" name="Google Shape;1769;p40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1770" name="Google Shape;1770;p40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1771" name="Google Shape;1771;p40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0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0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0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0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40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40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0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0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0" name="Google Shape;1780;p40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1781" name="Google Shape;1781;p40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1782" name="Google Shape;1782;p40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3" name="Google Shape;1783;p40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784" name="Google Shape;1784;p40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1785" name="Google Shape;1785;p40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786" name="Google Shape;1786;p40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787" name="Google Shape;1787;p40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788" name="Google Shape;1788;p40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789" name="Google Shape;1789;p40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1790" name="Google Shape;1790;p40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1" name="Google Shape;1791;p40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2" name="Google Shape;1792;p40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3" name="Google Shape;1793;p40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4" name="Google Shape;1794;p40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5" name="Google Shape;1795;p40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6" name="Google Shape;1796;p40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7" name="Google Shape;1797;p40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8" name="Google Shape;1798;p40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9" name="Google Shape;1799;p40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0" name="Google Shape;1800;p40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1" name="Google Shape;1801;p40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2" name="Google Shape;1802;p40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3" name="Google Shape;1803;p40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4" name="Google Shape;1804;p40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5" name="Google Shape;1805;p40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6" name="Google Shape;1806;p40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7" name="Google Shape;1807;p40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8" name="Google Shape;1808;p40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9" name="Google Shape;1809;p40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0" name="Google Shape;1810;p40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1" name="Google Shape;1811;p40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2" name="Google Shape;1812;p40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3" name="Google Shape;1813;p40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4" name="Google Shape;1814;p40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5" name="Google Shape;1815;p40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6" name="Google Shape;1816;p40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7" name="Google Shape;1817;p40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8" name="Google Shape;1818;p40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9" name="Google Shape;1819;p40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0" name="Google Shape;1820;p40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1" name="Google Shape;1821;p40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2" name="Google Shape;1822;p40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3" name="Google Shape;1823;p40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4" name="Google Shape;1824;p40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5" name="Google Shape;1825;p40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6" name="Google Shape;1826;p40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7" name="Google Shape;1827;p40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8" name="Google Shape;1828;p40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9" name="Google Shape;1829;p40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0" name="Google Shape;1830;p40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1" name="Google Shape;1831;p40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2" name="Google Shape;1832;p40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3" name="Google Shape;1833;p40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4" name="Google Shape;1834;p40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5" name="Google Shape;1835;p40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6" name="Google Shape;1836;p40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7" name="Google Shape;1837;p40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8" name="Google Shape;1838;p40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9" name="Google Shape;1839;p40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0" name="Google Shape;1840;p40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1" name="Google Shape;1841;p40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2" name="Google Shape;1842;p40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3" name="Google Shape;1843;p40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4" name="Google Shape;1844;p40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5" name="Google Shape;1845;p40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6" name="Google Shape;1846;p40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7" name="Google Shape;1847;p40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8" name="Google Shape;1848;p40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9" name="Google Shape;1849;p40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0" name="Google Shape;1850;p40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1" name="Google Shape;1851;p40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2" name="Google Shape;1852;p40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3" name="Google Shape;1853;p40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4" name="Google Shape;1854;p40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5" name="Google Shape;1855;p40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6" name="Google Shape;1856;p40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7" name="Google Shape;1857;p40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8" name="Google Shape;1858;p40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9" name="Google Shape;1859;p40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0" name="Google Shape;1860;p40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1" name="Google Shape;1861;p40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2" name="Google Shape;1862;p40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3" name="Google Shape;1863;p40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4" name="Google Shape;1864;p40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5" name="Google Shape;1865;p40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6" name="Google Shape;1866;p40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7" name="Google Shape;1867;p40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8" name="Google Shape;1868;p40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9" name="Google Shape;1869;p40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0" name="Google Shape;1870;p40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1" name="Google Shape;1871;p40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2" name="Google Shape;1872;p40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3" name="Google Shape;1873;p40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4" name="Google Shape;1874;p40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5" name="Google Shape;1875;p40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6" name="Google Shape;1876;p40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7" name="Google Shape;1877;p40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8" name="Google Shape;1878;p40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9" name="Google Shape;1879;p40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0" name="Google Shape;1880;p40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1" name="Google Shape;1881;p40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2" name="Google Shape;1882;p40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3" name="Google Shape;1883;p40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4" name="Google Shape;1884;p40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5" name="Google Shape;1885;p40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6" name="Google Shape;1886;p40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7" name="Google Shape;1887;p40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8" name="Google Shape;1888;p40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9" name="Google Shape;1889;p40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0" name="Google Shape;1890;p40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1" name="Google Shape;1891;p40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2" name="Google Shape;1892;p40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3" name="Google Shape;1893;p40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4" name="Google Shape;1894;p40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5" name="Google Shape;1895;p40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6" name="Google Shape;1896;p40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7" name="Google Shape;1897;p40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8" name="Google Shape;1898;p40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9" name="Google Shape;1899;p40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0" name="Google Shape;1900;p40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1" name="Google Shape;1901;p40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2" name="Google Shape;1902;p40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3" name="Google Shape;1903;p40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4" name="Google Shape;1904;p40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5" name="Google Shape;1905;p40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6" name="Google Shape;1906;p40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7" name="Google Shape;1907;p40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8" name="Google Shape;1908;p40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9" name="Google Shape;1909;p40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0" name="Google Shape;1910;p40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1" name="Google Shape;1911;p40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2" name="Google Shape;1912;p40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3" name="Google Shape;1913;p40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4" name="Google Shape;1914;p40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5" name="Google Shape;1915;p40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6" name="Google Shape;1916;p40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7" name="Google Shape;1917;p40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8" name="Google Shape;1918;p40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9" name="Google Shape;1919;p40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920" name="Google Shape;1920;p40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d_superiority">
            <a:hlinkClick r:id="" action="ppaction://media"/>
            <a:extLst>
              <a:ext uri="{FF2B5EF4-FFF2-40B4-BE49-F238E27FC236}">
                <a16:creationId xmlns:a16="http://schemas.microsoft.com/office/drawing/2014/main" id="{38CD44C2-9B6A-0918-DA39-5A3EB23B34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15888"/>
            <a:ext cx="9144000" cy="4910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1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42"/>
          <p:cNvSpPr txBox="1">
            <a:spLocks noGrp="1"/>
          </p:cNvSpPr>
          <p:nvPr>
            <p:ph type="title"/>
          </p:nvPr>
        </p:nvSpPr>
        <p:spPr>
          <a:xfrm>
            <a:off x="0" y="3251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Collection Snapshot</a:t>
            </a:r>
            <a:endParaRPr dirty="0"/>
          </a:p>
        </p:txBody>
      </p:sp>
      <p:pic>
        <p:nvPicPr>
          <p:cNvPr id="1931" name="Google Shape;1931;p42" title="data_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2445"/>
            <a:ext cx="9144001" cy="201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2" name="Google Shape;1932;p42"/>
          <p:cNvSpPr txBox="1"/>
          <p:nvPr/>
        </p:nvSpPr>
        <p:spPr>
          <a:xfrm>
            <a:off x="715100" y="3746075"/>
            <a:ext cx="7587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Example raw data output (.csv format) collected via PsychoJS, showing key recorded variables per trial.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43"/>
          <p:cNvSpPr txBox="1">
            <a:spLocks noGrp="1"/>
          </p:cNvSpPr>
          <p:nvPr>
            <p:ph type="title"/>
          </p:nvPr>
        </p:nvSpPr>
        <p:spPr>
          <a:xfrm>
            <a:off x="416000" y="627725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Collection Measures</a:t>
            </a:r>
            <a:endParaRPr dirty="0"/>
          </a:p>
        </p:txBody>
      </p:sp>
      <p:sp>
        <p:nvSpPr>
          <p:cNvPr id="1938" name="Google Shape;1938;p43"/>
          <p:cNvSpPr txBox="1"/>
          <p:nvPr/>
        </p:nvSpPr>
        <p:spPr>
          <a:xfrm>
            <a:off x="416000" y="1569525"/>
            <a:ext cx="7857900" cy="3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Karla"/>
                <a:ea typeface="Karla"/>
                <a:cs typeface="Karla"/>
                <a:sym typeface="Karla"/>
              </a:rPr>
              <a:t>Measures Collected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:</a:t>
            </a: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Karla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Response accuracy (correct/incorrect)</a:t>
            </a: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Karla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Reaction time (in seconds)</a:t>
            </a: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Karla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Trial information (condition, stimulus, correct answer)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1939" name="Google Shape;1939;p43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1940" name="Google Shape;1940;p43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1941" name="Google Shape;1941;p43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1942" name="Google Shape;1942;p43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43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43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43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3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3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3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3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3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1" name="Google Shape;1951;p43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1952" name="Google Shape;1952;p43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1953" name="Google Shape;1953;p43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4" name="Google Shape;1954;p43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55" name="Google Shape;1955;p43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1956" name="Google Shape;1956;p43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57" name="Google Shape;1957;p43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58" name="Google Shape;1958;p43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59" name="Google Shape;1959;p43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960" name="Google Shape;1960;p43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1961" name="Google Shape;1961;p43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2" name="Google Shape;1962;p43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3" name="Google Shape;1963;p43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4" name="Google Shape;1964;p43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5" name="Google Shape;1965;p43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6" name="Google Shape;1966;p43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7" name="Google Shape;1967;p43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8" name="Google Shape;1968;p43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9" name="Google Shape;1969;p43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0" name="Google Shape;1970;p43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1" name="Google Shape;1971;p43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2" name="Google Shape;1972;p43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3" name="Google Shape;1973;p43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4" name="Google Shape;1974;p43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5" name="Google Shape;1975;p43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6" name="Google Shape;1976;p43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7" name="Google Shape;1977;p43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8" name="Google Shape;1978;p43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9" name="Google Shape;1979;p43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0" name="Google Shape;1980;p43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1" name="Google Shape;1981;p43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2" name="Google Shape;1982;p43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3" name="Google Shape;1983;p43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4" name="Google Shape;1984;p43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5" name="Google Shape;1985;p43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6" name="Google Shape;1986;p43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7" name="Google Shape;1987;p43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8" name="Google Shape;1988;p43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9" name="Google Shape;1989;p43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0" name="Google Shape;1990;p43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1" name="Google Shape;1991;p43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2" name="Google Shape;1992;p43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3" name="Google Shape;1993;p43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4" name="Google Shape;1994;p43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5" name="Google Shape;1995;p43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6" name="Google Shape;1996;p43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7" name="Google Shape;1997;p43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8" name="Google Shape;1998;p43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9" name="Google Shape;1999;p43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0" name="Google Shape;2000;p43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1" name="Google Shape;2001;p43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2" name="Google Shape;2002;p43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3" name="Google Shape;2003;p43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4" name="Google Shape;2004;p43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5" name="Google Shape;2005;p43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6" name="Google Shape;2006;p43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7" name="Google Shape;2007;p43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8" name="Google Shape;2008;p43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9" name="Google Shape;2009;p43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0" name="Google Shape;2010;p43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1" name="Google Shape;2011;p43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2" name="Google Shape;2012;p43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3" name="Google Shape;2013;p43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4" name="Google Shape;2014;p43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5" name="Google Shape;2015;p43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6" name="Google Shape;2016;p43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7" name="Google Shape;2017;p43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8" name="Google Shape;2018;p43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9" name="Google Shape;2019;p43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0" name="Google Shape;2020;p43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1" name="Google Shape;2021;p43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2" name="Google Shape;2022;p43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3" name="Google Shape;2023;p43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4" name="Google Shape;2024;p43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5" name="Google Shape;2025;p43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6" name="Google Shape;2026;p43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7" name="Google Shape;2027;p43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8" name="Google Shape;2028;p43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9" name="Google Shape;2029;p43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0" name="Google Shape;2030;p43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1" name="Google Shape;2031;p43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2" name="Google Shape;2032;p43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3" name="Google Shape;2033;p43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4" name="Google Shape;2034;p43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5" name="Google Shape;2035;p43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6" name="Google Shape;2036;p43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7" name="Google Shape;2037;p43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8" name="Google Shape;2038;p43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9" name="Google Shape;2039;p43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0" name="Google Shape;2040;p43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1" name="Google Shape;2041;p43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2" name="Google Shape;2042;p43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3" name="Google Shape;2043;p43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4" name="Google Shape;2044;p43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5" name="Google Shape;2045;p43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6" name="Google Shape;2046;p43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7" name="Google Shape;2047;p43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8" name="Google Shape;2048;p43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9" name="Google Shape;2049;p43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0" name="Google Shape;2050;p43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1" name="Google Shape;2051;p43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2" name="Google Shape;2052;p43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3" name="Google Shape;2053;p43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4" name="Google Shape;2054;p43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5" name="Google Shape;2055;p43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6" name="Google Shape;2056;p43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7" name="Google Shape;2057;p43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8" name="Google Shape;2058;p43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9" name="Google Shape;2059;p43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0" name="Google Shape;2060;p43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1" name="Google Shape;2061;p43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2" name="Google Shape;2062;p43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3" name="Google Shape;2063;p43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4" name="Google Shape;2064;p43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5" name="Google Shape;2065;p43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6" name="Google Shape;2066;p43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7" name="Google Shape;2067;p43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8" name="Google Shape;2068;p43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9" name="Google Shape;2069;p43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0" name="Google Shape;2070;p43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1" name="Google Shape;2071;p43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2" name="Google Shape;2072;p43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3" name="Google Shape;2073;p43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4" name="Google Shape;2074;p43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5" name="Google Shape;2075;p43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6" name="Google Shape;2076;p43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7" name="Google Shape;2077;p43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8" name="Google Shape;2078;p43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9" name="Google Shape;2079;p43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0" name="Google Shape;2080;p43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1" name="Google Shape;2081;p43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2" name="Google Shape;2082;p43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3" name="Google Shape;2083;p43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4" name="Google Shape;2084;p43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5" name="Google Shape;2085;p43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6" name="Google Shape;2086;p43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7" name="Google Shape;2087;p43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8" name="Google Shape;2088;p43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9" name="Google Shape;2089;p43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0" name="Google Shape;2090;p43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091" name="Google Shape;2091;p43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44"/>
          <p:cNvSpPr txBox="1">
            <a:spLocks noGrp="1"/>
          </p:cNvSpPr>
          <p:nvPr>
            <p:ph type="title"/>
          </p:nvPr>
        </p:nvSpPr>
        <p:spPr>
          <a:xfrm>
            <a:off x="416000" y="627725"/>
            <a:ext cx="83865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Statistical Test Used – Wilcoxon Signed-Rank Test</a:t>
            </a:r>
            <a:endParaRPr sz="2800"/>
          </a:p>
        </p:txBody>
      </p:sp>
      <p:sp>
        <p:nvSpPr>
          <p:cNvPr id="2097" name="Google Shape;2097;p44"/>
          <p:cNvSpPr txBox="1"/>
          <p:nvPr/>
        </p:nvSpPr>
        <p:spPr>
          <a:xfrm>
            <a:off x="416000" y="1569525"/>
            <a:ext cx="7857900" cy="3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A </a:t>
            </a:r>
            <a:r>
              <a:rPr lang="en" sz="1800" b="1">
                <a:latin typeface="Karla"/>
                <a:ea typeface="Karla"/>
                <a:cs typeface="Karla"/>
                <a:sym typeface="Karla"/>
              </a:rPr>
              <a:t>non-parametric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test used to compare two related samples (e.g., same participants in two conditions).</a:t>
            </a:r>
            <a:br>
              <a:rPr lang="en" sz="1800">
                <a:latin typeface="Karla"/>
                <a:ea typeface="Karla"/>
                <a:cs typeface="Karla"/>
                <a:sym typeface="Karla"/>
              </a:rPr>
            </a:b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It compares the </a:t>
            </a:r>
            <a:r>
              <a:rPr lang="en" sz="1800" b="1">
                <a:latin typeface="Karla"/>
                <a:ea typeface="Karla"/>
                <a:cs typeface="Karla"/>
                <a:sym typeface="Karla"/>
              </a:rPr>
              <a:t>median differences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without assuming normal distribution.</a:t>
            </a:r>
            <a:br>
              <a:rPr lang="en" sz="1800">
                <a:latin typeface="Karla"/>
                <a:ea typeface="Karla"/>
                <a:cs typeface="Karla"/>
                <a:sym typeface="Karla"/>
              </a:rPr>
            </a:b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Appropriate here due to </a:t>
            </a:r>
            <a:r>
              <a:rPr lang="en" sz="1800" b="1">
                <a:latin typeface="Karla"/>
                <a:ea typeface="Karla"/>
                <a:cs typeface="Karla"/>
                <a:sym typeface="Karla"/>
              </a:rPr>
              <a:t>non-normality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and small sample size.</a:t>
            </a:r>
            <a:br>
              <a:rPr lang="en" sz="1800">
                <a:latin typeface="Karla"/>
                <a:ea typeface="Karla"/>
                <a:cs typeface="Karla"/>
                <a:sym typeface="Karla"/>
              </a:rPr>
            </a:b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45"/>
          <p:cNvSpPr txBox="1">
            <a:spLocks noGrp="1"/>
          </p:cNvSpPr>
          <p:nvPr>
            <p:ph type="title"/>
          </p:nvPr>
        </p:nvSpPr>
        <p:spPr>
          <a:xfrm>
            <a:off x="397100" y="390350"/>
            <a:ext cx="62616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Accuracy</a:t>
            </a:r>
            <a:endParaRPr/>
          </a:p>
        </p:txBody>
      </p:sp>
      <p:graphicFrame>
        <p:nvGraphicFramePr>
          <p:cNvPr id="2103" name="Google Shape;2103;p45"/>
          <p:cNvGraphicFramePr/>
          <p:nvPr>
            <p:extLst>
              <p:ext uri="{D42A27DB-BD31-4B8C-83A1-F6EECF244321}">
                <p14:modId xmlns:p14="http://schemas.microsoft.com/office/powerpoint/2010/main" val="3211917328"/>
              </p:ext>
            </p:extLst>
          </p:nvPr>
        </p:nvGraphicFramePr>
        <p:xfrm>
          <a:off x="4960775" y="1845360"/>
          <a:ext cx="3846750" cy="1491320"/>
        </p:xfrm>
        <a:graphic>
          <a:graphicData uri="http://schemas.openxmlformats.org/drawingml/2006/table">
            <a:tbl>
              <a:tblPr>
                <a:noFill/>
                <a:tableStyleId>{22ECFF27-CCB3-4A1E-80F7-D545C12D8938}</a:tableStyleId>
              </a:tblPr>
              <a:tblGrid>
                <a:gridCol w="102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Condition</a:t>
                      </a:r>
                      <a:endParaRPr dirty="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Mean Accuracy (%) 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Standard Deviation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Word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93.5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14.3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Nonword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94.6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9.7</a:t>
                      </a:r>
                      <a:endParaRPr sz="1200"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4" name="Google Shape;2104;p45"/>
          <p:cNvSpPr txBox="1"/>
          <p:nvPr/>
        </p:nvSpPr>
        <p:spPr>
          <a:xfrm>
            <a:off x="397100" y="1229150"/>
            <a:ext cx="4264200" cy="3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latin typeface="Karla"/>
                <a:ea typeface="Karla"/>
                <a:cs typeface="Karla"/>
                <a:sym typeface="Karla"/>
              </a:rPr>
              <a:t>Wilcoxon Signed-Rank Test</a:t>
            </a:r>
            <a:endParaRPr sz="1800" b="1" dirty="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>
                <a:latin typeface="Karla"/>
                <a:ea typeface="Karla"/>
                <a:cs typeface="Karla"/>
                <a:sym typeface="Karla"/>
              </a:rPr>
              <a:t>Statistic (W):</a:t>
            </a:r>
            <a:r>
              <a:rPr lang="en" sz="1800" dirty="0">
                <a:latin typeface="Karla"/>
                <a:ea typeface="Karla"/>
                <a:cs typeface="Karla"/>
                <a:sym typeface="Karla"/>
              </a:rPr>
              <a:t> 396.5</a:t>
            </a:r>
            <a:endParaRPr sz="1800" dirty="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>
                <a:latin typeface="Karla"/>
                <a:ea typeface="Karla"/>
                <a:cs typeface="Karla"/>
                <a:sym typeface="Karla"/>
              </a:rPr>
              <a:t>p-value (one-tailed, word &gt; nonword):</a:t>
            </a:r>
            <a:r>
              <a:rPr lang="en" sz="1800" dirty="0">
                <a:latin typeface="Karla"/>
                <a:ea typeface="Karla"/>
                <a:cs typeface="Karla"/>
                <a:sym typeface="Karla"/>
              </a:rPr>
              <a:t> 0.675</a:t>
            </a:r>
            <a:endParaRPr sz="1800" dirty="0"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No statistically significant difference in accuracy between word and nonword conditions.</a:t>
            </a:r>
            <a:endParaRPr sz="1800"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88" y="0"/>
            <a:ext cx="685802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47"/>
          <p:cNvSpPr txBox="1">
            <a:spLocks noGrp="1"/>
          </p:cNvSpPr>
          <p:nvPr>
            <p:ph type="title"/>
          </p:nvPr>
        </p:nvSpPr>
        <p:spPr>
          <a:xfrm>
            <a:off x="397100" y="390350"/>
            <a:ext cx="62616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Response Time</a:t>
            </a:r>
            <a:endParaRPr/>
          </a:p>
        </p:txBody>
      </p:sp>
      <p:graphicFrame>
        <p:nvGraphicFramePr>
          <p:cNvPr id="2115" name="Google Shape;2115;p47"/>
          <p:cNvGraphicFramePr/>
          <p:nvPr/>
        </p:nvGraphicFramePr>
        <p:xfrm>
          <a:off x="4856775" y="1845360"/>
          <a:ext cx="3950750" cy="1491320"/>
        </p:xfrm>
        <a:graphic>
          <a:graphicData uri="http://schemas.openxmlformats.org/drawingml/2006/table">
            <a:tbl>
              <a:tblPr>
                <a:noFill/>
                <a:tableStyleId>{22ECFF27-CCB3-4A1E-80F7-D545C12D8938}</a:tableStyleId>
              </a:tblPr>
              <a:tblGrid>
                <a:gridCol w="97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Condition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Median RT (seconds)</a:t>
                      </a:r>
                      <a:endParaRPr dirty="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Standard Deviation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Word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0.930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0.216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Nonword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0.963</a:t>
                      </a:r>
                      <a:endParaRPr sz="12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0.245</a:t>
                      </a:r>
                      <a:endParaRPr sz="1200"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6" name="Google Shape;2116;p47"/>
          <p:cNvSpPr txBox="1"/>
          <p:nvPr/>
        </p:nvSpPr>
        <p:spPr>
          <a:xfrm>
            <a:off x="397100" y="1229150"/>
            <a:ext cx="4264200" cy="3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latin typeface="Karla"/>
                <a:ea typeface="Karla"/>
                <a:cs typeface="Karla"/>
                <a:sym typeface="Karla"/>
              </a:rPr>
              <a:t>Wilcoxon Signed-Rank Test</a:t>
            </a:r>
            <a:endParaRPr sz="1800" b="1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Karla"/>
                <a:ea typeface="Karla"/>
                <a:cs typeface="Karla"/>
                <a:sym typeface="Karla"/>
              </a:rPr>
              <a:t>Statistic (W):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260.0</a:t>
            </a: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Karla"/>
                <a:ea typeface="Karla"/>
                <a:cs typeface="Karla"/>
                <a:sym typeface="Karla"/>
              </a:rPr>
              <a:t>p-value (one-tailed, word &lt; nonword):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0.013</a:t>
            </a: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latin typeface="Karla"/>
                <a:ea typeface="Karla"/>
                <a:cs typeface="Karla"/>
                <a:sym typeface="Karla"/>
              </a:rPr>
              <a:t>Interpretation:</a:t>
            </a:r>
            <a:endParaRPr sz="1800" b="1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Karla"/>
              <a:buChar char="●"/>
            </a:pPr>
            <a:r>
              <a:rPr lang="en" sz="1800" b="1">
                <a:latin typeface="Karla"/>
                <a:ea typeface="Karla"/>
                <a:cs typeface="Karla"/>
                <a:sym typeface="Karla"/>
              </a:rPr>
              <a:t>Statistically significant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difference found.</a:t>
            </a:r>
            <a:endParaRPr sz="1800">
              <a:latin typeface="Karla"/>
              <a:ea typeface="Karla"/>
              <a:cs typeface="Karla"/>
              <a:sym typeface="Karl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Karla"/>
              <a:buChar char="●"/>
            </a:pPr>
            <a:r>
              <a:rPr lang="en" sz="1800">
                <a:latin typeface="Karla"/>
                <a:ea typeface="Karla"/>
                <a:cs typeface="Karla"/>
                <a:sym typeface="Karla"/>
              </a:rPr>
              <a:t>Participants responded </a:t>
            </a:r>
            <a:r>
              <a:rPr lang="en" sz="1800" b="1">
                <a:latin typeface="Karla"/>
                <a:ea typeface="Karla"/>
                <a:cs typeface="Karla"/>
                <a:sym typeface="Karla"/>
              </a:rPr>
              <a:t>faster</a:t>
            </a:r>
            <a:r>
              <a:rPr lang="en" sz="1800">
                <a:latin typeface="Karla"/>
                <a:ea typeface="Karla"/>
                <a:cs typeface="Karla"/>
                <a:sym typeface="Karla"/>
              </a:rPr>
              <a:t> to words than to nonwords.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425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49"/>
          <p:cNvSpPr txBox="1">
            <a:spLocks noGrp="1"/>
          </p:cNvSpPr>
          <p:nvPr>
            <p:ph type="title"/>
          </p:nvPr>
        </p:nvSpPr>
        <p:spPr>
          <a:xfrm>
            <a:off x="340550" y="8558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2127" name="Google Shape;2127;p49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Partial Support for Hypothesis</a:t>
            </a:r>
            <a:r>
              <a:rPr lang="en" sz="1600" dirty="0">
                <a:solidFill>
                  <a:srgbClr val="000000"/>
                </a:solidFill>
              </a:rPr>
              <a:t>: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Reaction time showed the expected word superiority effect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Accuracy did not show a significant difference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Comparing to Original Studies</a:t>
            </a:r>
            <a:r>
              <a:rPr lang="en" sz="1600" dirty="0">
                <a:solidFill>
                  <a:srgbClr val="000000"/>
                </a:solidFill>
              </a:rPr>
              <a:t>: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Original Reicher (1969) study found accuracy advantages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Our study found mainly reaction time advantages</a:t>
            </a:r>
            <a:endParaRPr sz="1600" dirty="0">
              <a:solidFill>
                <a:srgbClr val="000000"/>
              </a:solidFill>
            </a:endParaRPr>
          </a:p>
        </p:txBody>
      </p:sp>
      <p:grpSp>
        <p:nvGrpSpPr>
          <p:cNvPr id="2128" name="Google Shape;2128;p49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2129" name="Google Shape;2129;p49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2130" name="Google Shape;2130;p49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2131" name="Google Shape;2131;p49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49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49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49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49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49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49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49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49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40" name="Google Shape;2140;p49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2141" name="Google Shape;2141;p49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2142" name="Google Shape;2142;p49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43" name="Google Shape;2143;p49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144" name="Google Shape;2144;p49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2145" name="Google Shape;2145;p49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46" name="Google Shape;2146;p49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47" name="Google Shape;2147;p49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48" name="Google Shape;2148;p49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149" name="Google Shape;2149;p49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2150" name="Google Shape;2150;p49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1" name="Google Shape;2151;p49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2" name="Google Shape;2152;p49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3" name="Google Shape;2153;p49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4" name="Google Shape;2154;p49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5" name="Google Shape;2155;p49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6" name="Google Shape;2156;p49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7" name="Google Shape;2157;p49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8" name="Google Shape;2158;p49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9" name="Google Shape;2159;p49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0" name="Google Shape;2160;p49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1" name="Google Shape;2161;p49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2" name="Google Shape;2162;p49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3" name="Google Shape;2163;p49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4" name="Google Shape;2164;p49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5" name="Google Shape;2165;p49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6" name="Google Shape;2166;p49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7" name="Google Shape;2167;p49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8" name="Google Shape;2168;p49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9" name="Google Shape;2169;p49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0" name="Google Shape;2170;p49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1" name="Google Shape;2171;p49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2" name="Google Shape;2172;p49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3" name="Google Shape;2173;p49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4" name="Google Shape;2174;p49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5" name="Google Shape;2175;p49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6" name="Google Shape;2176;p49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7" name="Google Shape;2177;p49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8" name="Google Shape;2178;p49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9" name="Google Shape;2179;p49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0" name="Google Shape;2180;p49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1" name="Google Shape;2181;p49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2" name="Google Shape;2182;p49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3" name="Google Shape;2183;p49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4" name="Google Shape;2184;p49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5" name="Google Shape;2185;p49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6" name="Google Shape;2186;p49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7" name="Google Shape;2187;p49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8" name="Google Shape;2188;p49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9" name="Google Shape;2189;p49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0" name="Google Shape;2190;p49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1" name="Google Shape;2191;p49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2" name="Google Shape;2192;p49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3" name="Google Shape;2193;p49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4" name="Google Shape;2194;p49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5" name="Google Shape;2195;p49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6" name="Google Shape;2196;p49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7" name="Google Shape;2197;p49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8" name="Google Shape;2198;p49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9" name="Google Shape;2199;p49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0" name="Google Shape;2200;p49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1" name="Google Shape;2201;p49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2" name="Google Shape;2202;p49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3" name="Google Shape;2203;p49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4" name="Google Shape;2204;p49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5" name="Google Shape;2205;p49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6" name="Google Shape;2206;p49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7" name="Google Shape;2207;p49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8" name="Google Shape;2208;p49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9" name="Google Shape;2209;p49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0" name="Google Shape;2210;p49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1" name="Google Shape;2211;p49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2" name="Google Shape;2212;p49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3" name="Google Shape;2213;p49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4" name="Google Shape;2214;p49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5" name="Google Shape;2215;p49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6" name="Google Shape;2216;p49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7" name="Google Shape;2217;p49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8" name="Google Shape;2218;p49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9" name="Google Shape;2219;p49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0" name="Google Shape;2220;p49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1" name="Google Shape;2221;p49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2" name="Google Shape;2222;p49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3" name="Google Shape;2223;p49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4" name="Google Shape;2224;p49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5" name="Google Shape;2225;p49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6" name="Google Shape;2226;p49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7" name="Google Shape;2227;p49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8" name="Google Shape;2228;p49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9" name="Google Shape;2229;p49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0" name="Google Shape;2230;p49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1" name="Google Shape;2231;p49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2" name="Google Shape;2232;p49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3" name="Google Shape;2233;p49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4" name="Google Shape;2234;p49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5" name="Google Shape;2235;p49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6" name="Google Shape;2236;p49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7" name="Google Shape;2237;p49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8" name="Google Shape;2238;p49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9" name="Google Shape;2239;p49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0" name="Google Shape;2240;p49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1" name="Google Shape;2241;p49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2" name="Google Shape;2242;p49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3" name="Google Shape;2243;p49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4" name="Google Shape;2244;p49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5" name="Google Shape;2245;p49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6" name="Google Shape;2246;p49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7" name="Google Shape;2247;p49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8" name="Google Shape;2248;p49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9" name="Google Shape;2249;p49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0" name="Google Shape;2250;p49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1" name="Google Shape;2251;p49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2" name="Google Shape;2252;p49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3" name="Google Shape;2253;p49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4" name="Google Shape;2254;p49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5" name="Google Shape;2255;p49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6" name="Google Shape;2256;p49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7" name="Google Shape;2257;p49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8" name="Google Shape;2258;p49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9" name="Google Shape;2259;p49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0" name="Google Shape;2260;p49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1" name="Google Shape;2261;p49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2" name="Google Shape;2262;p49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3" name="Google Shape;2263;p49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4" name="Google Shape;2264;p49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5" name="Google Shape;2265;p49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6" name="Google Shape;2266;p49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7" name="Google Shape;2267;p49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8" name="Google Shape;2268;p49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9" name="Google Shape;2269;p49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0" name="Google Shape;2270;p49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1" name="Google Shape;2271;p49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2" name="Google Shape;2272;p49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3" name="Google Shape;2273;p49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4" name="Google Shape;2274;p49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5" name="Google Shape;2275;p49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6" name="Google Shape;2276;p49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7" name="Google Shape;2277;p49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8" name="Google Shape;2278;p49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9" name="Google Shape;2279;p49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280" name="Google Shape;2280;p49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50"/>
          <p:cNvSpPr txBox="1">
            <a:spLocks noGrp="1"/>
          </p:cNvSpPr>
          <p:nvPr>
            <p:ph type="title"/>
          </p:nvPr>
        </p:nvSpPr>
        <p:spPr>
          <a:xfrm>
            <a:off x="340550" y="8558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286" name="Google Shape;2286;p50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Ceiling Effect</a:t>
            </a:r>
            <a:r>
              <a:rPr lang="en" sz="1600" dirty="0">
                <a:solidFill>
                  <a:srgbClr val="000000"/>
                </a:solidFill>
              </a:rPr>
              <a:t>: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High accuracy in both conditions (&gt;93%) suggests the task may have been easy for our volunteers, who are used to a high focus on received stimuli.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Longer stimulus presentation time might have allowed for detailed processing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RT differences show processing advantages even when accuracy is at ceiling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Speed-Accuracy Tradeoff</a:t>
            </a:r>
            <a:r>
              <a:rPr lang="en" sz="1600" dirty="0">
                <a:solidFill>
                  <a:srgbClr val="000000"/>
                </a:solidFill>
              </a:rPr>
              <a:t>: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Participants may have prioritized speed for words but accuracy for non-words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Words might feel more "familiar," leading to faster but occasionally careless responses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  <p:grpSp>
        <p:nvGrpSpPr>
          <p:cNvPr id="2287" name="Google Shape;2287;p50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2288" name="Google Shape;2288;p50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2289" name="Google Shape;2289;p50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2290" name="Google Shape;2290;p50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50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50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50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50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50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50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50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50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99" name="Google Shape;2299;p50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2300" name="Google Shape;2300;p50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2301" name="Google Shape;2301;p50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2" name="Google Shape;2302;p50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303" name="Google Shape;2303;p50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2304" name="Google Shape;2304;p50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5" name="Google Shape;2305;p50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6" name="Google Shape;2306;p50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7" name="Google Shape;2307;p50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308" name="Google Shape;2308;p50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2309" name="Google Shape;2309;p50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0" name="Google Shape;2310;p50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1" name="Google Shape;2311;p50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2" name="Google Shape;2312;p50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3" name="Google Shape;2313;p50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4" name="Google Shape;2314;p50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5" name="Google Shape;2315;p50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6" name="Google Shape;2316;p50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7" name="Google Shape;2317;p50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8" name="Google Shape;2318;p50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9" name="Google Shape;2319;p50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0" name="Google Shape;2320;p50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1" name="Google Shape;2321;p50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2" name="Google Shape;2322;p50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3" name="Google Shape;2323;p50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4" name="Google Shape;2324;p50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5" name="Google Shape;2325;p50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6" name="Google Shape;2326;p50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7" name="Google Shape;2327;p50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8" name="Google Shape;2328;p50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9" name="Google Shape;2329;p50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0" name="Google Shape;2330;p50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1" name="Google Shape;2331;p50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2" name="Google Shape;2332;p50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3" name="Google Shape;2333;p50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4" name="Google Shape;2334;p50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5" name="Google Shape;2335;p50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6" name="Google Shape;2336;p50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7" name="Google Shape;2337;p50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8" name="Google Shape;2338;p50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9" name="Google Shape;2339;p50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0" name="Google Shape;2340;p50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1" name="Google Shape;2341;p50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2" name="Google Shape;2342;p50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3" name="Google Shape;2343;p50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4" name="Google Shape;2344;p50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5" name="Google Shape;2345;p50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6" name="Google Shape;2346;p50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7" name="Google Shape;2347;p50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8" name="Google Shape;2348;p50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9" name="Google Shape;2349;p50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0" name="Google Shape;2350;p50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1" name="Google Shape;2351;p50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2" name="Google Shape;2352;p50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3" name="Google Shape;2353;p50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4" name="Google Shape;2354;p50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5" name="Google Shape;2355;p50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6" name="Google Shape;2356;p50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7" name="Google Shape;2357;p50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8" name="Google Shape;2358;p50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9" name="Google Shape;2359;p50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0" name="Google Shape;2360;p50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1" name="Google Shape;2361;p50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2" name="Google Shape;2362;p50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3" name="Google Shape;2363;p50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4" name="Google Shape;2364;p50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5" name="Google Shape;2365;p50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6" name="Google Shape;2366;p50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7" name="Google Shape;2367;p50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8" name="Google Shape;2368;p50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9" name="Google Shape;2369;p50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0" name="Google Shape;2370;p50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1" name="Google Shape;2371;p50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2" name="Google Shape;2372;p50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3" name="Google Shape;2373;p50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4" name="Google Shape;2374;p50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5" name="Google Shape;2375;p50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6" name="Google Shape;2376;p50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7" name="Google Shape;2377;p50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8" name="Google Shape;2378;p50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9" name="Google Shape;2379;p50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0" name="Google Shape;2380;p50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1" name="Google Shape;2381;p50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2" name="Google Shape;2382;p50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3" name="Google Shape;2383;p50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4" name="Google Shape;2384;p50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5" name="Google Shape;2385;p50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6" name="Google Shape;2386;p50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7" name="Google Shape;2387;p50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8" name="Google Shape;2388;p50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9" name="Google Shape;2389;p50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0" name="Google Shape;2390;p50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1" name="Google Shape;2391;p50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2" name="Google Shape;2392;p50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3" name="Google Shape;2393;p50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4" name="Google Shape;2394;p50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5" name="Google Shape;2395;p50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6" name="Google Shape;2396;p50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7" name="Google Shape;2397;p50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8" name="Google Shape;2398;p50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9" name="Google Shape;2399;p50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0" name="Google Shape;2400;p50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1" name="Google Shape;2401;p50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2" name="Google Shape;2402;p50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3" name="Google Shape;2403;p50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4" name="Google Shape;2404;p50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5" name="Google Shape;2405;p50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6" name="Google Shape;2406;p50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7" name="Google Shape;2407;p50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8" name="Google Shape;2408;p50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9" name="Google Shape;2409;p50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0" name="Google Shape;2410;p50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1" name="Google Shape;2411;p50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2" name="Google Shape;2412;p50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3" name="Google Shape;2413;p50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4" name="Google Shape;2414;p50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5" name="Google Shape;2415;p50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6" name="Google Shape;2416;p50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7" name="Google Shape;2417;p50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8" name="Google Shape;2418;p50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9" name="Google Shape;2419;p50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0" name="Google Shape;2420;p50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1" name="Google Shape;2421;p50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2" name="Google Shape;2422;p50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" name="Google Shape;2423;p50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" name="Google Shape;2424;p50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" name="Google Shape;2425;p50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" name="Google Shape;2426;p50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7" name="Google Shape;2427;p50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" name="Google Shape;2428;p50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" name="Google Shape;2429;p50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" name="Google Shape;2430;p50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" name="Google Shape;2431;p50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" name="Google Shape;2432;p50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" name="Google Shape;2433;p50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" name="Google Shape;2434;p50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" name="Google Shape;2435;p50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" name="Google Shape;2436;p50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7" name="Google Shape;2437;p50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" name="Google Shape;2438;p50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439" name="Google Shape;2439;p50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51"/>
          <p:cNvSpPr txBox="1">
            <a:spLocks noGrp="1"/>
          </p:cNvSpPr>
          <p:nvPr>
            <p:ph type="title"/>
          </p:nvPr>
        </p:nvSpPr>
        <p:spPr>
          <a:xfrm>
            <a:off x="340550" y="8558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445" name="Google Shape;2445;p51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</a:rPr>
              <a:t>Task Difficulty</a:t>
            </a:r>
            <a:r>
              <a:rPr lang="en" dirty="0">
                <a:solidFill>
                  <a:srgbClr val="000000"/>
                </a:solidFill>
              </a:rPr>
              <a:t>: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rgbClr val="000000"/>
                </a:solidFill>
              </a:rPr>
              <a:t>High accuracy rates suggest task might have been easy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rgbClr val="000000"/>
                </a:solidFill>
              </a:rPr>
              <a:t>More difficult task might reveal stronger effects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</a:rPr>
              <a:t>Online Testing</a:t>
            </a:r>
            <a:r>
              <a:rPr lang="en" dirty="0">
                <a:solidFill>
                  <a:srgbClr val="000000"/>
                </a:solidFill>
              </a:rPr>
              <a:t>: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rgbClr val="000000"/>
                </a:solidFill>
              </a:rPr>
              <a:t>Less control over viewing conditions and participant attention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rgbClr val="000000"/>
                </a:solidFill>
              </a:rPr>
              <a:t>Potential for more variability in timing precision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solidFill>
                <a:srgbClr val="000000"/>
              </a:solidFill>
            </a:endParaRPr>
          </a:p>
        </p:txBody>
      </p:sp>
      <p:grpSp>
        <p:nvGrpSpPr>
          <p:cNvPr id="2446" name="Google Shape;2446;p51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2447" name="Google Shape;2447;p51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2448" name="Google Shape;2448;p51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2449" name="Google Shape;2449;p51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51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51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51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51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51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51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51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51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58" name="Google Shape;2458;p51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2459" name="Google Shape;2459;p51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2460" name="Google Shape;2460;p51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1" name="Google Shape;2461;p51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462" name="Google Shape;2462;p51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2463" name="Google Shape;2463;p51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4" name="Google Shape;2464;p51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5" name="Google Shape;2465;p51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6" name="Google Shape;2466;p51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467" name="Google Shape;2467;p51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2468" name="Google Shape;2468;p51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" name="Google Shape;2469;p51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0" name="Google Shape;2470;p51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1" name="Google Shape;2471;p51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2" name="Google Shape;2472;p51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3" name="Google Shape;2473;p51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4" name="Google Shape;2474;p51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" name="Google Shape;2475;p51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" name="Google Shape;2476;p51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" name="Google Shape;2477;p51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8" name="Google Shape;2478;p51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9" name="Google Shape;2479;p51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0" name="Google Shape;2480;p51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1" name="Google Shape;2481;p51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2" name="Google Shape;2482;p51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3" name="Google Shape;2483;p51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4" name="Google Shape;2484;p51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5" name="Google Shape;2485;p51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6" name="Google Shape;2486;p51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7" name="Google Shape;2487;p51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8" name="Google Shape;2488;p51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9" name="Google Shape;2489;p51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0" name="Google Shape;2490;p51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1" name="Google Shape;2491;p51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2" name="Google Shape;2492;p51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3" name="Google Shape;2493;p51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4" name="Google Shape;2494;p51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5" name="Google Shape;2495;p51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6" name="Google Shape;2496;p51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7" name="Google Shape;2497;p51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8" name="Google Shape;2498;p51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9" name="Google Shape;2499;p51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0" name="Google Shape;2500;p51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1" name="Google Shape;2501;p51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2" name="Google Shape;2502;p51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3" name="Google Shape;2503;p51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4" name="Google Shape;2504;p51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5" name="Google Shape;2505;p51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6" name="Google Shape;2506;p51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7" name="Google Shape;2507;p51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8" name="Google Shape;2508;p51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9" name="Google Shape;2509;p51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0" name="Google Shape;2510;p51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1" name="Google Shape;2511;p51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2" name="Google Shape;2512;p51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3" name="Google Shape;2513;p51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4" name="Google Shape;2514;p51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5" name="Google Shape;2515;p51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6" name="Google Shape;2516;p51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7" name="Google Shape;2517;p51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8" name="Google Shape;2518;p51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9" name="Google Shape;2519;p51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0" name="Google Shape;2520;p51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1" name="Google Shape;2521;p51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2" name="Google Shape;2522;p51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3" name="Google Shape;2523;p51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4" name="Google Shape;2524;p51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5" name="Google Shape;2525;p51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6" name="Google Shape;2526;p51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7" name="Google Shape;2527;p51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8" name="Google Shape;2528;p51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9" name="Google Shape;2529;p51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0" name="Google Shape;2530;p51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1" name="Google Shape;2531;p51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2" name="Google Shape;2532;p51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3" name="Google Shape;2533;p51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4" name="Google Shape;2534;p51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5" name="Google Shape;2535;p51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6" name="Google Shape;2536;p51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7" name="Google Shape;2537;p51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8" name="Google Shape;2538;p51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9" name="Google Shape;2539;p51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0" name="Google Shape;2540;p51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1" name="Google Shape;2541;p51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2" name="Google Shape;2542;p51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3" name="Google Shape;2543;p51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4" name="Google Shape;2544;p51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5" name="Google Shape;2545;p51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6" name="Google Shape;2546;p51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7" name="Google Shape;2547;p51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8" name="Google Shape;2548;p51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9" name="Google Shape;2549;p51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0" name="Google Shape;2550;p51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1" name="Google Shape;2551;p51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2" name="Google Shape;2552;p51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3" name="Google Shape;2553;p51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4" name="Google Shape;2554;p51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5" name="Google Shape;2555;p51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6" name="Google Shape;2556;p51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7" name="Google Shape;2557;p51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8" name="Google Shape;2558;p51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9" name="Google Shape;2559;p51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0" name="Google Shape;2560;p51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1" name="Google Shape;2561;p51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2" name="Google Shape;2562;p51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3" name="Google Shape;2563;p51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4" name="Google Shape;2564;p51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5" name="Google Shape;2565;p51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6" name="Google Shape;2566;p51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7" name="Google Shape;2567;p51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8" name="Google Shape;2568;p51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9" name="Google Shape;2569;p51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0" name="Google Shape;2570;p51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1" name="Google Shape;2571;p51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2" name="Google Shape;2572;p51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3" name="Google Shape;2573;p51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4" name="Google Shape;2574;p51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5" name="Google Shape;2575;p51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6" name="Google Shape;2576;p51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7" name="Google Shape;2577;p51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8" name="Google Shape;2578;p51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9" name="Google Shape;2579;p51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0" name="Google Shape;2580;p51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1" name="Google Shape;2581;p51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2" name="Google Shape;2582;p51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3" name="Google Shape;2583;p51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4" name="Google Shape;2584;p51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5" name="Google Shape;2585;p51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6" name="Google Shape;2586;p51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7" name="Google Shape;2587;p51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8" name="Google Shape;2588;p51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9" name="Google Shape;2589;p51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0" name="Google Shape;2590;p51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1" name="Google Shape;2591;p51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2" name="Google Shape;2592;p51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3" name="Google Shape;2593;p51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4" name="Google Shape;2594;p51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5" name="Google Shape;2595;p51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6" name="Google Shape;2596;p51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7" name="Google Shape;2597;p51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598" name="Google Shape;2598;p51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53"/>
          <p:cNvSpPr txBox="1">
            <a:spLocks noGrp="1"/>
          </p:cNvSpPr>
          <p:nvPr>
            <p:ph type="title"/>
          </p:nvPr>
        </p:nvSpPr>
        <p:spPr>
          <a:xfrm>
            <a:off x="340550" y="8558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and Conclusion</a:t>
            </a:r>
            <a:endParaRPr/>
          </a:p>
        </p:txBody>
      </p:sp>
      <p:sp>
        <p:nvSpPr>
          <p:cNvPr id="2611" name="Google Shape;2611;p53"/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Partial Word Superiority Effect</a:t>
            </a:r>
            <a:r>
              <a:rPr lang="en" sz="1600" dirty="0">
                <a:solidFill>
                  <a:srgbClr val="000000"/>
                </a:solidFill>
              </a:rPr>
              <a:t>: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Confirmed for reaction time (faster letter detection in words)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Not observed for accuracy (likely due to ceiling effects)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Theoretical Implications</a:t>
            </a:r>
            <a:r>
              <a:rPr lang="en" sz="1600" dirty="0">
                <a:solidFill>
                  <a:srgbClr val="000000"/>
                </a:solidFill>
              </a:rPr>
              <a:t>: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Results support the idea that words are processed more efficiently than non-words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Even when accuracy is high, processing speed advantages remain</a:t>
            </a:r>
            <a:endParaRPr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" sz="1600" dirty="0">
                <a:solidFill>
                  <a:srgbClr val="000000"/>
                </a:solidFill>
              </a:rPr>
              <a:t>Consistent with parallel processing and interactive activation models</a:t>
            </a:r>
            <a:endParaRPr sz="1600" dirty="0">
              <a:solidFill>
                <a:srgbClr val="000000"/>
              </a:solidFill>
            </a:endParaRPr>
          </a:p>
        </p:txBody>
      </p:sp>
      <p:grpSp>
        <p:nvGrpSpPr>
          <p:cNvPr id="2612" name="Google Shape;2612;p53"/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2613" name="Google Shape;2613;p53"/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2614" name="Google Shape;2614;p53"/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2615" name="Google Shape;2615;p53"/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53"/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53"/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53"/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53"/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53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53"/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3"/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3"/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24" name="Google Shape;2624;p53"/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2625" name="Google Shape;2625;p53"/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2626" name="Google Shape;2626;p53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7" name="Google Shape;2627;p53"/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628" name="Google Shape;2628;p53"/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2629" name="Google Shape;2629;p53"/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0" name="Google Shape;2630;p53"/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1" name="Google Shape;2631;p53"/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2" name="Google Shape;2632;p53"/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633" name="Google Shape;2633;p53"/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2634" name="Google Shape;2634;p53"/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5" name="Google Shape;2635;p53"/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6" name="Google Shape;2636;p53"/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7" name="Google Shape;2637;p53"/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8" name="Google Shape;2638;p53"/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9" name="Google Shape;2639;p53"/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0" name="Google Shape;2640;p53"/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1" name="Google Shape;2641;p53"/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2" name="Google Shape;2642;p53"/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3" name="Google Shape;2643;p53"/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4" name="Google Shape;2644;p53"/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5" name="Google Shape;2645;p53"/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6" name="Google Shape;2646;p53"/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7" name="Google Shape;2647;p53"/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8" name="Google Shape;2648;p53"/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9" name="Google Shape;2649;p53"/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0" name="Google Shape;2650;p53"/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1" name="Google Shape;2651;p53"/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2" name="Google Shape;2652;p53"/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3" name="Google Shape;2653;p53"/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4" name="Google Shape;2654;p53"/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5" name="Google Shape;2655;p53"/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6" name="Google Shape;2656;p53"/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7" name="Google Shape;2657;p53"/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8" name="Google Shape;2658;p53"/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9" name="Google Shape;2659;p53"/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0" name="Google Shape;2660;p53"/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1" name="Google Shape;2661;p53"/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2" name="Google Shape;2662;p53"/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3" name="Google Shape;2663;p53"/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4" name="Google Shape;2664;p53"/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5" name="Google Shape;2665;p53"/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6" name="Google Shape;2666;p53"/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7" name="Google Shape;2667;p53"/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8" name="Google Shape;2668;p53"/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9" name="Google Shape;2669;p53"/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0" name="Google Shape;2670;p53"/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1" name="Google Shape;2671;p53"/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2" name="Google Shape;2672;p53"/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3" name="Google Shape;2673;p53"/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4" name="Google Shape;2674;p53"/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5" name="Google Shape;2675;p53"/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6" name="Google Shape;2676;p53"/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7" name="Google Shape;2677;p53"/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8" name="Google Shape;2678;p53"/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9" name="Google Shape;2679;p53"/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0" name="Google Shape;2680;p53"/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1" name="Google Shape;2681;p53"/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2" name="Google Shape;2682;p53"/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3" name="Google Shape;2683;p53"/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4" name="Google Shape;2684;p53"/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5" name="Google Shape;2685;p53"/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6" name="Google Shape;2686;p53"/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7" name="Google Shape;2687;p53"/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8" name="Google Shape;2688;p53"/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9" name="Google Shape;2689;p53"/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0" name="Google Shape;2690;p53"/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1" name="Google Shape;2691;p53"/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2" name="Google Shape;2692;p53"/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3" name="Google Shape;2693;p53"/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4" name="Google Shape;2694;p53"/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5" name="Google Shape;2695;p53"/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6" name="Google Shape;2696;p53"/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7" name="Google Shape;2697;p53"/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8" name="Google Shape;2698;p53"/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9" name="Google Shape;2699;p53"/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0" name="Google Shape;2700;p53"/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1" name="Google Shape;2701;p53"/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2" name="Google Shape;2702;p53"/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3" name="Google Shape;2703;p53"/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4" name="Google Shape;2704;p53"/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5" name="Google Shape;2705;p53"/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6" name="Google Shape;2706;p53"/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7" name="Google Shape;2707;p53"/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8" name="Google Shape;2708;p53"/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9" name="Google Shape;2709;p53"/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0" name="Google Shape;2710;p53"/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1" name="Google Shape;2711;p53"/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2" name="Google Shape;2712;p53"/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3" name="Google Shape;2713;p53"/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4" name="Google Shape;2714;p53"/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5" name="Google Shape;2715;p53"/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6" name="Google Shape;2716;p53"/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7" name="Google Shape;2717;p53"/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8" name="Google Shape;2718;p53"/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9" name="Google Shape;2719;p53"/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0" name="Google Shape;2720;p53"/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1" name="Google Shape;2721;p53"/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2" name="Google Shape;2722;p53"/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3" name="Google Shape;2723;p53"/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4" name="Google Shape;2724;p53"/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5" name="Google Shape;2725;p53"/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6" name="Google Shape;2726;p53"/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7" name="Google Shape;2727;p53"/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8" name="Google Shape;2728;p53"/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9" name="Google Shape;2729;p53"/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0" name="Google Shape;2730;p53"/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1" name="Google Shape;2731;p53"/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2" name="Google Shape;2732;p53"/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3" name="Google Shape;2733;p53"/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4" name="Google Shape;2734;p53"/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5" name="Google Shape;2735;p53"/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6" name="Google Shape;2736;p53"/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7" name="Google Shape;2737;p53"/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8" name="Google Shape;2738;p53"/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9" name="Google Shape;2739;p53"/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0" name="Google Shape;2740;p53"/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1" name="Google Shape;2741;p53"/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2" name="Google Shape;2742;p53"/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3" name="Google Shape;2743;p53"/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4" name="Google Shape;2744;p53"/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5" name="Google Shape;2745;p53"/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6" name="Google Shape;2746;p53"/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7" name="Google Shape;2747;p53"/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8" name="Google Shape;2748;p53"/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9" name="Google Shape;2749;p53"/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0" name="Google Shape;2750;p53"/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1" name="Google Shape;2751;p53"/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2" name="Google Shape;2752;p53"/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3" name="Google Shape;2753;p53"/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4" name="Google Shape;2754;p53"/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5" name="Google Shape;2755;p53"/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6" name="Google Shape;2756;p53"/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7" name="Google Shape;2757;p53"/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8" name="Google Shape;2758;p53"/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9" name="Google Shape;2759;p53"/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0" name="Google Shape;2760;p53"/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1" name="Google Shape;2761;p53"/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2" name="Google Shape;2762;p53"/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3" name="Google Shape;2763;p53"/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64" name="Google Shape;2764;p53"/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9">
          <a:extLst>
            <a:ext uri="{FF2B5EF4-FFF2-40B4-BE49-F238E27FC236}">
              <a16:creationId xmlns:a16="http://schemas.microsoft.com/office/drawing/2014/main" id="{823FB653-794A-902F-7E34-5D6F5E11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53">
            <a:extLst>
              <a:ext uri="{FF2B5EF4-FFF2-40B4-BE49-F238E27FC236}">
                <a16:creationId xmlns:a16="http://schemas.microsoft.com/office/drawing/2014/main" id="{152A2673-9D58-050E-C4E1-394A54DAB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50" y="855850"/>
            <a:ext cx="62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Directions</a:t>
            </a:r>
            <a:endParaRPr dirty="0"/>
          </a:p>
        </p:txBody>
      </p:sp>
      <p:sp>
        <p:nvSpPr>
          <p:cNvPr id="2611" name="Google Shape;2611;p53">
            <a:extLst>
              <a:ext uri="{FF2B5EF4-FFF2-40B4-BE49-F238E27FC236}">
                <a16:creationId xmlns:a16="http://schemas.microsoft.com/office/drawing/2014/main" id="{80E104EC-CA6B-7D6A-7802-3FC89D4D3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550" y="1620550"/>
            <a:ext cx="8619300" cy="3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-US" sz="1800" dirty="0">
                <a:solidFill>
                  <a:schemeClr val="tx1"/>
                </a:solidFill>
              </a:rPr>
              <a:t>Exclude the first few trials from the analysis (e.g., first 1–2) — participants often show longer RTs as they are unfamiliar with the task.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Karla"/>
              <a:buChar char="●"/>
            </a:pPr>
            <a:r>
              <a:rPr lang="en-US" sz="1800" dirty="0">
                <a:solidFill>
                  <a:schemeClr val="tx1"/>
                </a:solidFill>
              </a:rPr>
              <a:t>Use longer </a:t>
            </a:r>
            <a:r>
              <a:rPr lang="en-US" sz="1800">
                <a:solidFill>
                  <a:schemeClr val="tx1"/>
                </a:solidFill>
              </a:rPr>
              <a:t>words (8–10 </a:t>
            </a:r>
            <a:r>
              <a:rPr lang="en-US" sz="1800" dirty="0">
                <a:solidFill>
                  <a:schemeClr val="tx1"/>
                </a:solidFill>
              </a:rPr>
              <a:t>letters): May increase the benefit of word context and strengthen the WSE.</a:t>
            </a:r>
          </a:p>
        </p:txBody>
      </p:sp>
      <p:grpSp>
        <p:nvGrpSpPr>
          <p:cNvPr id="2612" name="Google Shape;2612;p53">
            <a:extLst>
              <a:ext uri="{FF2B5EF4-FFF2-40B4-BE49-F238E27FC236}">
                <a16:creationId xmlns:a16="http://schemas.microsoft.com/office/drawing/2014/main" id="{B74D6513-8E81-8618-4622-A6DA66DA07A8}"/>
              </a:ext>
            </a:extLst>
          </p:cNvPr>
          <p:cNvGrpSpPr/>
          <p:nvPr/>
        </p:nvGrpSpPr>
        <p:grpSpPr>
          <a:xfrm>
            <a:off x="7550594" y="452232"/>
            <a:ext cx="1409249" cy="1492866"/>
            <a:chOff x="4396216" y="2765713"/>
            <a:chExt cx="1798200" cy="1798200"/>
          </a:xfrm>
        </p:grpSpPr>
        <p:sp>
          <p:nvSpPr>
            <p:cNvPr id="2613" name="Google Shape;2613;p53">
              <a:extLst>
                <a:ext uri="{FF2B5EF4-FFF2-40B4-BE49-F238E27FC236}">
                  <a16:creationId xmlns:a16="http://schemas.microsoft.com/office/drawing/2014/main" id="{4639F4E2-E968-A17B-498C-5B1B3C390F51}"/>
                </a:ext>
              </a:extLst>
            </p:cNvPr>
            <p:cNvSpPr/>
            <p:nvPr/>
          </p:nvSpPr>
          <p:spPr>
            <a:xfrm>
              <a:off x="4396216" y="2765713"/>
              <a:ext cx="1798200" cy="179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grpSp>
          <p:nvGrpSpPr>
            <p:cNvPr id="2614" name="Google Shape;2614;p53">
              <a:extLst>
                <a:ext uri="{FF2B5EF4-FFF2-40B4-BE49-F238E27FC236}">
                  <a16:creationId xmlns:a16="http://schemas.microsoft.com/office/drawing/2014/main" id="{899A0EF9-AE1F-0C7D-1D61-3E70BAA89F84}"/>
                </a:ext>
              </a:extLst>
            </p:cNvPr>
            <p:cNvGrpSpPr/>
            <p:nvPr/>
          </p:nvGrpSpPr>
          <p:grpSpPr>
            <a:xfrm>
              <a:off x="4572084" y="3042142"/>
              <a:ext cx="1446482" cy="1279918"/>
              <a:chOff x="3008506" y="1406436"/>
              <a:chExt cx="2757831" cy="2439798"/>
            </a:xfrm>
          </p:grpSpPr>
          <p:sp>
            <p:nvSpPr>
              <p:cNvPr id="2615" name="Google Shape;2615;p53">
                <a:extLst>
                  <a:ext uri="{FF2B5EF4-FFF2-40B4-BE49-F238E27FC236}">
                    <a16:creationId xmlns:a16="http://schemas.microsoft.com/office/drawing/2014/main" id="{004EF145-4D2F-E39E-5C75-306DAE184BE7}"/>
                  </a:ext>
                </a:extLst>
              </p:cNvPr>
              <p:cNvSpPr/>
              <p:nvPr/>
            </p:nvSpPr>
            <p:spPr>
              <a:xfrm>
                <a:off x="4494290" y="3070066"/>
                <a:ext cx="599382" cy="776168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542" extrusionOk="0">
                    <a:moveTo>
                      <a:pt x="1560" y="386"/>
                    </a:moveTo>
                    <a:cubicBezTo>
                      <a:pt x="1560" y="386"/>
                      <a:pt x="1656" y="1077"/>
                      <a:pt x="1752" y="1505"/>
                    </a:cubicBezTo>
                    <a:cubicBezTo>
                      <a:pt x="1848" y="1934"/>
                      <a:pt x="1962" y="2318"/>
                      <a:pt x="1656" y="2429"/>
                    </a:cubicBezTo>
                    <a:cubicBezTo>
                      <a:pt x="1350" y="2541"/>
                      <a:pt x="1251" y="2345"/>
                      <a:pt x="1238" y="2246"/>
                    </a:cubicBezTo>
                    <a:cubicBezTo>
                      <a:pt x="1225" y="2148"/>
                      <a:pt x="1153" y="1754"/>
                      <a:pt x="1015" y="1531"/>
                    </a:cubicBezTo>
                    <a:cubicBezTo>
                      <a:pt x="878" y="1308"/>
                      <a:pt x="301" y="967"/>
                      <a:pt x="151" y="495"/>
                    </a:cubicBezTo>
                    <a:cubicBezTo>
                      <a:pt x="0" y="23"/>
                      <a:pt x="1502" y="0"/>
                      <a:pt x="1560" y="3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53">
                <a:extLst>
                  <a:ext uri="{FF2B5EF4-FFF2-40B4-BE49-F238E27FC236}">
                    <a16:creationId xmlns:a16="http://schemas.microsoft.com/office/drawing/2014/main" id="{74BC0689-9D81-D888-1222-0518E5EDBFED}"/>
                  </a:ext>
                </a:extLst>
              </p:cNvPr>
              <p:cNvSpPr/>
              <p:nvPr/>
            </p:nvSpPr>
            <p:spPr>
              <a:xfrm>
                <a:off x="4602991" y="3115256"/>
                <a:ext cx="341981" cy="70685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15" extrusionOk="0">
                    <a:moveTo>
                      <a:pt x="192" y="591"/>
                    </a:moveTo>
                    <a:cubicBezTo>
                      <a:pt x="276" y="795"/>
                      <a:pt x="455" y="953"/>
                      <a:pt x="585" y="1129"/>
                    </a:cubicBezTo>
                    <a:cubicBezTo>
                      <a:pt x="714" y="1302"/>
                      <a:pt x="780" y="1495"/>
                      <a:pt x="835" y="1702"/>
                    </a:cubicBezTo>
                    <a:cubicBezTo>
                      <a:pt x="879" y="1869"/>
                      <a:pt x="891" y="2046"/>
                      <a:pt x="929" y="2214"/>
                    </a:cubicBezTo>
                    <a:cubicBezTo>
                      <a:pt x="965" y="2265"/>
                      <a:pt x="1025" y="2310"/>
                      <a:pt x="1119" y="2314"/>
                    </a:cubicBezTo>
                    <a:cubicBezTo>
                      <a:pt x="1110" y="2224"/>
                      <a:pt x="1099" y="2134"/>
                      <a:pt x="1086" y="2044"/>
                    </a:cubicBezTo>
                    <a:cubicBezTo>
                      <a:pt x="1052" y="1795"/>
                      <a:pt x="1051" y="1534"/>
                      <a:pt x="943" y="1304"/>
                    </a:cubicBezTo>
                    <a:cubicBezTo>
                      <a:pt x="816" y="1035"/>
                      <a:pt x="578" y="858"/>
                      <a:pt x="420" y="614"/>
                    </a:cubicBezTo>
                    <a:cubicBezTo>
                      <a:pt x="299" y="427"/>
                      <a:pt x="309" y="177"/>
                      <a:pt x="176" y="0"/>
                    </a:cubicBezTo>
                    <a:lnTo>
                      <a:pt x="176" y="0"/>
                    </a:lnTo>
                    <a:cubicBezTo>
                      <a:pt x="116" y="12"/>
                      <a:pt x="57" y="29"/>
                      <a:pt x="0" y="51"/>
                    </a:cubicBezTo>
                    <a:cubicBezTo>
                      <a:pt x="49" y="237"/>
                      <a:pt x="117" y="410"/>
                      <a:pt x="192" y="5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53">
                <a:extLst>
                  <a:ext uri="{FF2B5EF4-FFF2-40B4-BE49-F238E27FC236}">
                    <a16:creationId xmlns:a16="http://schemas.microsoft.com/office/drawing/2014/main" id="{D20765CC-79DB-B3C6-AC7D-55A89E8C9CBF}"/>
                  </a:ext>
                </a:extLst>
              </p:cNvPr>
              <p:cNvSpPr/>
              <p:nvPr/>
            </p:nvSpPr>
            <p:spPr>
              <a:xfrm>
                <a:off x="4857645" y="3115256"/>
                <a:ext cx="159082" cy="70594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2312" extrusionOk="0">
                    <a:moveTo>
                      <a:pt x="513" y="1937"/>
                    </a:moveTo>
                    <a:cubicBezTo>
                      <a:pt x="501" y="1691"/>
                      <a:pt x="442" y="1453"/>
                      <a:pt x="384" y="1215"/>
                    </a:cubicBezTo>
                    <a:cubicBezTo>
                      <a:pt x="330" y="996"/>
                      <a:pt x="293" y="776"/>
                      <a:pt x="246" y="556"/>
                    </a:cubicBezTo>
                    <a:cubicBezTo>
                      <a:pt x="208" y="382"/>
                      <a:pt x="160" y="213"/>
                      <a:pt x="137" y="37"/>
                    </a:cubicBezTo>
                    <a:lnTo>
                      <a:pt x="137" y="37"/>
                    </a:lnTo>
                    <a:cubicBezTo>
                      <a:pt x="92" y="21"/>
                      <a:pt x="47" y="9"/>
                      <a:pt x="0" y="0"/>
                    </a:cubicBezTo>
                    <a:cubicBezTo>
                      <a:pt x="7" y="244"/>
                      <a:pt x="39" y="487"/>
                      <a:pt x="69" y="729"/>
                    </a:cubicBezTo>
                    <a:cubicBezTo>
                      <a:pt x="85" y="860"/>
                      <a:pt x="105" y="977"/>
                      <a:pt x="156" y="1098"/>
                    </a:cubicBezTo>
                    <a:cubicBezTo>
                      <a:pt x="195" y="1189"/>
                      <a:pt x="238" y="1277"/>
                      <a:pt x="262" y="1373"/>
                    </a:cubicBezTo>
                    <a:cubicBezTo>
                      <a:pt x="290" y="1487"/>
                      <a:pt x="292" y="1605"/>
                      <a:pt x="297" y="1722"/>
                    </a:cubicBezTo>
                    <a:cubicBezTo>
                      <a:pt x="303" y="1853"/>
                      <a:pt x="329" y="1978"/>
                      <a:pt x="345" y="2108"/>
                    </a:cubicBezTo>
                    <a:cubicBezTo>
                      <a:pt x="353" y="2174"/>
                      <a:pt x="351" y="2242"/>
                      <a:pt x="347" y="2311"/>
                    </a:cubicBezTo>
                    <a:lnTo>
                      <a:pt x="347" y="2311"/>
                    </a:lnTo>
                    <a:cubicBezTo>
                      <a:pt x="387" y="2306"/>
                      <a:pt x="427" y="2296"/>
                      <a:pt x="466" y="2281"/>
                    </a:cubicBezTo>
                    <a:lnTo>
                      <a:pt x="466" y="2281"/>
                    </a:lnTo>
                    <a:cubicBezTo>
                      <a:pt x="484" y="2274"/>
                      <a:pt x="502" y="2266"/>
                      <a:pt x="520" y="2256"/>
                    </a:cubicBezTo>
                    <a:cubicBezTo>
                      <a:pt x="519" y="2150"/>
                      <a:pt x="518" y="2043"/>
                      <a:pt x="513" y="19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53">
                <a:extLst>
                  <a:ext uri="{FF2B5EF4-FFF2-40B4-BE49-F238E27FC236}">
                    <a16:creationId xmlns:a16="http://schemas.microsoft.com/office/drawing/2014/main" id="{E0BC9655-2EE2-C622-BA29-303F85E3E658}"/>
                  </a:ext>
                </a:extLst>
              </p:cNvPr>
              <p:cNvSpPr/>
              <p:nvPr/>
            </p:nvSpPr>
            <p:spPr>
              <a:xfrm>
                <a:off x="4876881" y="3122279"/>
                <a:ext cx="121831" cy="696169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280" extrusionOk="0">
                    <a:moveTo>
                      <a:pt x="332" y="2279"/>
                    </a:moveTo>
                    <a:lnTo>
                      <a:pt x="332" y="2279"/>
                    </a:lnTo>
                    <a:cubicBezTo>
                      <a:pt x="354" y="2274"/>
                      <a:pt x="376" y="2267"/>
                      <a:pt x="398" y="2260"/>
                    </a:cubicBezTo>
                    <a:cubicBezTo>
                      <a:pt x="394" y="2019"/>
                      <a:pt x="378" y="1570"/>
                      <a:pt x="309" y="1345"/>
                    </a:cubicBezTo>
                    <a:cubicBezTo>
                      <a:pt x="277" y="1239"/>
                      <a:pt x="244" y="1122"/>
                      <a:pt x="211" y="997"/>
                    </a:cubicBezTo>
                    <a:cubicBezTo>
                      <a:pt x="131" y="689"/>
                      <a:pt x="58" y="349"/>
                      <a:pt x="111" y="28"/>
                    </a:cubicBezTo>
                    <a:lnTo>
                      <a:pt x="111" y="28"/>
                    </a:lnTo>
                    <a:cubicBezTo>
                      <a:pt x="85" y="18"/>
                      <a:pt x="59" y="8"/>
                      <a:pt x="31" y="0"/>
                    </a:cubicBezTo>
                    <a:cubicBezTo>
                      <a:pt x="20" y="168"/>
                      <a:pt x="0" y="689"/>
                      <a:pt x="145" y="1041"/>
                    </a:cubicBezTo>
                    <a:cubicBezTo>
                      <a:pt x="296" y="1407"/>
                      <a:pt x="326" y="1945"/>
                      <a:pt x="332" y="2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53">
                <a:extLst>
                  <a:ext uri="{FF2B5EF4-FFF2-40B4-BE49-F238E27FC236}">
                    <a16:creationId xmlns:a16="http://schemas.microsoft.com/office/drawing/2014/main" id="{24F0698A-4E44-F6E2-D04B-7CFB9255CF58}"/>
                  </a:ext>
                </a:extLst>
              </p:cNvPr>
              <p:cNvSpPr/>
              <p:nvPr/>
            </p:nvSpPr>
            <p:spPr>
              <a:xfrm>
                <a:off x="4621617" y="3118920"/>
                <a:ext cx="317859" cy="702582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301" extrusionOk="0">
                    <a:moveTo>
                      <a:pt x="406" y="846"/>
                    </a:moveTo>
                    <a:cubicBezTo>
                      <a:pt x="529" y="964"/>
                      <a:pt x="634" y="1108"/>
                      <a:pt x="716" y="1269"/>
                    </a:cubicBezTo>
                    <a:cubicBezTo>
                      <a:pt x="880" y="1589"/>
                      <a:pt x="945" y="1973"/>
                      <a:pt x="960" y="2279"/>
                    </a:cubicBezTo>
                    <a:lnTo>
                      <a:pt x="960" y="2279"/>
                    </a:lnTo>
                    <a:cubicBezTo>
                      <a:pt x="985" y="2290"/>
                      <a:pt x="1012" y="2298"/>
                      <a:pt x="1040" y="2300"/>
                    </a:cubicBezTo>
                    <a:cubicBezTo>
                      <a:pt x="1021" y="2082"/>
                      <a:pt x="953" y="1530"/>
                      <a:pt x="745" y="1174"/>
                    </a:cubicBezTo>
                    <a:cubicBezTo>
                      <a:pt x="580" y="894"/>
                      <a:pt x="411" y="777"/>
                      <a:pt x="280" y="578"/>
                    </a:cubicBezTo>
                    <a:cubicBezTo>
                      <a:pt x="174" y="415"/>
                      <a:pt x="113" y="233"/>
                      <a:pt x="60" y="0"/>
                    </a:cubicBezTo>
                    <a:cubicBezTo>
                      <a:pt x="39" y="6"/>
                      <a:pt x="19" y="11"/>
                      <a:pt x="0" y="17"/>
                    </a:cubicBezTo>
                    <a:cubicBezTo>
                      <a:pt x="29" y="205"/>
                      <a:pt x="123" y="576"/>
                      <a:pt x="406" y="8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53">
                <a:extLst>
                  <a:ext uri="{FF2B5EF4-FFF2-40B4-BE49-F238E27FC236}">
                    <a16:creationId xmlns:a16="http://schemas.microsoft.com/office/drawing/2014/main" id="{C3B41DD8-60D0-50BE-3F3E-02D1C0B226C3}"/>
                  </a:ext>
                </a:extLst>
              </p:cNvPr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66" y="386"/>
                    </a:moveTo>
                    <a:cubicBezTo>
                      <a:pt x="66" y="386"/>
                      <a:pt x="249" y="1219"/>
                      <a:pt x="846" y="1468"/>
                    </a:cubicBezTo>
                    <a:cubicBezTo>
                      <a:pt x="1442" y="1717"/>
                      <a:pt x="1831" y="1304"/>
                      <a:pt x="1817" y="819"/>
                    </a:cubicBez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53">
                <a:extLst>
                  <a:ext uri="{FF2B5EF4-FFF2-40B4-BE49-F238E27FC236}">
                    <a16:creationId xmlns:a16="http://schemas.microsoft.com/office/drawing/2014/main" id="{F38F8EAE-968F-1CF0-FB91-55BDE373F08C}"/>
                  </a:ext>
                </a:extLst>
              </p:cNvPr>
              <p:cNvSpPr/>
              <p:nvPr/>
            </p:nvSpPr>
            <p:spPr>
              <a:xfrm>
                <a:off x="4170412" y="2873123"/>
                <a:ext cx="559383" cy="524570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1718" extrusionOk="0">
                    <a:moveTo>
                      <a:pt x="1817" y="819"/>
                    </a:moveTo>
                    <a:cubicBezTo>
                      <a:pt x="1803" y="334"/>
                      <a:pt x="1226" y="0"/>
                      <a:pt x="787" y="65"/>
                    </a:cubicBezTo>
                    <a:cubicBezTo>
                      <a:pt x="347" y="131"/>
                      <a:pt x="0" y="172"/>
                      <a:pt x="66" y="386"/>
                    </a:cubicBezTo>
                    <a:cubicBezTo>
                      <a:pt x="66" y="386"/>
                      <a:pt x="250" y="1219"/>
                      <a:pt x="847" y="1468"/>
                    </a:cubicBezTo>
                    <a:cubicBezTo>
                      <a:pt x="1443" y="1717"/>
                      <a:pt x="1831" y="1304"/>
                      <a:pt x="1817" y="819"/>
                    </a:cubicBezTo>
                    <a:moveTo>
                      <a:pt x="1331" y="1265"/>
                    </a:moveTo>
                    <a:lnTo>
                      <a:pt x="1331" y="1265"/>
                    </a:lnTo>
                    <a:cubicBezTo>
                      <a:pt x="1309" y="1276"/>
                      <a:pt x="1285" y="1284"/>
                      <a:pt x="1260" y="1288"/>
                    </a:cubicBezTo>
                    <a:cubicBezTo>
                      <a:pt x="1089" y="1320"/>
                      <a:pt x="905" y="1277"/>
                      <a:pt x="753" y="1202"/>
                    </a:cubicBezTo>
                    <a:cubicBezTo>
                      <a:pt x="666" y="1158"/>
                      <a:pt x="590" y="1126"/>
                      <a:pt x="521" y="1054"/>
                    </a:cubicBezTo>
                    <a:cubicBezTo>
                      <a:pt x="463" y="993"/>
                      <a:pt x="391" y="903"/>
                      <a:pt x="435" y="824"/>
                    </a:cubicBezTo>
                    <a:cubicBezTo>
                      <a:pt x="535" y="773"/>
                      <a:pt x="666" y="801"/>
                      <a:pt x="775" y="778"/>
                    </a:cubicBezTo>
                    <a:cubicBezTo>
                      <a:pt x="901" y="750"/>
                      <a:pt x="1039" y="651"/>
                      <a:pt x="1140" y="778"/>
                    </a:cubicBezTo>
                    <a:cubicBezTo>
                      <a:pt x="1171" y="816"/>
                      <a:pt x="1194" y="860"/>
                      <a:pt x="1226" y="898"/>
                    </a:cubicBezTo>
                    <a:cubicBezTo>
                      <a:pt x="1266" y="946"/>
                      <a:pt x="1313" y="986"/>
                      <a:pt x="1350" y="1033"/>
                    </a:cubicBezTo>
                    <a:cubicBezTo>
                      <a:pt x="1413" y="1115"/>
                      <a:pt x="1442" y="1207"/>
                      <a:pt x="1331" y="12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3">
                <a:extLst>
                  <a:ext uri="{FF2B5EF4-FFF2-40B4-BE49-F238E27FC236}">
                    <a16:creationId xmlns:a16="http://schemas.microsoft.com/office/drawing/2014/main" id="{3A727A5C-9154-0638-E95C-D704729BCF36}"/>
                  </a:ext>
                </a:extLst>
              </p:cNvPr>
              <p:cNvSpPr/>
              <p:nvPr/>
            </p:nvSpPr>
            <p:spPr>
              <a:xfrm>
                <a:off x="4512305" y="2791598"/>
                <a:ext cx="1033576" cy="674796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210" extrusionOk="0">
                    <a:moveTo>
                      <a:pt x="144" y="583"/>
                    </a:moveTo>
                    <a:cubicBezTo>
                      <a:pt x="144" y="583"/>
                      <a:pt x="379" y="1729"/>
                      <a:pt x="1448" y="1969"/>
                    </a:cubicBezTo>
                    <a:cubicBezTo>
                      <a:pt x="2517" y="2209"/>
                      <a:pt x="3265" y="1475"/>
                      <a:pt x="3324" y="898"/>
                    </a:cubicBezTo>
                    <a:cubicBezTo>
                      <a:pt x="3384" y="321"/>
                      <a:pt x="0" y="0"/>
                      <a:pt x="144" y="58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3">
                <a:extLst>
                  <a:ext uri="{FF2B5EF4-FFF2-40B4-BE49-F238E27FC236}">
                    <a16:creationId xmlns:a16="http://schemas.microsoft.com/office/drawing/2014/main" id="{FA9BF091-2729-75D2-722C-4755E1B16FCC}"/>
                  </a:ext>
                </a:extLst>
              </p:cNvPr>
              <p:cNvSpPr/>
              <p:nvPr/>
            </p:nvSpPr>
            <p:spPr>
              <a:xfrm>
                <a:off x="4613983" y="2875566"/>
                <a:ext cx="901058" cy="53189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742" extrusionOk="0">
                    <a:moveTo>
                      <a:pt x="2476" y="1091"/>
                    </a:moveTo>
                    <a:cubicBezTo>
                      <a:pt x="2375" y="1077"/>
                      <a:pt x="2222" y="1102"/>
                      <a:pt x="2104" y="1133"/>
                    </a:cubicBezTo>
                    <a:cubicBezTo>
                      <a:pt x="2293" y="1046"/>
                      <a:pt x="2643" y="851"/>
                      <a:pt x="2950" y="500"/>
                    </a:cubicBezTo>
                    <a:lnTo>
                      <a:pt x="2950" y="500"/>
                    </a:lnTo>
                    <a:cubicBezTo>
                      <a:pt x="2935" y="480"/>
                      <a:pt x="2917" y="462"/>
                      <a:pt x="2897" y="445"/>
                    </a:cubicBezTo>
                    <a:cubicBezTo>
                      <a:pt x="2752" y="589"/>
                      <a:pt x="2304" y="1016"/>
                      <a:pt x="1921" y="1165"/>
                    </a:cubicBezTo>
                    <a:cubicBezTo>
                      <a:pt x="1883" y="1168"/>
                      <a:pt x="1841" y="1171"/>
                      <a:pt x="1797" y="1174"/>
                    </a:cubicBezTo>
                    <a:cubicBezTo>
                      <a:pt x="1917" y="1118"/>
                      <a:pt x="2291" y="901"/>
                      <a:pt x="2593" y="282"/>
                    </a:cubicBezTo>
                    <a:cubicBezTo>
                      <a:pt x="2572" y="274"/>
                      <a:pt x="2551" y="267"/>
                      <a:pt x="2529" y="259"/>
                    </a:cubicBezTo>
                    <a:cubicBezTo>
                      <a:pt x="2417" y="443"/>
                      <a:pt x="2042" y="996"/>
                      <a:pt x="1705" y="1180"/>
                    </a:cubicBezTo>
                    <a:cubicBezTo>
                      <a:pt x="1652" y="1183"/>
                      <a:pt x="1596" y="1185"/>
                      <a:pt x="1539" y="1188"/>
                    </a:cubicBezTo>
                    <a:cubicBezTo>
                      <a:pt x="1577" y="1157"/>
                      <a:pt x="1914" y="865"/>
                      <a:pt x="2033" y="128"/>
                    </a:cubicBezTo>
                    <a:cubicBezTo>
                      <a:pt x="2010" y="123"/>
                      <a:pt x="1986" y="119"/>
                      <a:pt x="1962" y="114"/>
                    </a:cubicBezTo>
                    <a:cubicBezTo>
                      <a:pt x="1923" y="337"/>
                      <a:pt x="1767" y="970"/>
                      <a:pt x="1425" y="1192"/>
                    </a:cubicBezTo>
                    <a:cubicBezTo>
                      <a:pt x="1376" y="1194"/>
                      <a:pt x="1326" y="1196"/>
                      <a:pt x="1276" y="1197"/>
                    </a:cubicBezTo>
                    <a:cubicBezTo>
                      <a:pt x="1359" y="1071"/>
                      <a:pt x="1597" y="666"/>
                      <a:pt x="1650" y="63"/>
                    </a:cubicBezTo>
                    <a:cubicBezTo>
                      <a:pt x="1621" y="59"/>
                      <a:pt x="1592" y="56"/>
                      <a:pt x="1563" y="52"/>
                    </a:cubicBezTo>
                    <a:cubicBezTo>
                      <a:pt x="1527" y="281"/>
                      <a:pt x="1409" y="952"/>
                      <a:pt x="1219" y="1199"/>
                    </a:cubicBezTo>
                    <a:lnTo>
                      <a:pt x="1115" y="1202"/>
                    </a:lnTo>
                    <a:cubicBezTo>
                      <a:pt x="1154" y="1099"/>
                      <a:pt x="1229" y="879"/>
                      <a:pt x="1274" y="587"/>
                    </a:cubicBezTo>
                    <a:cubicBezTo>
                      <a:pt x="1300" y="421"/>
                      <a:pt x="1300" y="232"/>
                      <a:pt x="1305" y="25"/>
                    </a:cubicBezTo>
                    <a:cubicBezTo>
                      <a:pt x="1278" y="22"/>
                      <a:pt x="1251" y="20"/>
                      <a:pt x="1224" y="18"/>
                    </a:cubicBezTo>
                    <a:cubicBezTo>
                      <a:pt x="1228" y="134"/>
                      <a:pt x="1229" y="348"/>
                      <a:pt x="1204" y="576"/>
                    </a:cubicBezTo>
                    <a:cubicBezTo>
                      <a:pt x="1178" y="810"/>
                      <a:pt x="1116" y="1064"/>
                      <a:pt x="1036" y="1203"/>
                    </a:cubicBezTo>
                    <a:lnTo>
                      <a:pt x="983" y="1205"/>
                    </a:lnTo>
                    <a:cubicBezTo>
                      <a:pt x="969" y="1017"/>
                      <a:pt x="930" y="429"/>
                      <a:pt x="994" y="4"/>
                    </a:cubicBezTo>
                    <a:cubicBezTo>
                      <a:pt x="971" y="3"/>
                      <a:pt x="948" y="2"/>
                      <a:pt x="925" y="2"/>
                    </a:cubicBezTo>
                    <a:cubicBezTo>
                      <a:pt x="900" y="230"/>
                      <a:pt x="847" y="818"/>
                      <a:pt x="923" y="1206"/>
                    </a:cubicBezTo>
                    <a:lnTo>
                      <a:pt x="865" y="1207"/>
                    </a:lnTo>
                    <a:cubicBezTo>
                      <a:pt x="808" y="1115"/>
                      <a:pt x="708" y="915"/>
                      <a:pt x="689" y="616"/>
                    </a:cubicBezTo>
                    <a:cubicBezTo>
                      <a:pt x="673" y="360"/>
                      <a:pt x="667" y="137"/>
                      <a:pt x="665" y="0"/>
                    </a:cubicBezTo>
                    <a:cubicBezTo>
                      <a:pt x="642" y="1"/>
                      <a:pt x="620" y="1"/>
                      <a:pt x="597" y="2"/>
                    </a:cubicBezTo>
                    <a:cubicBezTo>
                      <a:pt x="587" y="280"/>
                      <a:pt x="592" y="896"/>
                      <a:pt x="804" y="1208"/>
                    </a:cubicBezTo>
                    <a:lnTo>
                      <a:pt x="721" y="1209"/>
                    </a:lnTo>
                    <a:cubicBezTo>
                      <a:pt x="644" y="1118"/>
                      <a:pt x="501" y="926"/>
                      <a:pt x="444" y="698"/>
                    </a:cubicBezTo>
                    <a:cubicBezTo>
                      <a:pt x="392" y="492"/>
                      <a:pt x="348" y="201"/>
                      <a:pt x="322" y="21"/>
                    </a:cubicBezTo>
                    <a:cubicBezTo>
                      <a:pt x="298" y="24"/>
                      <a:pt x="273" y="27"/>
                      <a:pt x="250" y="31"/>
                    </a:cubicBezTo>
                    <a:cubicBezTo>
                      <a:pt x="282" y="320"/>
                      <a:pt x="381" y="968"/>
                      <a:pt x="643" y="1210"/>
                    </a:cubicBezTo>
                    <a:cubicBezTo>
                      <a:pt x="602" y="1211"/>
                      <a:pt x="563" y="1211"/>
                      <a:pt x="528" y="1211"/>
                    </a:cubicBezTo>
                    <a:cubicBezTo>
                      <a:pt x="405" y="1115"/>
                      <a:pt x="174" y="884"/>
                      <a:pt x="114" y="479"/>
                    </a:cubicBezTo>
                    <a:cubicBezTo>
                      <a:pt x="86" y="287"/>
                      <a:pt x="70" y="157"/>
                      <a:pt x="61" y="70"/>
                    </a:cubicBezTo>
                    <a:cubicBezTo>
                      <a:pt x="39" y="76"/>
                      <a:pt x="19" y="82"/>
                      <a:pt x="0" y="89"/>
                    </a:cubicBezTo>
                    <a:cubicBezTo>
                      <a:pt x="16" y="375"/>
                      <a:pt x="91" y="986"/>
                      <a:pt x="439" y="1212"/>
                    </a:cubicBezTo>
                    <a:cubicBezTo>
                      <a:pt x="345" y="1213"/>
                      <a:pt x="288" y="1213"/>
                      <a:pt x="288" y="1213"/>
                    </a:cubicBezTo>
                    <a:cubicBezTo>
                      <a:pt x="313" y="1241"/>
                      <a:pt x="338" y="1265"/>
                      <a:pt x="338" y="1265"/>
                    </a:cubicBezTo>
                    <a:cubicBezTo>
                      <a:pt x="444" y="1272"/>
                      <a:pt x="546" y="1276"/>
                      <a:pt x="642" y="1279"/>
                    </a:cubicBezTo>
                    <a:lnTo>
                      <a:pt x="642" y="1279"/>
                    </a:lnTo>
                    <a:cubicBezTo>
                      <a:pt x="660" y="1352"/>
                      <a:pt x="689" y="1423"/>
                      <a:pt x="727" y="1489"/>
                    </a:cubicBezTo>
                    <a:cubicBezTo>
                      <a:pt x="746" y="1522"/>
                      <a:pt x="768" y="1554"/>
                      <a:pt x="791" y="1584"/>
                    </a:cubicBezTo>
                    <a:cubicBezTo>
                      <a:pt x="825" y="1600"/>
                      <a:pt x="861" y="1615"/>
                      <a:pt x="897" y="1628"/>
                    </a:cubicBezTo>
                    <a:cubicBezTo>
                      <a:pt x="828" y="1558"/>
                      <a:pt x="730" y="1434"/>
                      <a:pt x="701" y="1280"/>
                    </a:cubicBezTo>
                    <a:cubicBezTo>
                      <a:pt x="781" y="1281"/>
                      <a:pt x="858" y="1282"/>
                      <a:pt x="931" y="1281"/>
                    </a:cubicBezTo>
                    <a:cubicBezTo>
                      <a:pt x="953" y="1360"/>
                      <a:pt x="1011" y="1536"/>
                      <a:pt x="1131" y="1697"/>
                    </a:cubicBezTo>
                    <a:cubicBezTo>
                      <a:pt x="1159" y="1703"/>
                      <a:pt x="1187" y="1709"/>
                      <a:pt x="1215" y="1714"/>
                    </a:cubicBezTo>
                    <a:cubicBezTo>
                      <a:pt x="1152" y="1628"/>
                      <a:pt x="1048" y="1466"/>
                      <a:pt x="997" y="1280"/>
                    </a:cubicBezTo>
                    <a:cubicBezTo>
                      <a:pt x="1083" y="1278"/>
                      <a:pt x="1164" y="1275"/>
                      <a:pt x="1239" y="1271"/>
                    </a:cubicBezTo>
                    <a:cubicBezTo>
                      <a:pt x="1272" y="1375"/>
                      <a:pt x="1353" y="1597"/>
                      <a:pt x="1484" y="1740"/>
                    </a:cubicBezTo>
                    <a:cubicBezTo>
                      <a:pt x="1509" y="1741"/>
                      <a:pt x="1534" y="1740"/>
                      <a:pt x="1558" y="1740"/>
                    </a:cubicBezTo>
                    <a:cubicBezTo>
                      <a:pt x="1489" y="1652"/>
                      <a:pt x="1334" y="1444"/>
                      <a:pt x="1287" y="1268"/>
                    </a:cubicBezTo>
                    <a:cubicBezTo>
                      <a:pt x="1354" y="1264"/>
                      <a:pt x="1417" y="1259"/>
                      <a:pt x="1476" y="1254"/>
                    </a:cubicBezTo>
                    <a:cubicBezTo>
                      <a:pt x="1523" y="1360"/>
                      <a:pt x="1626" y="1560"/>
                      <a:pt x="1788" y="1720"/>
                    </a:cubicBezTo>
                    <a:cubicBezTo>
                      <a:pt x="1811" y="1716"/>
                      <a:pt x="1835" y="1712"/>
                      <a:pt x="1858" y="1708"/>
                    </a:cubicBezTo>
                    <a:cubicBezTo>
                      <a:pt x="1761" y="1600"/>
                      <a:pt x="1600" y="1404"/>
                      <a:pt x="1548" y="1246"/>
                    </a:cubicBezTo>
                    <a:cubicBezTo>
                      <a:pt x="1598" y="1241"/>
                      <a:pt x="1644" y="1235"/>
                      <a:pt x="1687" y="1229"/>
                    </a:cubicBezTo>
                    <a:cubicBezTo>
                      <a:pt x="1746" y="1319"/>
                      <a:pt x="1898" y="1510"/>
                      <a:pt x="2166" y="1611"/>
                    </a:cubicBezTo>
                    <a:cubicBezTo>
                      <a:pt x="2205" y="1594"/>
                      <a:pt x="2243" y="1576"/>
                      <a:pt x="2279" y="1557"/>
                    </a:cubicBezTo>
                    <a:cubicBezTo>
                      <a:pt x="2158" y="1529"/>
                      <a:pt x="1903" y="1445"/>
                      <a:pt x="1748" y="1220"/>
                    </a:cubicBezTo>
                    <a:cubicBezTo>
                      <a:pt x="1811" y="1210"/>
                      <a:pt x="1865" y="1200"/>
                      <a:pt x="1910" y="1191"/>
                    </a:cubicBezTo>
                    <a:cubicBezTo>
                      <a:pt x="1955" y="1236"/>
                      <a:pt x="2185" y="1448"/>
                      <a:pt x="2513" y="1404"/>
                    </a:cubicBezTo>
                    <a:cubicBezTo>
                      <a:pt x="2549" y="1376"/>
                      <a:pt x="2583" y="1346"/>
                      <a:pt x="2615" y="1315"/>
                    </a:cubicBezTo>
                    <a:cubicBezTo>
                      <a:pt x="2478" y="1353"/>
                      <a:pt x="2248" y="1374"/>
                      <a:pt x="2009" y="1212"/>
                    </a:cubicBezTo>
                    <a:cubicBezTo>
                      <a:pt x="2031" y="1203"/>
                      <a:pt x="2258" y="1117"/>
                      <a:pt x="2495" y="1161"/>
                    </a:cubicBezTo>
                    <a:cubicBezTo>
                      <a:pt x="2597" y="1180"/>
                      <a:pt x="2701" y="1153"/>
                      <a:pt x="2789" y="1117"/>
                    </a:cubicBezTo>
                    <a:cubicBezTo>
                      <a:pt x="2814" y="1082"/>
                      <a:pt x="2837" y="1046"/>
                      <a:pt x="2858" y="1010"/>
                    </a:cubicBezTo>
                    <a:cubicBezTo>
                      <a:pt x="2737" y="1054"/>
                      <a:pt x="2572" y="1104"/>
                      <a:pt x="2476" y="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24" name="Google Shape;2624;p53">
                <a:extLst>
                  <a:ext uri="{FF2B5EF4-FFF2-40B4-BE49-F238E27FC236}">
                    <a16:creationId xmlns:a16="http://schemas.microsoft.com/office/drawing/2014/main" id="{E8D4FA23-138D-23F1-EF9C-01BE2BE05F26}"/>
                  </a:ext>
                </a:extLst>
              </p:cNvPr>
              <p:cNvGrpSpPr/>
              <p:nvPr/>
            </p:nvGrpSpPr>
            <p:grpSpPr>
              <a:xfrm>
                <a:off x="3008506" y="1406436"/>
                <a:ext cx="2757831" cy="1729432"/>
                <a:chOff x="3008506" y="1406436"/>
                <a:chExt cx="2757831" cy="1729432"/>
              </a:xfrm>
            </p:grpSpPr>
            <p:grpSp>
              <p:nvGrpSpPr>
                <p:cNvPr id="2625" name="Google Shape;2625;p53">
                  <a:extLst>
                    <a:ext uri="{FF2B5EF4-FFF2-40B4-BE49-F238E27FC236}">
                      <a16:creationId xmlns:a16="http://schemas.microsoft.com/office/drawing/2014/main" id="{7D2BBFB3-1533-CDE9-D660-7F1B846B4617}"/>
                    </a:ext>
                  </a:extLst>
                </p:cNvPr>
                <p:cNvGrpSpPr/>
                <p:nvPr/>
              </p:nvGrpSpPr>
              <p:grpSpPr>
                <a:xfrm>
                  <a:off x="3008506" y="1406436"/>
                  <a:ext cx="2757831" cy="1729432"/>
                  <a:chOff x="3008506" y="1417273"/>
                  <a:chExt cx="2757831" cy="1729432"/>
                </a:xfrm>
              </p:grpSpPr>
              <p:sp>
                <p:nvSpPr>
                  <p:cNvPr id="2626" name="Google Shape;2626;p53">
                    <a:extLst>
                      <a:ext uri="{FF2B5EF4-FFF2-40B4-BE49-F238E27FC236}">
                        <a16:creationId xmlns:a16="http://schemas.microsoft.com/office/drawing/2014/main" id="{28B5FED0-CDD8-7192-3AF8-59613AB99897}"/>
                      </a:ext>
                    </a:extLst>
                  </p:cNvPr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6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7" name="Google Shape;2627;p53">
                    <a:extLst>
                      <a:ext uri="{FF2B5EF4-FFF2-40B4-BE49-F238E27FC236}">
                        <a16:creationId xmlns:a16="http://schemas.microsoft.com/office/drawing/2014/main" id="{F1434EBE-A6E4-4DB9-7C6E-F939E908E6CC}"/>
                      </a:ext>
                    </a:extLst>
                  </p:cNvPr>
                  <p:cNvSpPr/>
                  <p:nvPr/>
                </p:nvSpPr>
                <p:spPr>
                  <a:xfrm>
                    <a:off x="3008506" y="1417273"/>
                    <a:ext cx="2757831" cy="1729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2" h="5664" extrusionOk="0">
                        <a:moveTo>
                          <a:pt x="9022" y="3907"/>
                        </a:moveTo>
                        <a:cubicBezTo>
                          <a:pt x="9014" y="3628"/>
                          <a:pt x="8826" y="3562"/>
                          <a:pt x="8808" y="3527"/>
                        </a:cubicBezTo>
                        <a:cubicBezTo>
                          <a:pt x="8791" y="3492"/>
                          <a:pt x="8839" y="3343"/>
                          <a:pt x="8808" y="3186"/>
                        </a:cubicBezTo>
                        <a:cubicBezTo>
                          <a:pt x="8778" y="3029"/>
                          <a:pt x="8686" y="2993"/>
                          <a:pt x="8668" y="2823"/>
                        </a:cubicBezTo>
                        <a:cubicBezTo>
                          <a:pt x="8651" y="2652"/>
                          <a:pt x="8603" y="2565"/>
                          <a:pt x="8515" y="2522"/>
                        </a:cubicBezTo>
                        <a:cubicBezTo>
                          <a:pt x="8428" y="2478"/>
                          <a:pt x="8340" y="2478"/>
                          <a:pt x="8305" y="2268"/>
                        </a:cubicBezTo>
                        <a:cubicBezTo>
                          <a:pt x="8270" y="2058"/>
                          <a:pt x="8166" y="1966"/>
                          <a:pt x="8078" y="1905"/>
                        </a:cubicBezTo>
                        <a:cubicBezTo>
                          <a:pt x="7991" y="1843"/>
                          <a:pt x="8008" y="1795"/>
                          <a:pt x="7899" y="1577"/>
                        </a:cubicBezTo>
                        <a:cubicBezTo>
                          <a:pt x="7790" y="1358"/>
                          <a:pt x="7655" y="1451"/>
                          <a:pt x="7554" y="1394"/>
                        </a:cubicBezTo>
                        <a:cubicBezTo>
                          <a:pt x="7454" y="1337"/>
                          <a:pt x="7454" y="1162"/>
                          <a:pt x="7331" y="1018"/>
                        </a:cubicBezTo>
                        <a:cubicBezTo>
                          <a:pt x="7209" y="874"/>
                          <a:pt x="7064" y="1030"/>
                          <a:pt x="6902" y="799"/>
                        </a:cubicBezTo>
                        <a:cubicBezTo>
                          <a:pt x="6740" y="567"/>
                          <a:pt x="6653" y="528"/>
                          <a:pt x="6548" y="528"/>
                        </a:cubicBezTo>
                        <a:cubicBezTo>
                          <a:pt x="6443" y="528"/>
                          <a:pt x="6360" y="581"/>
                          <a:pt x="6194" y="406"/>
                        </a:cubicBezTo>
                        <a:cubicBezTo>
                          <a:pt x="6028" y="231"/>
                          <a:pt x="5901" y="341"/>
                          <a:pt x="5770" y="310"/>
                        </a:cubicBezTo>
                        <a:cubicBezTo>
                          <a:pt x="5639" y="279"/>
                          <a:pt x="5678" y="166"/>
                          <a:pt x="5427" y="83"/>
                        </a:cubicBezTo>
                        <a:cubicBezTo>
                          <a:pt x="5177" y="0"/>
                          <a:pt x="5110" y="192"/>
                          <a:pt x="4905" y="135"/>
                        </a:cubicBezTo>
                        <a:cubicBezTo>
                          <a:pt x="4762" y="96"/>
                          <a:pt x="4671" y="61"/>
                          <a:pt x="4588" y="59"/>
                        </a:cubicBezTo>
                        <a:lnTo>
                          <a:pt x="4575" y="59"/>
                        </a:lnTo>
                        <a:cubicBezTo>
                          <a:pt x="4543" y="60"/>
                          <a:pt x="4513" y="66"/>
                          <a:pt x="4481" y="79"/>
                        </a:cubicBezTo>
                        <a:cubicBezTo>
                          <a:pt x="4363" y="127"/>
                          <a:pt x="4237" y="184"/>
                          <a:pt x="4084" y="118"/>
                        </a:cubicBezTo>
                        <a:cubicBezTo>
                          <a:pt x="3930" y="52"/>
                          <a:pt x="3808" y="74"/>
                          <a:pt x="3681" y="149"/>
                        </a:cubicBezTo>
                        <a:cubicBezTo>
                          <a:pt x="3554" y="223"/>
                          <a:pt x="3585" y="210"/>
                          <a:pt x="3231" y="188"/>
                        </a:cubicBezTo>
                        <a:cubicBezTo>
                          <a:pt x="2877" y="166"/>
                          <a:pt x="2959" y="393"/>
                          <a:pt x="2824" y="433"/>
                        </a:cubicBezTo>
                        <a:cubicBezTo>
                          <a:pt x="2688" y="472"/>
                          <a:pt x="2571" y="389"/>
                          <a:pt x="2396" y="433"/>
                        </a:cubicBezTo>
                        <a:cubicBezTo>
                          <a:pt x="2221" y="476"/>
                          <a:pt x="2159" y="634"/>
                          <a:pt x="2081" y="673"/>
                        </a:cubicBezTo>
                        <a:cubicBezTo>
                          <a:pt x="2002" y="712"/>
                          <a:pt x="1941" y="664"/>
                          <a:pt x="1718" y="730"/>
                        </a:cubicBezTo>
                        <a:cubicBezTo>
                          <a:pt x="1495" y="795"/>
                          <a:pt x="1500" y="996"/>
                          <a:pt x="1395" y="1075"/>
                        </a:cubicBezTo>
                        <a:cubicBezTo>
                          <a:pt x="1290" y="1154"/>
                          <a:pt x="1159" y="1040"/>
                          <a:pt x="962" y="1211"/>
                        </a:cubicBezTo>
                        <a:cubicBezTo>
                          <a:pt x="765" y="1381"/>
                          <a:pt x="914" y="1450"/>
                          <a:pt x="700" y="1516"/>
                        </a:cubicBezTo>
                        <a:cubicBezTo>
                          <a:pt x="486" y="1581"/>
                          <a:pt x="406" y="1717"/>
                          <a:pt x="389" y="1835"/>
                        </a:cubicBezTo>
                        <a:cubicBezTo>
                          <a:pt x="371" y="1952"/>
                          <a:pt x="459" y="1953"/>
                          <a:pt x="241" y="2137"/>
                        </a:cubicBezTo>
                        <a:cubicBezTo>
                          <a:pt x="22" y="2320"/>
                          <a:pt x="22" y="2460"/>
                          <a:pt x="92" y="2644"/>
                        </a:cubicBezTo>
                        <a:cubicBezTo>
                          <a:pt x="162" y="2827"/>
                          <a:pt x="44" y="2937"/>
                          <a:pt x="22" y="3164"/>
                        </a:cubicBezTo>
                        <a:cubicBezTo>
                          <a:pt x="0" y="3391"/>
                          <a:pt x="170" y="3631"/>
                          <a:pt x="376" y="3732"/>
                        </a:cubicBezTo>
                        <a:cubicBezTo>
                          <a:pt x="581" y="3832"/>
                          <a:pt x="541" y="3804"/>
                          <a:pt x="630" y="3958"/>
                        </a:cubicBezTo>
                        <a:cubicBezTo>
                          <a:pt x="718" y="4112"/>
                          <a:pt x="813" y="4227"/>
                          <a:pt x="1043" y="4260"/>
                        </a:cubicBezTo>
                        <a:cubicBezTo>
                          <a:pt x="1272" y="4293"/>
                          <a:pt x="1168" y="4295"/>
                          <a:pt x="1404" y="4395"/>
                        </a:cubicBezTo>
                        <a:cubicBezTo>
                          <a:pt x="1640" y="4496"/>
                          <a:pt x="1727" y="4391"/>
                          <a:pt x="1788" y="4445"/>
                        </a:cubicBezTo>
                        <a:cubicBezTo>
                          <a:pt x="1849" y="4499"/>
                          <a:pt x="1805" y="4636"/>
                          <a:pt x="1976" y="4806"/>
                        </a:cubicBezTo>
                        <a:cubicBezTo>
                          <a:pt x="2146" y="4977"/>
                          <a:pt x="2242" y="4841"/>
                          <a:pt x="2308" y="4959"/>
                        </a:cubicBezTo>
                        <a:cubicBezTo>
                          <a:pt x="2373" y="5077"/>
                          <a:pt x="2234" y="5243"/>
                          <a:pt x="2654" y="5453"/>
                        </a:cubicBezTo>
                        <a:cubicBezTo>
                          <a:pt x="3073" y="5663"/>
                          <a:pt x="2990" y="5403"/>
                          <a:pt x="3292" y="5468"/>
                        </a:cubicBezTo>
                        <a:cubicBezTo>
                          <a:pt x="3594" y="5534"/>
                          <a:pt x="3895" y="5397"/>
                          <a:pt x="4046" y="5316"/>
                        </a:cubicBezTo>
                        <a:cubicBezTo>
                          <a:pt x="4197" y="5236"/>
                          <a:pt x="4058" y="5260"/>
                          <a:pt x="4603" y="5272"/>
                        </a:cubicBezTo>
                        <a:cubicBezTo>
                          <a:pt x="5147" y="5285"/>
                          <a:pt x="5023" y="5029"/>
                          <a:pt x="5175" y="5074"/>
                        </a:cubicBezTo>
                        <a:cubicBezTo>
                          <a:pt x="5328" y="5119"/>
                          <a:pt x="5587" y="5180"/>
                          <a:pt x="5784" y="5129"/>
                        </a:cubicBezTo>
                        <a:cubicBezTo>
                          <a:pt x="5982" y="5078"/>
                          <a:pt x="6334" y="4928"/>
                          <a:pt x="6517" y="5025"/>
                        </a:cubicBezTo>
                        <a:cubicBezTo>
                          <a:pt x="6701" y="5122"/>
                          <a:pt x="7007" y="5055"/>
                          <a:pt x="7090" y="5033"/>
                        </a:cubicBezTo>
                        <a:cubicBezTo>
                          <a:pt x="7173" y="5012"/>
                          <a:pt x="7098" y="5078"/>
                          <a:pt x="7313" y="5169"/>
                        </a:cubicBezTo>
                        <a:cubicBezTo>
                          <a:pt x="7739" y="5350"/>
                          <a:pt x="7854" y="5145"/>
                          <a:pt x="7924" y="5167"/>
                        </a:cubicBezTo>
                        <a:cubicBezTo>
                          <a:pt x="7994" y="5189"/>
                          <a:pt x="8144" y="5291"/>
                          <a:pt x="8371" y="5269"/>
                        </a:cubicBezTo>
                        <a:cubicBezTo>
                          <a:pt x="8599" y="5248"/>
                          <a:pt x="8686" y="5081"/>
                          <a:pt x="8738" y="4924"/>
                        </a:cubicBezTo>
                        <a:cubicBezTo>
                          <a:pt x="8791" y="4767"/>
                          <a:pt x="8873" y="4859"/>
                          <a:pt x="8939" y="4654"/>
                        </a:cubicBezTo>
                        <a:cubicBezTo>
                          <a:pt x="9005" y="4449"/>
                          <a:pt x="8895" y="4282"/>
                          <a:pt x="8895" y="4221"/>
                        </a:cubicBezTo>
                        <a:cubicBezTo>
                          <a:pt x="8895" y="4159"/>
                          <a:pt x="9031" y="4187"/>
                          <a:pt x="9022" y="3907"/>
                        </a:cubicBezTo>
                        <a:moveTo>
                          <a:pt x="7081" y="1330"/>
                        </a:moveTo>
                        <a:cubicBezTo>
                          <a:pt x="7077" y="1234"/>
                          <a:pt x="7064" y="1134"/>
                          <a:pt x="7059" y="1114"/>
                        </a:cubicBezTo>
                        <a:cubicBezTo>
                          <a:pt x="7148" y="1108"/>
                          <a:pt x="7237" y="1114"/>
                          <a:pt x="7274" y="1208"/>
                        </a:cubicBezTo>
                        <a:cubicBezTo>
                          <a:pt x="7289" y="1246"/>
                          <a:pt x="7297" y="1287"/>
                          <a:pt x="7305" y="1326"/>
                        </a:cubicBezTo>
                        <a:cubicBezTo>
                          <a:pt x="7314" y="1372"/>
                          <a:pt x="7336" y="1397"/>
                          <a:pt x="7355" y="1438"/>
                        </a:cubicBezTo>
                        <a:cubicBezTo>
                          <a:pt x="7382" y="1499"/>
                          <a:pt x="7359" y="1519"/>
                          <a:pt x="7299" y="1524"/>
                        </a:cubicBezTo>
                        <a:cubicBezTo>
                          <a:pt x="7215" y="1530"/>
                          <a:pt x="7131" y="1528"/>
                          <a:pt x="7048" y="1524"/>
                        </a:cubicBezTo>
                        <a:cubicBezTo>
                          <a:pt x="7080" y="1526"/>
                          <a:pt x="7085" y="1430"/>
                          <a:pt x="7081" y="1330"/>
                        </a:cubicBezTo>
                        <a:moveTo>
                          <a:pt x="6224" y="950"/>
                        </a:moveTo>
                        <a:cubicBezTo>
                          <a:pt x="6261" y="884"/>
                          <a:pt x="6310" y="777"/>
                          <a:pt x="6393" y="771"/>
                        </a:cubicBezTo>
                        <a:cubicBezTo>
                          <a:pt x="6457" y="766"/>
                          <a:pt x="6536" y="784"/>
                          <a:pt x="6595" y="810"/>
                        </a:cubicBezTo>
                        <a:cubicBezTo>
                          <a:pt x="6650" y="833"/>
                          <a:pt x="6696" y="915"/>
                          <a:pt x="6722" y="966"/>
                        </a:cubicBezTo>
                        <a:cubicBezTo>
                          <a:pt x="6735" y="990"/>
                          <a:pt x="6749" y="1016"/>
                          <a:pt x="6764" y="1042"/>
                        </a:cubicBezTo>
                        <a:cubicBezTo>
                          <a:pt x="6743" y="1070"/>
                          <a:pt x="6713" y="1089"/>
                          <a:pt x="6664" y="1101"/>
                        </a:cubicBezTo>
                        <a:cubicBezTo>
                          <a:pt x="6534" y="1133"/>
                          <a:pt x="6462" y="1001"/>
                          <a:pt x="6338" y="1001"/>
                        </a:cubicBezTo>
                        <a:cubicBezTo>
                          <a:pt x="6285" y="1001"/>
                          <a:pt x="6171" y="1047"/>
                          <a:pt x="6224" y="950"/>
                        </a:cubicBezTo>
                        <a:moveTo>
                          <a:pt x="4917" y="440"/>
                        </a:moveTo>
                        <a:cubicBezTo>
                          <a:pt x="4981" y="444"/>
                          <a:pt x="5043" y="424"/>
                          <a:pt x="5100" y="389"/>
                        </a:cubicBezTo>
                        <a:cubicBezTo>
                          <a:pt x="5172" y="345"/>
                          <a:pt x="5245" y="275"/>
                          <a:pt x="5337" y="318"/>
                        </a:cubicBezTo>
                        <a:cubicBezTo>
                          <a:pt x="5386" y="341"/>
                          <a:pt x="5427" y="375"/>
                          <a:pt x="5468" y="410"/>
                        </a:cubicBezTo>
                        <a:cubicBezTo>
                          <a:pt x="5450" y="440"/>
                          <a:pt x="5426" y="465"/>
                          <a:pt x="5381" y="476"/>
                        </a:cubicBezTo>
                        <a:cubicBezTo>
                          <a:pt x="5314" y="493"/>
                          <a:pt x="5227" y="474"/>
                          <a:pt x="5158" y="476"/>
                        </a:cubicBezTo>
                        <a:cubicBezTo>
                          <a:pt x="4977" y="484"/>
                          <a:pt x="4878" y="518"/>
                          <a:pt x="4783" y="677"/>
                        </a:cubicBezTo>
                        <a:cubicBezTo>
                          <a:pt x="4739" y="752"/>
                          <a:pt x="4701" y="829"/>
                          <a:pt x="4646" y="897"/>
                        </a:cubicBezTo>
                        <a:cubicBezTo>
                          <a:pt x="4734" y="886"/>
                          <a:pt x="4807" y="825"/>
                          <a:pt x="4886" y="810"/>
                        </a:cubicBezTo>
                        <a:cubicBezTo>
                          <a:pt x="4967" y="940"/>
                          <a:pt x="5251" y="941"/>
                          <a:pt x="5385" y="949"/>
                        </a:cubicBezTo>
                        <a:lnTo>
                          <a:pt x="5385" y="949"/>
                        </a:lnTo>
                        <a:cubicBezTo>
                          <a:pt x="5409" y="950"/>
                          <a:pt x="5433" y="954"/>
                          <a:pt x="5456" y="962"/>
                        </a:cubicBezTo>
                        <a:cubicBezTo>
                          <a:pt x="5381" y="1009"/>
                          <a:pt x="5279" y="1004"/>
                          <a:pt x="5193" y="996"/>
                        </a:cubicBezTo>
                        <a:cubicBezTo>
                          <a:pt x="5065" y="985"/>
                          <a:pt x="4955" y="965"/>
                          <a:pt x="4829" y="1012"/>
                        </a:cubicBezTo>
                        <a:cubicBezTo>
                          <a:pt x="4733" y="1047"/>
                          <a:pt x="4695" y="1099"/>
                          <a:pt x="4630" y="1163"/>
                        </a:cubicBezTo>
                        <a:cubicBezTo>
                          <a:pt x="4570" y="1090"/>
                          <a:pt x="4621" y="875"/>
                          <a:pt x="4658" y="796"/>
                        </a:cubicBezTo>
                        <a:cubicBezTo>
                          <a:pt x="4700" y="705"/>
                          <a:pt x="4729" y="603"/>
                          <a:pt x="4797" y="527"/>
                        </a:cubicBezTo>
                        <a:cubicBezTo>
                          <a:pt x="4832" y="488"/>
                          <a:pt x="4875" y="464"/>
                          <a:pt x="4917" y="440"/>
                        </a:cubicBezTo>
                        <a:moveTo>
                          <a:pt x="4482" y="458"/>
                        </a:moveTo>
                        <a:cubicBezTo>
                          <a:pt x="4513" y="407"/>
                          <a:pt x="4515" y="350"/>
                          <a:pt x="4512" y="292"/>
                        </a:cubicBezTo>
                        <a:cubicBezTo>
                          <a:pt x="4548" y="278"/>
                          <a:pt x="4584" y="269"/>
                          <a:pt x="4617" y="277"/>
                        </a:cubicBezTo>
                        <a:cubicBezTo>
                          <a:pt x="4647" y="284"/>
                          <a:pt x="4676" y="303"/>
                          <a:pt x="4703" y="325"/>
                        </a:cubicBezTo>
                        <a:cubicBezTo>
                          <a:pt x="4655" y="430"/>
                          <a:pt x="4576" y="509"/>
                          <a:pt x="4458" y="486"/>
                        </a:cubicBezTo>
                        <a:lnTo>
                          <a:pt x="4458" y="486"/>
                        </a:lnTo>
                        <a:cubicBezTo>
                          <a:pt x="4467" y="477"/>
                          <a:pt x="4475" y="468"/>
                          <a:pt x="4482" y="458"/>
                        </a:cubicBezTo>
                        <a:moveTo>
                          <a:pt x="4396" y="555"/>
                        </a:moveTo>
                        <a:lnTo>
                          <a:pt x="4396" y="555"/>
                        </a:lnTo>
                        <a:cubicBezTo>
                          <a:pt x="4397" y="552"/>
                          <a:pt x="4398" y="549"/>
                          <a:pt x="4400" y="546"/>
                        </a:cubicBezTo>
                        <a:cubicBezTo>
                          <a:pt x="4403" y="540"/>
                          <a:pt x="4408" y="534"/>
                          <a:pt x="4413" y="528"/>
                        </a:cubicBezTo>
                        <a:cubicBezTo>
                          <a:pt x="4442" y="557"/>
                          <a:pt x="4480" y="581"/>
                          <a:pt x="4504" y="607"/>
                        </a:cubicBezTo>
                        <a:cubicBezTo>
                          <a:pt x="4516" y="620"/>
                          <a:pt x="4539" y="619"/>
                          <a:pt x="4545" y="638"/>
                        </a:cubicBezTo>
                        <a:cubicBezTo>
                          <a:pt x="4555" y="665"/>
                          <a:pt x="4510" y="745"/>
                          <a:pt x="4499" y="770"/>
                        </a:cubicBezTo>
                        <a:cubicBezTo>
                          <a:pt x="4496" y="777"/>
                          <a:pt x="4492" y="784"/>
                          <a:pt x="4489" y="790"/>
                        </a:cubicBezTo>
                        <a:lnTo>
                          <a:pt x="4489" y="790"/>
                        </a:lnTo>
                        <a:cubicBezTo>
                          <a:pt x="4479" y="751"/>
                          <a:pt x="4463" y="712"/>
                          <a:pt x="4442" y="677"/>
                        </a:cubicBezTo>
                        <a:cubicBezTo>
                          <a:pt x="4438" y="668"/>
                          <a:pt x="4433" y="660"/>
                          <a:pt x="4427" y="652"/>
                        </a:cubicBezTo>
                        <a:cubicBezTo>
                          <a:pt x="4397" y="608"/>
                          <a:pt x="4372" y="610"/>
                          <a:pt x="4396" y="555"/>
                        </a:cubicBezTo>
                        <a:moveTo>
                          <a:pt x="4320" y="1347"/>
                        </a:moveTo>
                        <a:cubicBezTo>
                          <a:pt x="4297" y="1398"/>
                          <a:pt x="4238" y="1442"/>
                          <a:pt x="4194" y="1480"/>
                        </a:cubicBezTo>
                        <a:cubicBezTo>
                          <a:pt x="4137" y="1530"/>
                          <a:pt x="4103" y="1580"/>
                          <a:pt x="4070" y="1645"/>
                        </a:cubicBezTo>
                        <a:cubicBezTo>
                          <a:pt x="4027" y="1729"/>
                          <a:pt x="4041" y="1831"/>
                          <a:pt x="3995" y="1913"/>
                        </a:cubicBezTo>
                        <a:cubicBezTo>
                          <a:pt x="3963" y="1969"/>
                          <a:pt x="3865" y="2065"/>
                          <a:pt x="3798" y="2010"/>
                        </a:cubicBezTo>
                        <a:cubicBezTo>
                          <a:pt x="3749" y="1971"/>
                          <a:pt x="3731" y="1855"/>
                          <a:pt x="3754" y="1802"/>
                        </a:cubicBezTo>
                        <a:cubicBezTo>
                          <a:pt x="3789" y="1720"/>
                          <a:pt x="3910" y="1660"/>
                          <a:pt x="3980" y="1616"/>
                        </a:cubicBezTo>
                        <a:cubicBezTo>
                          <a:pt x="4069" y="1560"/>
                          <a:pt x="4100" y="1452"/>
                          <a:pt x="4091" y="1347"/>
                        </a:cubicBezTo>
                        <a:cubicBezTo>
                          <a:pt x="4233" y="1338"/>
                          <a:pt x="4361" y="1307"/>
                          <a:pt x="4437" y="1215"/>
                        </a:cubicBezTo>
                        <a:cubicBezTo>
                          <a:pt x="4439" y="1221"/>
                          <a:pt x="4442" y="1226"/>
                          <a:pt x="4443" y="1232"/>
                        </a:cubicBezTo>
                        <a:cubicBezTo>
                          <a:pt x="4461" y="1305"/>
                          <a:pt x="4467" y="1390"/>
                          <a:pt x="4453" y="1465"/>
                        </a:cubicBezTo>
                        <a:cubicBezTo>
                          <a:pt x="4438" y="1544"/>
                          <a:pt x="4380" y="1848"/>
                          <a:pt x="4243" y="1799"/>
                        </a:cubicBezTo>
                        <a:cubicBezTo>
                          <a:pt x="4115" y="1753"/>
                          <a:pt x="4244" y="1649"/>
                          <a:pt x="4284" y="1607"/>
                        </a:cubicBezTo>
                        <a:cubicBezTo>
                          <a:pt x="4364" y="1524"/>
                          <a:pt x="4318" y="1447"/>
                          <a:pt x="4320" y="1347"/>
                        </a:cubicBezTo>
                        <a:moveTo>
                          <a:pt x="2519" y="2841"/>
                        </a:moveTo>
                        <a:cubicBezTo>
                          <a:pt x="2521" y="3092"/>
                          <a:pt x="2796" y="3131"/>
                          <a:pt x="2978" y="3040"/>
                        </a:cubicBezTo>
                        <a:cubicBezTo>
                          <a:pt x="2970" y="3247"/>
                          <a:pt x="2686" y="3352"/>
                          <a:pt x="2520" y="3406"/>
                        </a:cubicBezTo>
                        <a:cubicBezTo>
                          <a:pt x="2521" y="3481"/>
                          <a:pt x="2818" y="3458"/>
                          <a:pt x="2871" y="3442"/>
                        </a:cubicBezTo>
                        <a:lnTo>
                          <a:pt x="2871" y="3442"/>
                        </a:lnTo>
                        <a:cubicBezTo>
                          <a:pt x="2908" y="3432"/>
                          <a:pt x="2943" y="3416"/>
                          <a:pt x="2978" y="3397"/>
                        </a:cubicBezTo>
                        <a:cubicBezTo>
                          <a:pt x="3012" y="3376"/>
                          <a:pt x="3046" y="3352"/>
                          <a:pt x="3075" y="3323"/>
                        </a:cubicBezTo>
                        <a:cubicBezTo>
                          <a:pt x="3032" y="3508"/>
                          <a:pt x="2919" y="3543"/>
                          <a:pt x="2781" y="3655"/>
                        </a:cubicBezTo>
                        <a:cubicBezTo>
                          <a:pt x="2735" y="3692"/>
                          <a:pt x="2703" y="3734"/>
                          <a:pt x="2669" y="3782"/>
                        </a:cubicBezTo>
                        <a:cubicBezTo>
                          <a:pt x="2657" y="3799"/>
                          <a:pt x="2629" y="3863"/>
                          <a:pt x="2611" y="3871"/>
                        </a:cubicBezTo>
                        <a:cubicBezTo>
                          <a:pt x="2559" y="3891"/>
                          <a:pt x="2427" y="3831"/>
                          <a:pt x="2381" y="3810"/>
                        </a:cubicBezTo>
                        <a:cubicBezTo>
                          <a:pt x="2284" y="3765"/>
                          <a:pt x="2199" y="3722"/>
                          <a:pt x="2137" y="3634"/>
                        </a:cubicBezTo>
                        <a:cubicBezTo>
                          <a:pt x="2086" y="3564"/>
                          <a:pt x="2044" y="3512"/>
                          <a:pt x="1967" y="3471"/>
                        </a:cubicBezTo>
                        <a:cubicBezTo>
                          <a:pt x="1870" y="3419"/>
                          <a:pt x="1765" y="3440"/>
                          <a:pt x="1661" y="3449"/>
                        </a:cubicBezTo>
                        <a:lnTo>
                          <a:pt x="1661" y="3449"/>
                        </a:lnTo>
                        <a:cubicBezTo>
                          <a:pt x="1641" y="3451"/>
                          <a:pt x="1622" y="3452"/>
                          <a:pt x="1603" y="3452"/>
                        </a:cubicBezTo>
                        <a:cubicBezTo>
                          <a:pt x="1538" y="3452"/>
                          <a:pt x="1473" y="3442"/>
                          <a:pt x="1411" y="3423"/>
                        </a:cubicBezTo>
                        <a:cubicBezTo>
                          <a:pt x="1509" y="3418"/>
                          <a:pt x="1614" y="3363"/>
                          <a:pt x="1621" y="3261"/>
                        </a:cubicBezTo>
                        <a:cubicBezTo>
                          <a:pt x="1671" y="3264"/>
                          <a:pt x="1743" y="3243"/>
                          <a:pt x="1790" y="3208"/>
                        </a:cubicBezTo>
                        <a:lnTo>
                          <a:pt x="1790" y="3208"/>
                        </a:lnTo>
                        <a:cubicBezTo>
                          <a:pt x="1802" y="3217"/>
                          <a:pt x="1815" y="3225"/>
                          <a:pt x="1828" y="3233"/>
                        </a:cubicBezTo>
                        <a:cubicBezTo>
                          <a:pt x="1833" y="3235"/>
                          <a:pt x="1839" y="3239"/>
                          <a:pt x="1845" y="3242"/>
                        </a:cubicBezTo>
                        <a:cubicBezTo>
                          <a:pt x="1895" y="3268"/>
                          <a:pt x="2007" y="3299"/>
                          <a:pt x="2025" y="3339"/>
                        </a:cubicBezTo>
                        <a:cubicBezTo>
                          <a:pt x="2030" y="3350"/>
                          <a:pt x="2021" y="3390"/>
                          <a:pt x="2027" y="3407"/>
                        </a:cubicBezTo>
                        <a:cubicBezTo>
                          <a:pt x="2038" y="3441"/>
                          <a:pt x="2073" y="3466"/>
                          <a:pt x="2098" y="3489"/>
                        </a:cubicBezTo>
                        <a:cubicBezTo>
                          <a:pt x="2141" y="3530"/>
                          <a:pt x="2211" y="3591"/>
                          <a:pt x="2275" y="3581"/>
                        </a:cubicBezTo>
                        <a:cubicBezTo>
                          <a:pt x="2254" y="3504"/>
                          <a:pt x="2186" y="3405"/>
                          <a:pt x="2191" y="3321"/>
                        </a:cubicBezTo>
                        <a:cubicBezTo>
                          <a:pt x="2368" y="3276"/>
                          <a:pt x="2455" y="3125"/>
                          <a:pt x="2460" y="2954"/>
                        </a:cubicBezTo>
                        <a:cubicBezTo>
                          <a:pt x="2431" y="3019"/>
                          <a:pt x="2316" y="3085"/>
                          <a:pt x="2249" y="3103"/>
                        </a:cubicBezTo>
                        <a:cubicBezTo>
                          <a:pt x="2152" y="3130"/>
                          <a:pt x="2048" y="3114"/>
                          <a:pt x="1956" y="3077"/>
                        </a:cubicBezTo>
                        <a:cubicBezTo>
                          <a:pt x="1900" y="3054"/>
                          <a:pt x="1815" y="3004"/>
                          <a:pt x="1849" y="2931"/>
                        </a:cubicBezTo>
                        <a:cubicBezTo>
                          <a:pt x="1886" y="2853"/>
                          <a:pt x="1996" y="2882"/>
                          <a:pt x="2061" y="2870"/>
                        </a:cubicBezTo>
                        <a:lnTo>
                          <a:pt x="2061" y="2870"/>
                        </a:lnTo>
                        <a:cubicBezTo>
                          <a:pt x="2118" y="2860"/>
                          <a:pt x="2171" y="2839"/>
                          <a:pt x="2222" y="2811"/>
                        </a:cubicBezTo>
                        <a:cubicBezTo>
                          <a:pt x="2257" y="2790"/>
                          <a:pt x="2291" y="2766"/>
                          <a:pt x="2320" y="2737"/>
                        </a:cubicBezTo>
                        <a:cubicBezTo>
                          <a:pt x="2374" y="2685"/>
                          <a:pt x="2397" y="2608"/>
                          <a:pt x="2448" y="2559"/>
                        </a:cubicBezTo>
                        <a:cubicBezTo>
                          <a:pt x="2479" y="2529"/>
                          <a:pt x="2460" y="2526"/>
                          <a:pt x="2508" y="2532"/>
                        </a:cubicBezTo>
                        <a:cubicBezTo>
                          <a:pt x="2544" y="2536"/>
                          <a:pt x="2607" y="2592"/>
                          <a:pt x="2621" y="2623"/>
                        </a:cubicBezTo>
                        <a:cubicBezTo>
                          <a:pt x="2646" y="2677"/>
                          <a:pt x="2628" y="2757"/>
                          <a:pt x="2606" y="2809"/>
                        </a:cubicBezTo>
                        <a:cubicBezTo>
                          <a:pt x="2688" y="2768"/>
                          <a:pt x="2754" y="2767"/>
                          <a:pt x="2777" y="2662"/>
                        </a:cubicBezTo>
                        <a:cubicBezTo>
                          <a:pt x="2792" y="2589"/>
                          <a:pt x="2770" y="2523"/>
                          <a:pt x="2735" y="2460"/>
                        </a:cubicBezTo>
                        <a:cubicBezTo>
                          <a:pt x="2707" y="2411"/>
                          <a:pt x="2595" y="2270"/>
                          <a:pt x="2653" y="2208"/>
                        </a:cubicBezTo>
                        <a:cubicBezTo>
                          <a:pt x="2701" y="2157"/>
                          <a:pt x="2806" y="2211"/>
                          <a:pt x="2855" y="2223"/>
                        </a:cubicBezTo>
                        <a:cubicBezTo>
                          <a:pt x="2920" y="2240"/>
                          <a:pt x="2994" y="2233"/>
                          <a:pt x="3060" y="2222"/>
                        </a:cubicBezTo>
                        <a:cubicBezTo>
                          <a:pt x="3145" y="2208"/>
                          <a:pt x="3210" y="2172"/>
                          <a:pt x="3260" y="2098"/>
                        </a:cubicBezTo>
                        <a:cubicBezTo>
                          <a:pt x="3292" y="2050"/>
                          <a:pt x="3284" y="2008"/>
                          <a:pt x="3300" y="1958"/>
                        </a:cubicBezTo>
                        <a:cubicBezTo>
                          <a:pt x="3216" y="2049"/>
                          <a:pt x="3035" y="2013"/>
                          <a:pt x="2928" y="1998"/>
                        </a:cubicBezTo>
                        <a:cubicBezTo>
                          <a:pt x="2789" y="1978"/>
                          <a:pt x="2639" y="2018"/>
                          <a:pt x="2522" y="2100"/>
                        </a:cubicBezTo>
                        <a:lnTo>
                          <a:pt x="2522" y="2100"/>
                        </a:lnTo>
                        <a:cubicBezTo>
                          <a:pt x="2454" y="2147"/>
                          <a:pt x="2391" y="2202"/>
                          <a:pt x="2335" y="2263"/>
                        </a:cubicBezTo>
                        <a:cubicBezTo>
                          <a:pt x="2279" y="2325"/>
                          <a:pt x="2237" y="2414"/>
                          <a:pt x="2165" y="2459"/>
                        </a:cubicBezTo>
                        <a:cubicBezTo>
                          <a:pt x="2052" y="2528"/>
                          <a:pt x="1905" y="2429"/>
                          <a:pt x="1784" y="2428"/>
                        </a:cubicBezTo>
                        <a:cubicBezTo>
                          <a:pt x="1592" y="2426"/>
                          <a:pt x="1496" y="2484"/>
                          <a:pt x="1352" y="2603"/>
                        </a:cubicBezTo>
                        <a:cubicBezTo>
                          <a:pt x="1294" y="2652"/>
                          <a:pt x="1242" y="2704"/>
                          <a:pt x="1174" y="2738"/>
                        </a:cubicBezTo>
                        <a:cubicBezTo>
                          <a:pt x="1112" y="2767"/>
                          <a:pt x="1059" y="2763"/>
                          <a:pt x="992" y="2773"/>
                        </a:cubicBezTo>
                        <a:lnTo>
                          <a:pt x="992" y="2773"/>
                        </a:lnTo>
                        <a:cubicBezTo>
                          <a:pt x="970" y="2777"/>
                          <a:pt x="948" y="2783"/>
                          <a:pt x="927" y="2791"/>
                        </a:cubicBezTo>
                        <a:cubicBezTo>
                          <a:pt x="906" y="2691"/>
                          <a:pt x="883" y="2606"/>
                          <a:pt x="927" y="2501"/>
                        </a:cubicBezTo>
                        <a:cubicBezTo>
                          <a:pt x="1018" y="2486"/>
                          <a:pt x="1093" y="2504"/>
                          <a:pt x="1187" y="2469"/>
                        </a:cubicBezTo>
                        <a:cubicBezTo>
                          <a:pt x="1264" y="2441"/>
                          <a:pt x="1330" y="2393"/>
                          <a:pt x="1384" y="2333"/>
                        </a:cubicBezTo>
                        <a:cubicBezTo>
                          <a:pt x="1536" y="2400"/>
                          <a:pt x="1753" y="2353"/>
                          <a:pt x="1887" y="2263"/>
                        </a:cubicBezTo>
                        <a:cubicBezTo>
                          <a:pt x="2044" y="2283"/>
                          <a:pt x="2291" y="2277"/>
                          <a:pt x="2348" y="2092"/>
                        </a:cubicBezTo>
                        <a:cubicBezTo>
                          <a:pt x="2378" y="1996"/>
                          <a:pt x="2342" y="1887"/>
                          <a:pt x="2353" y="1792"/>
                        </a:cubicBezTo>
                        <a:cubicBezTo>
                          <a:pt x="2369" y="1658"/>
                          <a:pt x="2478" y="1713"/>
                          <a:pt x="2579" y="1728"/>
                        </a:cubicBezTo>
                        <a:cubicBezTo>
                          <a:pt x="2570" y="1795"/>
                          <a:pt x="2484" y="1840"/>
                          <a:pt x="2459" y="1912"/>
                        </a:cubicBezTo>
                        <a:cubicBezTo>
                          <a:pt x="2438" y="1972"/>
                          <a:pt x="2440" y="2045"/>
                          <a:pt x="2438" y="2109"/>
                        </a:cubicBezTo>
                        <a:cubicBezTo>
                          <a:pt x="2555" y="1995"/>
                          <a:pt x="2631" y="1952"/>
                          <a:pt x="2790" y="1960"/>
                        </a:cubicBezTo>
                        <a:cubicBezTo>
                          <a:pt x="2948" y="1967"/>
                          <a:pt x="3103" y="1953"/>
                          <a:pt x="3239" y="1865"/>
                        </a:cubicBezTo>
                        <a:cubicBezTo>
                          <a:pt x="3504" y="1695"/>
                          <a:pt x="3551" y="1348"/>
                          <a:pt x="3922" y="1350"/>
                        </a:cubicBezTo>
                        <a:cubicBezTo>
                          <a:pt x="3979" y="1351"/>
                          <a:pt x="4036" y="1350"/>
                          <a:pt x="4091" y="1347"/>
                        </a:cubicBezTo>
                        <a:cubicBezTo>
                          <a:pt x="4022" y="1389"/>
                          <a:pt x="3959" y="1446"/>
                          <a:pt x="3889" y="1489"/>
                        </a:cubicBezTo>
                        <a:cubicBezTo>
                          <a:pt x="3797" y="1546"/>
                          <a:pt x="3682" y="1570"/>
                          <a:pt x="3607" y="1653"/>
                        </a:cubicBezTo>
                        <a:cubicBezTo>
                          <a:pt x="3537" y="1732"/>
                          <a:pt x="3516" y="1849"/>
                          <a:pt x="3510" y="1949"/>
                        </a:cubicBezTo>
                        <a:cubicBezTo>
                          <a:pt x="3508" y="1996"/>
                          <a:pt x="3516" y="2082"/>
                          <a:pt x="3483" y="2120"/>
                        </a:cubicBezTo>
                        <a:cubicBezTo>
                          <a:pt x="3440" y="2169"/>
                          <a:pt x="3339" y="2189"/>
                          <a:pt x="3284" y="2231"/>
                        </a:cubicBezTo>
                        <a:cubicBezTo>
                          <a:pt x="3208" y="2291"/>
                          <a:pt x="3141" y="2385"/>
                          <a:pt x="3082" y="2463"/>
                        </a:cubicBezTo>
                        <a:cubicBezTo>
                          <a:pt x="3022" y="2545"/>
                          <a:pt x="2974" y="2655"/>
                          <a:pt x="2946" y="2753"/>
                        </a:cubicBezTo>
                        <a:cubicBezTo>
                          <a:pt x="2931" y="2807"/>
                          <a:pt x="2934" y="2865"/>
                          <a:pt x="2878" y="2892"/>
                        </a:cubicBezTo>
                        <a:cubicBezTo>
                          <a:pt x="2774" y="2943"/>
                          <a:pt x="2592" y="2881"/>
                          <a:pt x="2512" y="2810"/>
                        </a:cubicBezTo>
                        <a:lnTo>
                          <a:pt x="2512" y="2810"/>
                        </a:lnTo>
                        <a:cubicBezTo>
                          <a:pt x="2514" y="2821"/>
                          <a:pt x="2516" y="2831"/>
                          <a:pt x="2519" y="2841"/>
                        </a:cubicBezTo>
                        <a:moveTo>
                          <a:pt x="1676" y="3044"/>
                        </a:moveTo>
                        <a:cubicBezTo>
                          <a:pt x="1686" y="3092"/>
                          <a:pt x="1714" y="3135"/>
                          <a:pt x="1749" y="3172"/>
                        </a:cubicBezTo>
                        <a:cubicBezTo>
                          <a:pt x="1597" y="3146"/>
                          <a:pt x="1451" y="3029"/>
                          <a:pt x="1443" y="2868"/>
                        </a:cubicBezTo>
                        <a:cubicBezTo>
                          <a:pt x="1437" y="2756"/>
                          <a:pt x="1493" y="2675"/>
                          <a:pt x="1608" y="2671"/>
                        </a:cubicBezTo>
                        <a:cubicBezTo>
                          <a:pt x="1669" y="2668"/>
                          <a:pt x="1721" y="2697"/>
                          <a:pt x="1779" y="2704"/>
                        </a:cubicBezTo>
                        <a:cubicBezTo>
                          <a:pt x="1832" y="2709"/>
                          <a:pt x="1881" y="2694"/>
                          <a:pt x="1933" y="2690"/>
                        </a:cubicBezTo>
                        <a:cubicBezTo>
                          <a:pt x="1778" y="2738"/>
                          <a:pt x="1635" y="2863"/>
                          <a:pt x="1676" y="3044"/>
                        </a:cubicBezTo>
                        <a:moveTo>
                          <a:pt x="2090" y="1779"/>
                        </a:moveTo>
                        <a:lnTo>
                          <a:pt x="2125" y="1779"/>
                        </a:lnTo>
                        <a:lnTo>
                          <a:pt x="2125" y="1779"/>
                        </a:lnTo>
                        <a:cubicBezTo>
                          <a:pt x="2118" y="1779"/>
                          <a:pt x="2112" y="1780"/>
                          <a:pt x="2105" y="1781"/>
                        </a:cubicBezTo>
                        <a:cubicBezTo>
                          <a:pt x="2254" y="1804"/>
                          <a:pt x="2159" y="2058"/>
                          <a:pt x="2020" y="2058"/>
                        </a:cubicBezTo>
                        <a:cubicBezTo>
                          <a:pt x="1813" y="2060"/>
                          <a:pt x="1959" y="1804"/>
                          <a:pt x="2105" y="1781"/>
                        </a:cubicBezTo>
                        <a:lnTo>
                          <a:pt x="2105" y="1781"/>
                        </a:lnTo>
                        <a:cubicBezTo>
                          <a:pt x="2100" y="1780"/>
                          <a:pt x="2095" y="1779"/>
                          <a:pt x="2090" y="1779"/>
                        </a:cubicBezTo>
                        <a:moveTo>
                          <a:pt x="2611" y="909"/>
                        </a:moveTo>
                        <a:lnTo>
                          <a:pt x="2611" y="909"/>
                        </a:lnTo>
                        <a:cubicBezTo>
                          <a:pt x="2598" y="910"/>
                          <a:pt x="2584" y="911"/>
                          <a:pt x="2570" y="911"/>
                        </a:cubicBezTo>
                        <a:cubicBezTo>
                          <a:pt x="2551" y="911"/>
                          <a:pt x="2532" y="910"/>
                          <a:pt x="2513" y="906"/>
                        </a:cubicBezTo>
                        <a:cubicBezTo>
                          <a:pt x="2444" y="891"/>
                          <a:pt x="2237" y="720"/>
                          <a:pt x="2335" y="648"/>
                        </a:cubicBezTo>
                        <a:cubicBezTo>
                          <a:pt x="2399" y="600"/>
                          <a:pt x="2487" y="571"/>
                          <a:pt x="2566" y="559"/>
                        </a:cubicBezTo>
                        <a:cubicBezTo>
                          <a:pt x="2604" y="554"/>
                          <a:pt x="2724" y="541"/>
                          <a:pt x="2702" y="615"/>
                        </a:cubicBezTo>
                        <a:cubicBezTo>
                          <a:pt x="2683" y="682"/>
                          <a:pt x="2544" y="754"/>
                          <a:pt x="2479" y="760"/>
                        </a:cubicBezTo>
                        <a:cubicBezTo>
                          <a:pt x="2523" y="848"/>
                          <a:pt x="2684" y="821"/>
                          <a:pt x="2754" y="797"/>
                        </a:cubicBezTo>
                        <a:lnTo>
                          <a:pt x="2754" y="797"/>
                        </a:lnTo>
                        <a:cubicBezTo>
                          <a:pt x="2787" y="786"/>
                          <a:pt x="2818" y="771"/>
                          <a:pt x="2848" y="754"/>
                        </a:cubicBezTo>
                        <a:cubicBezTo>
                          <a:pt x="2882" y="734"/>
                          <a:pt x="2914" y="711"/>
                          <a:pt x="2943" y="685"/>
                        </a:cubicBezTo>
                        <a:cubicBezTo>
                          <a:pt x="2989" y="643"/>
                          <a:pt x="3001" y="591"/>
                          <a:pt x="3031" y="539"/>
                        </a:cubicBezTo>
                        <a:cubicBezTo>
                          <a:pt x="3092" y="435"/>
                          <a:pt x="3178" y="307"/>
                          <a:pt x="3322" y="350"/>
                        </a:cubicBezTo>
                        <a:cubicBezTo>
                          <a:pt x="3413" y="378"/>
                          <a:pt x="3507" y="400"/>
                          <a:pt x="3601" y="378"/>
                        </a:cubicBezTo>
                        <a:cubicBezTo>
                          <a:pt x="3692" y="358"/>
                          <a:pt x="3752" y="290"/>
                          <a:pt x="3846" y="270"/>
                        </a:cubicBezTo>
                        <a:cubicBezTo>
                          <a:pt x="3890" y="261"/>
                          <a:pt x="3933" y="261"/>
                          <a:pt x="3976" y="277"/>
                        </a:cubicBezTo>
                        <a:cubicBezTo>
                          <a:pt x="4083" y="317"/>
                          <a:pt x="4191" y="329"/>
                          <a:pt x="4304" y="307"/>
                        </a:cubicBezTo>
                        <a:cubicBezTo>
                          <a:pt x="4347" y="298"/>
                          <a:pt x="4390" y="275"/>
                          <a:pt x="4433" y="281"/>
                        </a:cubicBezTo>
                        <a:cubicBezTo>
                          <a:pt x="4411" y="326"/>
                          <a:pt x="4347" y="348"/>
                          <a:pt x="4303" y="364"/>
                        </a:cubicBezTo>
                        <a:cubicBezTo>
                          <a:pt x="4251" y="383"/>
                          <a:pt x="4205" y="407"/>
                          <a:pt x="4156" y="431"/>
                        </a:cubicBezTo>
                        <a:cubicBezTo>
                          <a:pt x="4114" y="452"/>
                          <a:pt x="4056" y="426"/>
                          <a:pt x="4013" y="416"/>
                        </a:cubicBezTo>
                        <a:cubicBezTo>
                          <a:pt x="3958" y="403"/>
                          <a:pt x="3899" y="392"/>
                          <a:pt x="3843" y="392"/>
                        </a:cubicBezTo>
                        <a:lnTo>
                          <a:pt x="3843" y="392"/>
                        </a:lnTo>
                        <a:cubicBezTo>
                          <a:pt x="3842" y="392"/>
                          <a:pt x="3841" y="392"/>
                          <a:pt x="3840" y="392"/>
                        </a:cubicBezTo>
                        <a:cubicBezTo>
                          <a:pt x="3791" y="392"/>
                          <a:pt x="3743" y="401"/>
                          <a:pt x="3697" y="419"/>
                        </a:cubicBezTo>
                        <a:cubicBezTo>
                          <a:pt x="3649" y="437"/>
                          <a:pt x="3603" y="437"/>
                          <a:pt x="3552" y="445"/>
                        </a:cubicBezTo>
                        <a:cubicBezTo>
                          <a:pt x="3509" y="452"/>
                          <a:pt x="3471" y="470"/>
                          <a:pt x="3427" y="477"/>
                        </a:cubicBezTo>
                        <a:cubicBezTo>
                          <a:pt x="3326" y="493"/>
                          <a:pt x="3265" y="418"/>
                          <a:pt x="3209" y="343"/>
                        </a:cubicBezTo>
                        <a:cubicBezTo>
                          <a:pt x="3176" y="376"/>
                          <a:pt x="3156" y="426"/>
                          <a:pt x="3150" y="473"/>
                        </a:cubicBezTo>
                        <a:cubicBezTo>
                          <a:pt x="3142" y="538"/>
                          <a:pt x="3192" y="580"/>
                          <a:pt x="3192" y="628"/>
                        </a:cubicBezTo>
                        <a:cubicBezTo>
                          <a:pt x="3191" y="746"/>
                          <a:pt x="2910" y="803"/>
                          <a:pt x="2809" y="845"/>
                        </a:cubicBezTo>
                        <a:cubicBezTo>
                          <a:pt x="2748" y="871"/>
                          <a:pt x="2680" y="900"/>
                          <a:pt x="2611" y="909"/>
                        </a:cubicBezTo>
                        <a:moveTo>
                          <a:pt x="2024" y="904"/>
                        </a:moveTo>
                        <a:cubicBezTo>
                          <a:pt x="2081" y="913"/>
                          <a:pt x="2122" y="958"/>
                          <a:pt x="2174" y="975"/>
                        </a:cubicBezTo>
                        <a:cubicBezTo>
                          <a:pt x="2221" y="1033"/>
                          <a:pt x="2260" y="1103"/>
                          <a:pt x="2300" y="1153"/>
                        </a:cubicBezTo>
                        <a:lnTo>
                          <a:pt x="2300" y="1153"/>
                        </a:lnTo>
                        <a:cubicBezTo>
                          <a:pt x="2313" y="1171"/>
                          <a:pt x="2329" y="1186"/>
                          <a:pt x="2345" y="1201"/>
                        </a:cubicBezTo>
                        <a:lnTo>
                          <a:pt x="2345" y="1201"/>
                        </a:lnTo>
                        <a:cubicBezTo>
                          <a:pt x="2283" y="1194"/>
                          <a:pt x="2222" y="1184"/>
                          <a:pt x="2161" y="1170"/>
                        </a:cubicBezTo>
                        <a:cubicBezTo>
                          <a:pt x="2062" y="1145"/>
                          <a:pt x="2077" y="1107"/>
                          <a:pt x="2024" y="1034"/>
                        </a:cubicBezTo>
                        <a:cubicBezTo>
                          <a:pt x="1990" y="986"/>
                          <a:pt x="1922" y="945"/>
                          <a:pt x="1862" y="941"/>
                        </a:cubicBezTo>
                        <a:cubicBezTo>
                          <a:pt x="1911" y="913"/>
                          <a:pt x="1967" y="894"/>
                          <a:pt x="2024" y="904"/>
                        </a:cubicBezTo>
                        <a:moveTo>
                          <a:pt x="617" y="1792"/>
                        </a:moveTo>
                        <a:cubicBezTo>
                          <a:pt x="651" y="1738"/>
                          <a:pt x="735" y="1711"/>
                          <a:pt x="793" y="1748"/>
                        </a:cubicBezTo>
                        <a:cubicBezTo>
                          <a:pt x="930" y="1835"/>
                          <a:pt x="821" y="2030"/>
                          <a:pt x="768" y="2125"/>
                        </a:cubicBezTo>
                        <a:cubicBezTo>
                          <a:pt x="820" y="2131"/>
                          <a:pt x="872" y="2160"/>
                          <a:pt x="925" y="2138"/>
                        </a:cubicBezTo>
                        <a:cubicBezTo>
                          <a:pt x="980" y="2115"/>
                          <a:pt x="1018" y="2056"/>
                          <a:pt x="1050" y="2009"/>
                        </a:cubicBezTo>
                        <a:cubicBezTo>
                          <a:pt x="1134" y="2054"/>
                          <a:pt x="1259" y="2004"/>
                          <a:pt x="1335" y="1952"/>
                        </a:cubicBezTo>
                        <a:cubicBezTo>
                          <a:pt x="1415" y="1898"/>
                          <a:pt x="1443" y="1805"/>
                          <a:pt x="1443" y="1712"/>
                        </a:cubicBezTo>
                        <a:cubicBezTo>
                          <a:pt x="1415" y="1764"/>
                          <a:pt x="1240" y="1821"/>
                          <a:pt x="1170" y="1811"/>
                        </a:cubicBezTo>
                        <a:cubicBezTo>
                          <a:pt x="1072" y="1796"/>
                          <a:pt x="968" y="1700"/>
                          <a:pt x="1005" y="1596"/>
                        </a:cubicBezTo>
                        <a:cubicBezTo>
                          <a:pt x="1080" y="1580"/>
                          <a:pt x="1086" y="1651"/>
                          <a:pt x="1145" y="1677"/>
                        </a:cubicBezTo>
                        <a:cubicBezTo>
                          <a:pt x="1209" y="1706"/>
                          <a:pt x="1297" y="1679"/>
                          <a:pt x="1337" y="1623"/>
                        </a:cubicBezTo>
                        <a:cubicBezTo>
                          <a:pt x="1318" y="1651"/>
                          <a:pt x="1202" y="1478"/>
                          <a:pt x="1229" y="1418"/>
                        </a:cubicBezTo>
                        <a:cubicBezTo>
                          <a:pt x="1269" y="1326"/>
                          <a:pt x="1383" y="1317"/>
                          <a:pt x="1462" y="1279"/>
                        </a:cubicBezTo>
                        <a:cubicBezTo>
                          <a:pt x="1604" y="1210"/>
                          <a:pt x="1691" y="1060"/>
                          <a:pt x="1818" y="970"/>
                        </a:cubicBezTo>
                        <a:cubicBezTo>
                          <a:pt x="1827" y="963"/>
                          <a:pt x="1837" y="957"/>
                          <a:pt x="1847" y="950"/>
                        </a:cubicBezTo>
                        <a:cubicBezTo>
                          <a:pt x="1863" y="1004"/>
                          <a:pt x="1892" y="1084"/>
                          <a:pt x="1855" y="1135"/>
                        </a:cubicBezTo>
                        <a:cubicBezTo>
                          <a:pt x="1764" y="1260"/>
                          <a:pt x="1572" y="1255"/>
                          <a:pt x="1460" y="1350"/>
                        </a:cubicBezTo>
                        <a:cubicBezTo>
                          <a:pt x="1385" y="1414"/>
                          <a:pt x="1312" y="1627"/>
                          <a:pt x="1396" y="1706"/>
                        </a:cubicBezTo>
                        <a:cubicBezTo>
                          <a:pt x="1429" y="1652"/>
                          <a:pt x="1527" y="1555"/>
                          <a:pt x="1595" y="1569"/>
                        </a:cubicBezTo>
                        <a:cubicBezTo>
                          <a:pt x="1702" y="1590"/>
                          <a:pt x="1677" y="1756"/>
                          <a:pt x="1632" y="1822"/>
                        </a:cubicBezTo>
                        <a:cubicBezTo>
                          <a:pt x="1781" y="1803"/>
                          <a:pt x="1831" y="1636"/>
                          <a:pt x="1837" y="1512"/>
                        </a:cubicBezTo>
                        <a:cubicBezTo>
                          <a:pt x="1842" y="1380"/>
                          <a:pt x="1983" y="1366"/>
                          <a:pt x="2098" y="1385"/>
                        </a:cubicBezTo>
                        <a:cubicBezTo>
                          <a:pt x="2272" y="1414"/>
                          <a:pt x="2451" y="1411"/>
                          <a:pt x="2623" y="1444"/>
                        </a:cubicBezTo>
                        <a:cubicBezTo>
                          <a:pt x="2775" y="1473"/>
                          <a:pt x="2883" y="1595"/>
                          <a:pt x="3040" y="1609"/>
                        </a:cubicBezTo>
                        <a:cubicBezTo>
                          <a:pt x="3186" y="1621"/>
                          <a:pt x="3276" y="1518"/>
                          <a:pt x="3325" y="1393"/>
                        </a:cubicBezTo>
                        <a:cubicBezTo>
                          <a:pt x="3272" y="1404"/>
                          <a:pt x="2994" y="1506"/>
                          <a:pt x="3069" y="1392"/>
                        </a:cubicBezTo>
                        <a:cubicBezTo>
                          <a:pt x="3097" y="1349"/>
                          <a:pt x="3178" y="1322"/>
                          <a:pt x="3219" y="1295"/>
                        </a:cubicBezTo>
                        <a:cubicBezTo>
                          <a:pt x="3275" y="1259"/>
                          <a:pt x="3328" y="1218"/>
                          <a:pt x="3371" y="1169"/>
                        </a:cubicBezTo>
                        <a:cubicBezTo>
                          <a:pt x="3420" y="1114"/>
                          <a:pt x="3509" y="949"/>
                          <a:pt x="3583" y="959"/>
                        </a:cubicBezTo>
                        <a:cubicBezTo>
                          <a:pt x="3624" y="964"/>
                          <a:pt x="3678" y="1029"/>
                          <a:pt x="3713" y="1052"/>
                        </a:cubicBezTo>
                        <a:cubicBezTo>
                          <a:pt x="3766" y="1086"/>
                          <a:pt x="3833" y="1115"/>
                          <a:pt x="3896" y="1123"/>
                        </a:cubicBezTo>
                        <a:cubicBezTo>
                          <a:pt x="3996" y="1135"/>
                          <a:pt x="4118" y="1124"/>
                          <a:pt x="4177" y="1039"/>
                        </a:cubicBezTo>
                        <a:cubicBezTo>
                          <a:pt x="4126" y="1037"/>
                          <a:pt x="3886" y="950"/>
                          <a:pt x="3876" y="911"/>
                        </a:cubicBezTo>
                        <a:cubicBezTo>
                          <a:pt x="3854" y="825"/>
                          <a:pt x="4082" y="820"/>
                          <a:pt x="4123" y="822"/>
                        </a:cubicBezTo>
                        <a:cubicBezTo>
                          <a:pt x="4057" y="761"/>
                          <a:pt x="3970" y="687"/>
                          <a:pt x="3874" y="691"/>
                        </a:cubicBezTo>
                        <a:cubicBezTo>
                          <a:pt x="3825" y="693"/>
                          <a:pt x="3782" y="723"/>
                          <a:pt x="3740" y="747"/>
                        </a:cubicBezTo>
                        <a:cubicBezTo>
                          <a:pt x="3696" y="771"/>
                          <a:pt x="3669" y="774"/>
                          <a:pt x="3621" y="779"/>
                        </a:cubicBezTo>
                        <a:cubicBezTo>
                          <a:pt x="3418" y="801"/>
                          <a:pt x="3326" y="965"/>
                          <a:pt x="3181" y="1084"/>
                        </a:cubicBezTo>
                        <a:cubicBezTo>
                          <a:pt x="3136" y="1121"/>
                          <a:pt x="3081" y="1145"/>
                          <a:pt x="3029" y="1172"/>
                        </a:cubicBezTo>
                        <a:cubicBezTo>
                          <a:pt x="2985" y="1196"/>
                          <a:pt x="2934" y="1240"/>
                          <a:pt x="2886" y="1253"/>
                        </a:cubicBezTo>
                        <a:cubicBezTo>
                          <a:pt x="2813" y="1273"/>
                          <a:pt x="2721" y="1237"/>
                          <a:pt x="2650" y="1229"/>
                        </a:cubicBezTo>
                        <a:cubicBezTo>
                          <a:pt x="2629" y="1226"/>
                          <a:pt x="2609" y="1224"/>
                          <a:pt x="2588" y="1222"/>
                        </a:cubicBezTo>
                        <a:cubicBezTo>
                          <a:pt x="2624" y="1210"/>
                          <a:pt x="2662" y="1195"/>
                          <a:pt x="2702" y="1183"/>
                        </a:cubicBezTo>
                        <a:cubicBezTo>
                          <a:pt x="2662" y="1136"/>
                          <a:pt x="2583" y="1122"/>
                          <a:pt x="2537" y="1075"/>
                        </a:cubicBezTo>
                        <a:cubicBezTo>
                          <a:pt x="2680" y="1103"/>
                          <a:pt x="2837" y="1045"/>
                          <a:pt x="2969" y="997"/>
                        </a:cubicBezTo>
                        <a:cubicBezTo>
                          <a:pt x="3126" y="939"/>
                          <a:pt x="3269" y="880"/>
                          <a:pt x="3404" y="785"/>
                        </a:cubicBezTo>
                        <a:cubicBezTo>
                          <a:pt x="3517" y="704"/>
                          <a:pt x="3649" y="607"/>
                          <a:pt x="3795" y="616"/>
                        </a:cubicBezTo>
                        <a:cubicBezTo>
                          <a:pt x="3930" y="625"/>
                          <a:pt x="4084" y="717"/>
                          <a:pt x="4201" y="788"/>
                        </a:cubicBezTo>
                        <a:cubicBezTo>
                          <a:pt x="4317" y="859"/>
                          <a:pt x="4443" y="1034"/>
                          <a:pt x="4276" y="1130"/>
                        </a:cubicBezTo>
                        <a:cubicBezTo>
                          <a:pt x="4115" y="1224"/>
                          <a:pt x="3872" y="1079"/>
                          <a:pt x="3690" y="1119"/>
                        </a:cubicBezTo>
                        <a:cubicBezTo>
                          <a:pt x="3399" y="1184"/>
                          <a:pt x="3346" y="1487"/>
                          <a:pt x="3144" y="1661"/>
                        </a:cubicBezTo>
                        <a:cubicBezTo>
                          <a:pt x="3043" y="1749"/>
                          <a:pt x="2928" y="1729"/>
                          <a:pt x="2805" y="1689"/>
                        </a:cubicBezTo>
                        <a:cubicBezTo>
                          <a:pt x="2687" y="1651"/>
                          <a:pt x="2609" y="1565"/>
                          <a:pt x="2495" y="1526"/>
                        </a:cubicBezTo>
                        <a:cubicBezTo>
                          <a:pt x="2283" y="1453"/>
                          <a:pt x="1966" y="1511"/>
                          <a:pt x="1828" y="1688"/>
                        </a:cubicBezTo>
                        <a:cubicBezTo>
                          <a:pt x="1759" y="1775"/>
                          <a:pt x="1716" y="1891"/>
                          <a:pt x="1679" y="1997"/>
                        </a:cubicBezTo>
                        <a:cubicBezTo>
                          <a:pt x="1639" y="2111"/>
                          <a:pt x="1643" y="2209"/>
                          <a:pt x="1522" y="2269"/>
                        </a:cubicBezTo>
                        <a:cubicBezTo>
                          <a:pt x="1487" y="2287"/>
                          <a:pt x="1440" y="2293"/>
                          <a:pt x="1405" y="2309"/>
                        </a:cubicBezTo>
                        <a:lnTo>
                          <a:pt x="1405" y="2309"/>
                        </a:lnTo>
                        <a:cubicBezTo>
                          <a:pt x="1429" y="2279"/>
                          <a:pt x="1451" y="2247"/>
                          <a:pt x="1471" y="2213"/>
                        </a:cubicBezTo>
                        <a:cubicBezTo>
                          <a:pt x="1487" y="2184"/>
                          <a:pt x="1502" y="2154"/>
                          <a:pt x="1515" y="2124"/>
                        </a:cubicBezTo>
                        <a:cubicBezTo>
                          <a:pt x="1559" y="2019"/>
                          <a:pt x="1582" y="1828"/>
                          <a:pt x="1451" y="1780"/>
                        </a:cubicBezTo>
                        <a:cubicBezTo>
                          <a:pt x="1402" y="1869"/>
                          <a:pt x="1383" y="1979"/>
                          <a:pt x="1336" y="2075"/>
                        </a:cubicBezTo>
                        <a:cubicBezTo>
                          <a:pt x="1257" y="2237"/>
                          <a:pt x="1031" y="2333"/>
                          <a:pt x="859" y="2258"/>
                        </a:cubicBezTo>
                        <a:cubicBezTo>
                          <a:pt x="790" y="2229"/>
                          <a:pt x="760" y="2151"/>
                          <a:pt x="702" y="2103"/>
                        </a:cubicBezTo>
                        <a:cubicBezTo>
                          <a:pt x="662" y="2069"/>
                          <a:pt x="617" y="2029"/>
                          <a:pt x="572" y="1994"/>
                        </a:cubicBezTo>
                        <a:cubicBezTo>
                          <a:pt x="583" y="1923"/>
                          <a:pt x="582" y="1847"/>
                          <a:pt x="617" y="1792"/>
                        </a:cubicBezTo>
                        <a:moveTo>
                          <a:pt x="2001" y="4158"/>
                        </a:moveTo>
                        <a:cubicBezTo>
                          <a:pt x="1983" y="4072"/>
                          <a:pt x="1962" y="3911"/>
                          <a:pt x="1877" y="3859"/>
                        </a:cubicBezTo>
                        <a:cubicBezTo>
                          <a:pt x="1921" y="3886"/>
                          <a:pt x="1817" y="4140"/>
                          <a:pt x="1791" y="4169"/>
                        </a:cubicBezTo>
                        <a:cubicBezTo>
                          <a:pt x="1670" y="4307"/>
                          <a:pt x="1507" y="4151"/>
                          <a:pt x="1466" y="4025"/>
                        </a:cubicBezTo>
                        <a:cubicBezTo>
                          <a:pt x="1449" y="3971"/>
                          <a:pt x="1454" y="3916"/>
                          <a:pt x="1432" y="3864"/>
                        </a:cubicBezTo>
                        <a:cubicBezTo>
                          <a:pt x="1399" y="3786"/>
                          <a:pt x="1323" y="3720"/>
                          <a:pt x="1241" y="3713"/>
                        </a:cubicBezTo>
                        <a:cubicBezTo>
                          <a:pt x="1232" y="3713"/>
                          <a:pt x="1279" y="3858"/>
                          <a:pt x="1282" y="3868"/>
                        </a:cubicBezTo>
                        <a:cubicBezTo>
                          <a:pt x="1295" y="3915"/>
                          <a:pt x="1319" y="3994"/>
                          <a:pt x="1259" y="4022"/>
                        </a:cubicBezTo>
                        <a:cubicBezTo>
                          <a:pt x="1184" y="4057"/>
                          <a:pt x="1039" y="3989"/>
                          <a:pt x="1002" y="3918"/>
                        </a:cubicBezTo>
                        <a:cubicBezTo>
                          <a:pt x="950" y="3818"/>
                          <a:pt x="1015" y="3729"/>
                          <a:pt x="1004" y="3629"/>
                        </a:cubicBezTo>
                        <a:cubicBezTo>
                          <a:pt x="997" y="3570"/>
                          <a:pt x="929" y="3473"/>
                          <a:pt x="877" y="3437"/>
                        </a:cubicBezTo>
                        <a:cubicBezTo>
                          <a:pt x="796" y="3382"/>
                          <a:pt x="684" y="3379"/>
                          <a:pt x="587" y="3384"/>
                        </a:cubicBezTo>
                        <a:cubicBezTo>
                          <a:pt x="642" y="3437"/>
                          <a:pt x="731" y="3535"/>
                          <a:pt x="740" y="3614"/>
                        </a:cubicBezTo>
                        <a:cubicBezTo>
                          <a:pt x="757" y="3750"/>
                          <a:pt x="585" y="3636"/>
                          <a:pt x="537" y="3598"/>
                        </a:cubicBezTo>
                        <a:cubicBezTo>
                          <a:pt x="418" y="3505"/>
                          <a:pt x="302" y="3402"/>
                          <a:pt x="238" y="3261"/>
                        </a:cubicBezTo>
                        <a:cubicBezTo>
                          <a:pt x="173" y="3116"/>
                          <a:pt x="240" y="2857"/>
                          <a:pt x="376" y="2769"/>
                        </a:cubicBezTo>
                        <a:cubicBezTo>
                          <a:pt x="436" y="2729"/>
                          <a:pt x="496" y="2691"/>
                          <a:pt x="548" y="2641"/>
                        </a:cubicBezTo>
                        <a:cubicBezTo>
                          <a:pt x="672" y="2521"/>
                          <a:pt x="623" y="2361"/>
                          <a:pt x="526" y="2240"/>
                        </a:cubicBezTo>
                        <a:cubicBezTo>
                          <a:pt x="527" y="2283"/>
                          <a:pt x="498" y="2309"/>
                          <a:pt x="477" y="2342"/>
                        </a:cubicBezTo>
                        <a:cubicBezTo>
                          <a:pt x="454" y="2380"/>
                          <a:pt x="450" y="2429"/>
                          <a:pt x="427" y="2463"/>
                        </a:cubicBezTo>
                        <a:cubicBezTo>
                          <a:pt x="409" y="2489"/>
                          <a:pt x="358" y="2526"/>
                          <a:pt x="325" y="2513"/>
                        </a:cubicBezTo>
                        <a:cubicBezTo>
                          <a:pt x="224" y="2471"/>
                          <a:pt x="346" y="2344"/>
                          <a:pt x="377" y="2304"/>
                        </a:cubicBezTo>
                        <a:cubicBezTo>
                          <a:pt x="399" y="2276"/>
                          <a:pt x="423" y="2249"/>
                          <a:pt x="446" y="2222"/>
                        </a:cubicBezTo>
                        <a:cubicBezTo>
                          <a:pt x="590" y="2219"/>
                          <a:pt x="772" y="2248"/>
                          <a:pt x="741" y="2405"/>
                        </a:cubicBezTo>
                        <a:cubicBezTo>
                          <a:pt x="722" y="2500"/>
                          <a:pt x="693" y="2592"/>
                          <a:pt x="740" y="2683"/>
                        </a:cubicBezTo>
                        <a:cubicBezTo>
                          <a:pt x="763" y="2727"/>
                          <a:pt x="821" y="2791"/>
                          <a:pt x="879" y="2810"/>
                        </a:cubicBezTo>
                        <a:cubicBezTo>
                          <a:pt x="783" y="2854"/>
                          <a:pt x="693" y="2921"/>
                          <a:pt x="592" y="2925"/>
                        </a:cubicBezTo>
                        <a:cubicBezTo>
                          <a:pt x="539" y="2927"/>
                          <a:pt x="491" y="2905"/>
                          <a:pt x="449" y="2873"/>
                        </a:cubicBezTo>
                        <a:cubicBezTo>
                          <a:pt x="442" y="2868"/>
                          <a:pt x="415" y="2829"/>
                          <a:pt x="406" y="2829"/>
                        </a:cubicBezTo>
                        <a:cubicBezTo>
                          <a:pt x="353" y="2828"/>
                          <a:pt x="348" y="2914"/>
                          <a:pt x="354" y="2954"/>
                        </a:cubicBezTo>
                        <a:cubicBezTo>
                          <a:pt x="361" y="3001"/>
                          <a:pt x="408" y="3036"/>
                          <a:pt x="414" y="3070"/>
                        </a:cubicBezTo>
                        <a:cubicBezTo>
                          <a:pt x="419" y="3095"/>
                          <a:pt x="395" y="3130"/>
                          <a:pt x="391" y="3154"/>
                        </a:cubicBezTo>
                        <a:lnTo>
                          <a:pt x="391" y="3154"/>
                        </a:lnTo>
                        <a:cubicBezTo>
                          <a:pt x="388" y="3173"/>
                          <a:pt x="386" y="3192"/>
                          <a:pt x="386" y="3212"/>
                        </a:cubicBezTo>
                        <a:cubicBezTo>
                          <a:pt x="386" y="3235"/>
                          <a:pt x="388" y="3259"/>
                          <a:pt x="393" y="3282"/>
                        </a:cubicBezTo>
                        <a:cubicBezTo>
                          <a:pt x="410" y="3360"/>
                          <a:pt x="454" y="3426"/>
                          <a:pt x="499" y="3489"/>
                        </a:cubicBezTo>
                        <a:cubicBezTo>
                          <a:pt x="494" y="3400"/>
                          <a:pt x="491" y="3125"/>
                          <a:pt x="571" y="3208"/>
                        </a:cubicBezTo>
                        <a:cubicBezTo>
                          <a:pt x="695" y="3172"/>
                          <a:pt x="766" y="3057"/>
                          <a:pt x="886" y="3016"/>
                        </a:cubicBezTo>
                        <a:cubicBezTo>
                          <a:pt x="1007" y="2974"/>
                          <a:pt x="1151" y="3015"/>
                          <a:pt x="1264" y="2953"/>
                        </a:cubicBezTo>
                        <a:cubicBezTo>
                          <a:pt x="1293" y="3027"/>
                          <a:pt x="1376" y="3071"/>
                          <a:pt x="1391" y="3149"/>
                        </a:cubicBezTo>
                        <a:cubicBezTo>
                          <a:pt x="1405" y="3226"/>
                          <a:pt x="1379" y="3331"/>
                          <a:pt x="1332" y="3394"/>
                        </a:cubicBezTo>
                        <a:cubicBezTo>
                          <a:pt x="1169" y="3323"/>
                          <a:pt x="1057" y="3205"/>
                          <a:pt x="1017" y="3027"/>
                        </a:cubicBezTo>
                        <a:cubicBezTo>
                          <a:pt x="980" y="3102"/>
                          <a:pt x="975" y="3204"/>
                          <a:pt x="984" y="3290"/>
                        </a:cubicBezTo>
                        <a:cubicBezTo>
                          <a:pt x="994" y="3382"/>
                          <a:pt x="1062" y="3502"/>
                          <a:pt x="1141" y="3549"/>
                        </a:cubicBezTo>
                        <a:cubicBezTo>
                          <a:pt x="1283" y="3633"/>
                          <a:pt x="1506" y="3601"/>
                          <a:pt x="1568" y="3784"/>
                        </a:cubicBezTo>
                        <a:cubicBezTo>
                          <a:pt x="1600" y="3879"/>
                          <a:pt x="1596" y="3988"/>
                          <a:pt x="1602" y="4092"/>
                        </a:cubicBezTo>
                        <a:cubicBezTo>
                          <a:pt x="1782" y="4027"/>
                          <a:pt x="1808" y="3800"/>
                          <a:pt x="1732" y="3655"/>
                        </a:cubicBezTo>
                        <a:cubicBezTo>
                          <a:pt x="1918" y="3648"/>
                          <a:pt x="1970" y="3819"/>
                          <a:pt x="2073" y="3927"/>
                        </a:cubicBezTo>
                        <a:cubicBezTo>
                          <a:pt x="2126" y="3985"/>
                          <a:pt x="2214" y="4033"/>
                          <a:pt x="2289" y="4054"/>
                        </a:cubicBezTo>
                        <a:cubicBezTo>
                          <a:pt x="2345" y="4069"/>
                          <a:pt x="2470" y="4113"/>
                          <a:pt x="2365" y="4171"/>
                        </a:cubicBezTo>
                        <a:cubicBezTo>
                          <a:pt x="2308" y="4203"/>
                          <a:pt x="2205" y="4204"/>
                          <a:pt x="2141" y="4214"/>
                        </a:cubicBezTo>
                        <a:lnTo>
                          <a:pt x="2141" y="4214"/>
                        </a:lnTo>
                        <a:cubicBezTo>
                          <a:pt x="2101" y="4220"/>
                          <a:pt x="2062" y="4229"/>
                          <a:pt x="2023" y="4239"/>
                        </a:cubicBezTo>
                        <a:lnTo>
                          <a:pt x="2023" y="4239"/>
                        </a:lnTo>
                        <a:cubicBezTo>
                          <a:pt x="2014" y="4213"/>
                          <a:pt x="2006" y="4186"/>
                          <a:pt x="2001" y="4158"/>
                        </a:cubicBezTo>
                        <a:moveTo>
                          <a:pt x="2346" y="4686"/>
                        </a:moveTo>
                        <a:cubicBezTo>
                          <a:pt x="2336" y="4679"/>
                          <a:pt x="2327" y="4673"/>
                          <a:pt x="2316" y="4666"/>
                        </a:cubicBezTo>
                        <a:cubicBezTo>
                          <a:pt x="2228" y="4612"/>
                          <a:pt x="2174" y="4576"/>
                          <a:pt x="2133" y="4489"/>
                        </a:cubicBezTo>
                        <a:cubicBezTo>
                          <a:pt x="2215" y="4476"/>
                          <a:pt x="2305" y="4449"/>
                          <a:pt x="2343" y="4438"/>
                        </a:cubicBezTo>
                        <a:cubicBezTo>
                          <a:pt x="2488" y="4395"/>
                          <a:pt x="2566" y="4307"/>
                          <a:pt x="2638" y="4183"/>
                        </a:cubicBezTo>
                        <a:cubicBezTo>
                          <a:pt x="2689" y="4096"/>
                          <a:pt x="2733" y="4088"/>
                          <a:pt x="2828" y="4093"/>
                        </a:cubicBezTo>
                        <a:cubicBezTo>
                          <a:pt x="2950" y="4099"/>
                          <a:pt x="3087" y="4072"/>
                          <a:pt x="3193" y="4008"/>
                        </a:cubicBezTo>
                        <a:cubicBezTo>
                          <a:pt x="3263" y="3966"/>
                          <a:pt x="3322" y="3918"/>
                          <a:pt x="3386" y="3868"/>
                        </a:cubicBezTo>
                        <a:cubicBezTo>
                          <a:pt x="3447" y="3820"/>
                          <a:pt x="3524" y="3804"/>
                          <a:pt x="3600" y="3787"/>
                        </a:cubicBezTo>
                        <a:cubicBezTo>
                          <a:pt x="3728" y="3757"/>
                          <a:pt x="3831" y="3767"/>
                          <a:pt x="3955" y="3709"/>
                        </a:cubicBezTo>
                        <a:cubicBezTo>
                          <a:pt x="3997" y="3690"/>
                          <a:pt x="4060" y="3625"/>
                          <a:pt x="4105" y="3635"/>
                        </a:cubicBezTo>
                        <a:cubicBezTo>
                          <a:pt x="4108" y="3743"/>
                          <a:pt x="3914" y="4003"/>
                          <a:pt x="3799" y="3995"/>
                        </a:cubicBezTo>
                        <a:cubicBezTo>
                          <a:pt x="3942" y="3995"/>
                          <a:pt x="4067" y="3985"/>
                          <a:pt x="4176" y="3885"/>
                        </a:cubicBezTo>
                        <a:cubicBezTo>
                          <a:pt x="4231" y="3835"/>
                          <a:pt x="4279" y="3771"/>
                          <a:pt x="4315" y="3707"/>
                        </a:cubicBezTo>
                        <a:cubicBezTo>
                          <a:pt x="4344" y="3655"/>
                          <a:pt x="4349" y="3586"/>
                          <a:pt x="4381" y="3538"/>
                        </a:cubicBezTo>
                        <a:cubicBezTo>
                          <a:pt x="4417" y="3485"/>
                          <a:pt x="4443" y="3498"/>
                          <a:pt x="4500" y="3503"/>
                        </a:cubicBezTo>
                        <a:cubicBezTo>
                          <a:pt x="4579" y="3511"/>
                          <a:pt x="4650" y="3515"/>
                          <a:pt x="4730" y="3508"/>
                        </a:cubicBezTo>
                        <a:cubicBezTo>
                          <a:pt x="4812" y="3501"/>
                          <a:pt x="4880" y="3491"/>
                          <a:pt x="4955" y="3453"/>
                        </a:cubicBezTo>
                        <a:cubicBezTo>
                          <a:pt x="5004" y="3428"/>
                          <a:pt x="5064" y="3369"/>
                          <a:pt x="5112" y="3353"/>
                        </a:cubicBezTo>
                        <a:cubicBezTo>
                          <a:pt x="5213" y="3319"/>
                          <a:pt x="5319" y="3393"/>
                          <a:pt x="5414" y="3418"/>
                        </a:cubicBezTo>
                        <a:cubicBezTo>
                          <a:pt x="5489" y="3437"/>
                          <a:pt x="5572" y="3427"/>
                          <a:pt x="5646" y="3398"/>
                        </a:cubicBezTo>
                        <a:cubicBezTo>
                          <a:pt x="5730" y="3364"/>
                          <a:pt x="5770" y="3305"/>
                          <a:pt x="5868" y="3326"/>
                        </a:cubicBezTo>
                        <a:cubicBezTo>
                          <a:pt x="5913" y="3335"/>
                          <a:pt x="5945" y="3364"/>
                          <a:pt x="5986" y="3377"/>
                        </a:cubicBezTo>
                        <a:cubicBezTo>
                          <a:pt x="6033" y="3392"/>
                          <a:pt x="6083" y="3384"/>
                          <a:pt x="6131" y="3379"/>
                        </a:cubicBezTo>
                        <a:cubicBezTo>
                          <a:pt x="6202" y="3371"/>
                          <a:pt x="6487" y="3380"/>
                          <a:pt x="6498" y="3495"/>
                        </a:cubicBezTo>
                        <a:cubicBezTo>
                          <a:pt x="6350" y="3457"/>
                          <a:pt x="6173" y="3458"/>
                          <a:pt x="6046" y="3531"/>
                        </a:cubicBezTo>
                        <a:cubicBezTo>
                          <a:pt x="5886" y="3624"/>
                          <a:pt x="5780" y="3453"/>
                          <a:pt x="5604" y="3493"/>
                        </a:cubicBezTo>
                        <a:cubicBezTo>
                          <a:pt x="5522" y="3512"/>
                          <a:pt x="5427" y="3588"/>
                          <a:pt x="5368" y="3649"/>
                        </a:cubicBezTo>
                        <a:cubicBezTo>
                          <a:pt x="5302" y="3717"/>
                          <a:pt x="5281" y="3815"/>
                          <a:pt x="5217" y="3883"/>
                        </a:cubicBezTo>
                        <a:cubicBezTo>
                          <a:pt x="5077" y="4036"/>
                          <a:pt x="4949" y="3877"/>
                          <a:pt x="4814" y="3817"/>
                        </a:cubicBezTo>
                        <a:cubicBezTo>
                          <a:pt x="4610" y="3727"/>
                          <a:pt x="4448" y="3859"/>
                          <a:pt x="4375" y="4033"/>
                        </a:cubicBezTo>
                        <a:cubicBezTo>
                          <a:pt x="4465" y="3997"/>
                          <a:pt x="4614" y="4004"/>
                          <a:pt x="4647" y="4108"/>
                        </a:cubicBezTo>
                        <a:cubicBezTo>
                          <a:pt x="4728" y="4357"/>
                          <a:pt x="4257" y="4301"/>
                          <a:pt x="4147" y="4260"/>
                        </a:cubicBezTo>
                        <a:cubicBezTo>
                          <a:pt x="4037" y="4218"/>
                          <a:pt x="3948" y="4135"/>
                          <a:pt x="3838" y="4098"/>
                        </a:cubicBezTo>
                        <a:cubicBezTo>
                          <a:pt x="3782" y="4079"/>
                          <a:pt x="3714" y="4085"/>
                          <a:pt x="3653" y="4094"/>
                        </a:cubicBezTo>
                        <a:cubicBezTo>
                          <a:pt x="3473" y="4122"/>
                          <a:pt x="3299" y="4248"/>
                          <a:pt x="3226" y="4416"/>
                        </a:cubicBezTo>
                        <a:cubicBezTo>
                          <a:pt x="3202" y="4473"/>
                          <a:pt x="3149" y="4544"/>
                          <a:pt x="3079" y="4538"/>
                        </a:cubicBezTo>
                        <a:cubicBezTo>
                          <a:pt x="3007" y="4532"/>
                          <a:pt x="3032" y="4471"/>
                          <a:pt x="3043" y="4419"/>
                        </a:cubicBezTo>
                        <a:cubicBezTo>
                          <a:pt x="3059" y="4344"/>
                          <a:pt x="3072" y="4185"/>
                          <a:pt x="2972" y="4153"/>
                        </a:cubicBezTo>
                        <a:cubicBezTo>
                          <a:pt x="2967" y="4234"/>
                          <a:pt x="2945" y="4299"/>
                          <a:pt x="2904" y="4368"/>
                        </a:cubicBezTo>
                        <a:cubicBezTo>
                          <a:pt x="2828" y="4496"/>
                          <a:pt x="2703" y="4531"/>
                          <a:pt x="2571" y="4570"/>
                        </a:cubicBezTo>
                        <a:cubicBezTo>
                          <a:pt x="2496" y="4593"/>
                          <a:pt x="2403" y="4625"/>
                          <a:pt x="2346" y="4686"/>
                        </a:cubicBezTo>
                        <a:moveTo>
                          <a:pt x="8178" y="5134"/>
                        </a:moveTo>
                        <a:cubicBezTo>
                          <a:pt x="8173" y="5132"/>
                          <a:pt x="8151" y="5121"/>
                          <a:pt x="8143" y="5117"/>
                        </a:cubicBezTo>
                        <a:cubicBezTo>
                          <a:pt x="8051" y="5011"/>
                          <a:pt x="8229" y="4887"/>
                          <a:pt x="8329" y="4881"/>
                        </a:cubicBezTo>
                        <a:cubicBezTo>
                          <a:pt x="8284" y="4878"/>
                          <a:pt x="8248" y="4844"/>
                          <a:pt x="8203" y="4837"/>
                        </a:cubicBezTo>
                        <a:lnTo>
                          <a:pt x="8216" y="4837"/>
                        </a:lnTo>
                        <a:cubicBezTo>
                          <a:pt x="8135" y="4838"/>
                          <a:pt x="8040" y="4810"/>
                          <a:pt x="7992" y="4876"/>
                        </a:cubicBezTo>
                        <a:cubicBezTo>
                          <a:pt x="7801" y="5140"/>
                          <a:pt x="7462" y="5070"/>
                          <a:pt x="7312" y="4815"/>
                        </a:cubicBezTo>
                        <a:cubicBezTo>
                          <a:pt x="7271" y="4745"/>
                          <a:pt x="7239" y="4665"/>
                          <a:pt x="7176" y="4612"/>
                        </a:cubicBezTo>
                        <a:cubicBezTo>
                          <a:pt x="7135" y="4578"/>
                          <a:pt x="7056" y="4551"/>
                          <a:pt x="7004" y="4559"/>
                        </a:cubicBezTo>
                        <a:cubicBezTo>
                          <a:pt x="6988" y="4655"/>
                          <a:pt x="7076" y="4741"/>
                          <a:pt x="7040" y="4837"/>
                        </a:cubicBezTo>
                        <a:cubicBezTo>
                          <a:pt x="7005" y="4934"/>
                          <a:pt x="6907" y="4943"/>
                          <a:pt x="6823" y="4907"/>
                        </a:cubicBezTo>
                        <a:cubicBezTo>
                          <a:pt x="6735" y="4869"/>
                          <a:pt x="6691" y="4809"/>
                          <a:pt x="6714" y="4706"/>
                        </a:cubicBezTo>
                        <a:cubicBezTo>
                          <a:pt x="6734" y="4617"/>
                          <a:pt x="6820" y="4582"/>
                          <a:pt x="6865" y="4505"/>
                        </a:cubicBezTo>
                        <a:cubicBezTo>
                          <a:pt x="6913" y="4423"/>
                          <a:pt x="6919" y="4295"/>
                          <a:pt x="6838" y="4236"/>
                        </a:cubicBezTo>
                        <a:cubicBezTo>
                          <a:pt x="6787" y="4371"/>
                          <a:pt x="6726" y="4486"/>
                          <a:pt x="6556" y="4461"/>
                        </a:cubicBezTo>
                        <a:cubicBezTo>
                          <a:pt x="6453" y="4446"/>
                          <a:pt x="6295" y="4351"/>
                          <a:pt x="6209" y="4288"/>
                        </a:cubicBezTo>
                        <a:cubicBezTo>
                          <a:pt x="6197" y="4463"/>
                          <a:pt x="6249" y="4526"/>
                          <a:pt x="6364" y="4649"/>
                        </a:cubicBezTo>
                        <a:cubicBezTo>
                          <a:pt x="6392" y="4678"/>
                          <a:pt x="6463" y="4751"/>
                          <a:pt x="6419" y="4787"/>
                        </a:cubicBezTo>
                        <a:cubicBezTo>
                          <a:pt x="6384" y="4816"/>
                          <a:pt x="6256" y="4768"/>
                          <a:pt x="6207" y="4774"/>
                        </a:cubicBezTo>
                        <a:cubicBezTo>
                          <a:pt x="6124" y="4785"/>
                          <a:pt x="6055" y="4810"/>
                          <a:pt x="5966" y="4806"/>
                        </a:cubicBezTo>
                        <a:cubicBezTo>
                          <a:pt x="5842" y="4800"/>
                          <a:pt x="5741" y="4814"/>
                          <a:pt x="5621" y="4838"/>
                        </a:cubicBezTo>
                        <a:cubicBezTo>
                          <a:pt x="5513" y="4861"/>
                          <a:pt x="5366" y="4894"/>
                          <a:pt x="5263" y="4842"/>
                        </a:cubicBezTo>
                        <a:cubicBezTo>
                          <a:pt x="5166" y="4793"/>
                          <a:pt x="5083" y="4616"/>
                          <a:pt x="5192" y="4525"/>
                        </a:cubicBezTo>
                        <a:cubicBezTo>
                          <a:pt x="5057" y="4549"/>
                          <a:pt x="4961" y="4620"/>
                          <a:pt x="4966" y="4780"/>
                        </a:cubicBezTo>
                        <a:cubicBezTo>
                          <a:pt x="4972" y="4920"/>
                          <a:pt x="4922" y="4976"/>
                          <a:pt x="4799" y="5026"/>
                        </a:cubicBezTo>
                        <a:cubicBezTo>
                          <a:pt x="4701" y="5067"/>
                          <a:pt x="4565" y="5128"/>
                          <a:pt x="4463" y="5064"/>
                        </a:cubicBezTo>
                        <a:cubicBezTo>
                          <a:pt x="4632" y="5005"/>
                          <a:pt x="4782" y="4902"/>
                          <a:pt x="4672" y="4715"/>
                        </a:cubicBezTo>
                        <a:cubicBezTo>
                          <a:pt x="4456" y="5065"/>
                          <a:pt x="4080" y="4710"/>
                          <a:pt x="3831" y="4637"/>
                        </a:cubicBezTo>
                        <a:cubicBezTo>
                          <a:pt x="3816" y="4739"/>
                          <a:pt x="3911" y="4868"/>
                          <a:pt x="3937" y="4964"/>
                        </a:cubicBezTo>
                        <a:cubicBezTo>
                          <a:pt x="3981" y="5120"/>
                          <a:pt x="3883" y="5179"/>
                          <a:pt x="3740" y="5232"/>
                        </a:cubicBezTo>
                        <a:cubicBezTo>
                          <a:pt x="3536" y="5307"/>
                          <a:pt x="3293" y="5088"/>
                          <a:pt x="3105" y="5022"/>
                        </a:cubicBezTo>
                        <a:cubicBezTo>
                          <a:pt x="3006" y="4987"/>
                          <a:pt x="2781" y="4952"/>
                          <a:pt x="2709" y="5055"/>
                        </a:cubicBezTo>
                        <a:cubicBezTo>
                          <a:pt x="2743" y="5078"/>
                          <a:pt x="3105" y="5256"/>
                          <a:pt x="2935" y="5317"/>
                        </a:cubicBezTo>
                        <a:cubicBezTo>
                          <a:pt x="2820" y="5358"/>
                          <a:pt x="2639" y="5208"/>
                          <a:pt x="2583" y="5119"/>
                        </a:cubicBezTo>
                        <a:cubicBezTo>
                          <a:pt x="2555" y="5075"/>
                          <a:pt x="2543" y="5026"/>
                          <a:pt x="2529" y="4977"/>
                        </a:cubicBezTo>
                        <a:cubicBezTo>
                          <a:pt x="2528" y="4973"/>
                          <a:pt x="2527" y="4969"/>
                          <a:pt x="2526" y="4965"/>
                        </a:cubicBezTo>
                        <a:cubicBezTo>
                          <a:pt x="2558" y="4902"/>
                          <a:pt x="2589" y="4818"/>
                          <a:pt x="2634" y="4787"/>
                        </a:cubicBezTo>
                        <a:cubicBezTo>
                          <a:pt x="2714" y="4732"/>
                          <a:pt x="2831" y="4749"/>
                          <a:pt x="2918" y="4776"/>
                        </a:cubicBezTo>
                        <a:cubicBezTo>
                          <a:pt x="2966" y="4790"/>
                          <a:pt x="2997" y="4804"/>
                          <a:pt x="3048" y="4805"/>
                        </a:cubicBezTo>
                        <a:cubicBezTo>
                          <a:pt x="3106" y="4806"/>
                          <a:pt x="3160" y="4795"/>
                          <a:pt x="3213" y="4828"/>
                        </a:cubicBezTo>
                        <a:cubicBezTo>
                          <a:pt x="3270" y="4863"/>
                          <a:pt x="3318" y="4913"/>
                          <a:pt x="3377" y="4943"/>
                        </a:cubicBezTo>
                        <a:cubicBezTo>
                          <a:pt x="3519" y="5014"/>
                          <a:pt x="3699" y="5008"/>
                          <a:pt x="3816" y="4893"/>
                        </a:cubicBezTo>
                        <a:cubicBezTo>
                          <a:pt x="3735" y="4876"/>
                          <a:pt x="3591" y="4813"/>
                          <a:pt x="3528" y="4754"/>
                        </a:cubicBezTo>
                        <a:cubicBezTo>
                          <a:pt x="3415" y="4649"/>
                          <a:pt x="3529" y="4511"/>
                          <a:pt x="3633" y="4457"/>
                        </a:cubicBezTo>
                        <a:cubicBezTo>
                          <a:pt x="3760" y="4392"/>
                          <a:pt x="3870" y="4378"/>
                          <a:pt x="3989" y="4457"/>
                        </a:cubicBezTo>
                        <a:cubicBezTo>
                          <a:pt x="4098" y="4531"/>
                          <a:pt x="4195" y="4587"/>
                          <a:pt x="4329" y="4611"/>
                        </a:cubicBezTo>
                        <a:cubicBezTo>
                          <a:pt x="4403" y="4625"/>
                          <a:pt x="4495" y="4633"/>
                          <a:pt x="4572" y="4617"/>
                        </a:cubicBezTo>
                        <a:cubicBezTo>
                          <a:pt x="4703" y="4589"/>
                          <a:pt x="4810" y="4506"/>
                          <a:pt x="4881" y="4394"/>
                        </a:cubicBezTo>
                        <a:cubicBezTo>
                          <a:pt x="4926" y="4321"/>
                          <a:pt x="5039" y="4202"/>
                          <a:pt x="5134" y="4277"/>
                        </a:cubicBezTo>
                        <a:cubicBezTo>
                          <a:pt x="5177" y="4310"/>
                          <a:pt x="5180" y="4372"/>
                          <a:pt x="5201" y="4420"/>
                        </a:cubicBezTo>
                        <a:cubicBezTo>
                          <a:pt x="5281" y="4596"/>
                          <a:pt x="5474" y="4700"/>
                          <a:pt x="5665" y="4689"/>
                        </a:cubicBezTo>
                        <a:cubicBezTo>
                          <a:pt x="5775" y="4682"/>
                          <a:pt x="5950" y="4586"/>
                          <a:pt x="5991" y="4480"/>
                        </a:cubicBezTo>
                        <a:cubicBezTo>
                          <a:pt x="5883" y="4483"/>
                          <a:pt x="5713" y="4480"/>
                          <a:pt x="5619" y="4422"/>
                        </a:cubicBezTo>
                        <a:cubicBezTo>
                          <a:pt x="5542" y="4374"/>
                          <a:pt x="5449" y="4272"/>
                          <a:pt x="5459" y="4175"/>
                        </a:cubicBezTo>
                        <a:cubicBezTo>
                          <a:pt x="5470" y="4073"/>
                          <a:pt x="5559" y="3918"/>
                          <a:pt x="5648" y="3869"/>
                        </a:cubicBezTo>
                        <a:cubicBezTo>
                          <a:pt x="5713" y="3834"/>
                          <a:pt x="5736" y="3864"/>
                          <a:pt x="5796" y="3883"/>
                        </a:cubicBezTo>
                        <a:cubicBezTo>
                          <a:pt x="5915" y="3920"/>
                          <a:pt x="6040" y="3929"/>
                          <a:pt x="6135" y="3842"/>
                        </a:cubicBezTo>
                        <a:cubicBezTo>
                          <a:pt x="6190" y="3791"/>
                          <a:pt x="6218" y="3714"/>
                          <a:pt x="6263" y="3656"/>
                        </a:cubicBezTo>
                        <a:cubicBezTo>
                          <a:pt x="6324" y="3577"/>
                          <a:pt x="6417" y="3562"/>
                          <a:pt x="6498" y="3514"/>
                        </a:cubicBezTo>
                        <a:cubicBezTo>
                          <a:pt x="6495" y="3531"/>
                          <a:pt x="6487" y="3551"/>
                          <a:pt x="6472" y="3572"/>
                        </a:cubicBezTo>
                        <a:cubicBezTo>
                          <a:pt x="6561" y="3516"/>
                          <a:pt x="6646" y="3400"/>
                          <a:pt x="6598" y="3293"/>
                        </a:cubicBezTo>
                        <a:cubicBezTo>
                          <a:pt x="6560" y="3208"/>
                          <a:pt x="6441" y="3173"/>
                          <a:pt x="6359" y="3161"/>
                        </a:cubicBezTo>
                        <a:cubicBezTo>
                          <a:pt x="6308" y="3153"/>
                          <a:pt x="6039" y="3207"/>
                          <a:pt x="6025" y="3169"/>
                        </a:cubicBezTo>
                        <a:cubicBezTo>
                          <a:pt x="6014" y="3138"/>
                          <a:pt x="6103" y="3098"/>
                          <a:pt x="6119" y="3083"/>
                        </a:cubicBezTo>
                        <a:cubicBezTo>
                          <a:pt x="6152" y="3053"/>
                          <a:pt x="6184" y="3002"/>
                          <a:pt x="6196" y="2959"/>
                        </a:cubicBezTo>
                        <a:cubicBezTo>
                          <a:pt x="6214" y="2893"/>
                          <a:pt x="6200" y="2771"/>
                          <a:pt x="6126" y="2743"/>
                        </a:cubicBezTo>
                        <a:cubicBezTo>
                          <a:pt x="6092" y="2811"/>
                          <a:pt x="6091" y="2877"/>
                          <a:pt x="6034" y="2934"/>
                        </a:cubicBezTo>
                        <a:cubicBezTo>
                          <a:pt x="5925" y="3043"/>
                          <a:pt x="5800" y="2996"/>
                          <a:pt x="5675" y="3054"/>
                        </a:cubicBezTo>
                        <a:cubicBezTo>
                          <a:pt x="5615" y="3081"/>
                          <a:pt x="5562" y="3112"/>
                          <a:pt x="5496" y="3123"/>
                        </a:cubicBezTo>
                        <a:cubicBezTo>
                          <a:pt x="5386" y="3141"/>
                          <a:pt x="5207" y="3157"/>
                          <a:pt x="5204" y="3003"/>
                        </a:cubicBezTo>
                        <a:cubicBezTo>
                          <a:pt x="5203" y="2949"/>
                          <a:pt x="5311" y="2755"/>
                          <a:pt x="5389" y="2807"/>
                        </a:cubicBezTo>
                        <a:cubicBezTo>
                          <a:pt x="5290" y="2742"/>
                          <a:pt x="5144" y="2757"/>
                          <a:pt x="5058" y="2840"/>
                        </a:cubicBezTo>
                        <a:cubicBezTo>
                          <a:pt x="4986" y="2738"/>
                          <a:pt x="4817" y="2770"/>
                          <a:pt x="4735" y="2848"/>
                        </a:cubicBezTo>
                        <a:cubicBezTo>
                          <a:pt x="4823" y="2874"/>
                          <a:pt x="4915" y="2938"/>
                          <a:pt x="4969" y="3019"/>
                        </a:cubicBezTo>
                        <a:cubicBezTo>
                          <a:pt x="5029" y="3108"/>
                          <a:pt x="4997" y="3182"/>
                          <a:pt x="4912" y="3236"/>
                        </a:cubicBezTo>
                        <a:cubicBezTo>
                          <a:pt x="4799" y="3307"/>
                          <a:pt x="4712" y="3309"/>
                          <a:pt x="4589" y="3262"/>
                        </a:cubicBezTo>
                        <a:cubicBezTo>
                          <a:pt x="4500" y="3228"/>
                          <a:pt x="4422" y="3191"/>
                          <a:pt x="4327" y="3222"/>
                        </a:cubicBezTo>
                        <a:cubicBezTo>
                          <a:pt x="4233" y="3253"/>
                          <a:pt x="4159" y="3390"/>
                          <a:pt x="4054" y="3371"/>
                        </a:cubicBezTo>
                        <a:cubicBezTo>
                          <a:pt x="4070" y="3258"/>
                          <a:pt x="4254" y="3142"/>
                          <a:pt x="4361" y="3115"/>
                        </a:cubicBezTo>
                        <a:cubicBezTo>
                          <a:pt x="4309" y="3068"/>
                          <a:pt x="4244" y="3070"/>
                          <a:pt x="4178" y="3077"/>
                        </a:cubicBezTo>
                        <a:cubicBezTo>
                          <a:pt x="4031" y="3094"/>
                          <a:pt x="3930" y="3149"/>
                          <a:pt x="3869" y="3290"/>
                        </a:cubicBezTo>
                        <a:cubicBezTo>
                          <a:pt x="3840" y="3358"/>
                          <a:pt x="3819" y="3446"/>
                          <a:pt x="3760" y="3496"/>
                        </a:cubicBezTo>
                        <a:cubicBezTo>
                          <a:pt x="3705" y="3542"/>
                          <a:pt x="3602" y="3552"/>
                          <a:pt x="3559" y="3485"/>
                        </a:cubicBezTo>
                        <a:cubicBezTo>
                          <a:pt x="3521" y="3423"/>
                          <a:pt x="3573" y="3345"/>
                          <a:pt x="3581" y="3283"/>
                        </a:cubicBezTo>
                        <a:cubicBezTo>
                          <a:pt x="3591" y="3206"/>
                          <a:pt x="3537" y="3150"/>
                          <a:pt x="3535" y="3086"/>
                        </a:cubicBezTo>
                        <a:cubicBezTo>
                          <a:pt x="3534" y="3014"/>
                          <a:pt x="3609" y="3025"/>
                          <a:pt x="3653" y="2979"/>
                        </a:cubicBezTo>
                        <a:cubicBezTo>
                          <a:pt x="3686" y="2944"/>
                          <a:pt x="3710" y="2894"/>
                          <a:pt x="3726" y="2843"/>
                        </a:cubicBezTo>
                        <a:cubicBezTo>
                          <a:pt x="3769" y="2885"/>
                          <a:pt x="3825" y="2916"/>
                          <a:pt x="3875" y="2925"/>
                        </a:cubicBezTo>
                        <a:cubicBezTo>
                          <a:pt x="3863" y="2836"/>
                          <a:pt x="3831" y="2763"/>
                          <a:pt x="3876" y="2673"/>
                        </a:cubicBezTo>
                        <a:cubicBezTo>
                          <a:pt x="3916" y="2590"/>
                          <a:pt x="4000" y="2508"/>
                          <a:pt x="4071" y="2455"/>
                        </a:cubicBezTo>
                        <a:cubicBezTo>
                          <a:pt x="4008" y="2622"/>
                          <a:pt x="4298" y="2592"/>
                          <a:pt x="4373" y="2544"/>
                        </a:cubicBezTo>
                        <a:cubicBezTo>
                          <a:pt x="4256" y="2426"/>
                          <a:pt x="4248" y="2310"/>
                          <a:pt x="4427" y="2237"/>
                        </a:cubicBezTo>
                        <a:cubicBezTo>
                          <a:pt x="4579" y="2176"/>
                          <a:pt x="4749" y="2165"/>
                          <a:pt x="4886" y="2067"/>
                        </a:cubicBezTo>
                        <a:cubicBezTo>
                          <a:pt x="4925" y="2099"/>
                          <a:pt x="4913" y="2144"/>
                          <a:pt x="4971" y="2166"/>
                        </a:cubicBezTo>
                        <a:cubicBezTo>
                          <a:pt x="5046" y="2194"/>
                          <a:pt x="5141" y="2152"/>
                          <a:pt x="5192" y="2101"/>
                        </a:cubicBezTo>
                        <a:cubicBezTo>
                          <a:pt x="5098" y="2107"/>
                          <a:pt x="5014" y="1997"/>
                          <a:pt x="5016" y="1908"/>
                        </a:cubicBezTo>
                        <a:cubicBezTo>
                          <a:pt x="5020" y="1773"/>
                          <a:pt x="5160" y="1705"/>
                          <a:pt x="5251" y="1636"/>
                        </a:cubicBezTo>
                        <a:cubicBezTo>
                          <a:pt x="5280" y="1614"/>
                          <a:pt x="5427" y="1530"/>
                          <a:pt x="5422" y="1505"/>
                        </a:cubicBezTo>
                        <a:cubicBezTo>
                          <a:pt x="5416" y="1483"/>
                          <a:pt x="5302" y="1436"/>
                          <a:pt x="5280" y="1433"/>
                        </a:cubicBezTo>
                        <a:cubicBezTo>
                          <a:pt x="5224" y="1424"/>
                          <a:pt x="5166" y="1448"/>
                          <a:pt x="5127" y="1488"/>
                        </a:cubicBezTo>
                        <a:cubicBezTo>
                          <a:pt x="5082" y="1336"/>
                          <a:pt x="4960" y="1304"/>
                          <a:pt x="4816" y="1315"/>
                        </a:cubicBezTo>
                        <a:cubicBezTo>
                          <a:pt x="4840" y="1330"/>
                          <a:pt x="4862" y="1349"/>
                          <a:pt x="4853" y="1340"/>
                        </a:cubicBezTo>
                        <a:cubicBezTo>
                          <a:pt x="5001" y="1501"/>
                          <a:pt x="4965" y="1857"/>
                          <a:pt x="4742" y="1936"/>
                        </a:cubicBezTo>
                        <a:cubicBezTo>
                          <a:pt x="4519" y="2015"/>
                          <a:pt x="4285" y="2046"/>
                          <a:pt x="4096" y="2198"/>
                        </a:cubicBezTo>
                        <a:cubicBezTo>
                          <a:pt x="3985" y="2286"/>
                          <a:pt x="3901" y="2379"/>
                          <a:pt x="3790" y="2447"/>
                        </a:cubicBezTo>
                        <a:cubicBezTo>
                          <a:pt x="3763" y="2457"/>
                          <a:pt x="3738" y="2470"/>
                          <a:pt x="3710" y="2474"/>
                        </a:cubicBezTo>
                        <a:cubicBezTo>
                          <a:pt x="3624" y="2474"/>
                          <a:pt x="3504" y="2456"/>
                          <a:pt x="3426" y="2528"/>
                        </a:cubicBezTo>
                        <a:cubicBezTo>
                          <a:pt x="3476" y="2542"/>
                          <a:pt x="3499" y="2607"/>
                          <a:pt x="3545" y="2631"/>
                        </a:cubicBezTo>
                        <a:cubicBezTo>
                          <a:pt x="3589" y="2654"/>
                          <a:pt x="3634" y="2654"/>
                          <a:pt x="3679" y="2646"/>
                        </a:cubicBezTo>
                        <a:cubicBezTo>
                          <a:pt x="3655" y="2690"/>
                          <a:pt x="3659" y="2735"/>
                          <a:pt x="3679" y="2777"/>
                        </a:cubicBezTo>
                        <a:cubicBezTo>
                          <a:pt x="3619" y="2797"/>
                          <a:pt x="3557" y="2812"/>
                          <a:pt x="3497" y="2834"/>
                        </a:cubicBezTo>
                        <a:cubicBezTo>
                          <a:pt x="3439" y="2700"/>
                          <a:pt x="3359" y="2722"/>
                          <a:pt x="3236" y="2690"/>
                        </a:cubicBezTo>
                        <a:cubicBezTo>
                          <a:pt x="3275" y="2756"/>
                          <a:pt x="3325" y="2825"/>
                          <a:pt x="3356" y="2895"/>
                        </a:cubicBezTo>
                        <a:cubicBezTo>
                          <a:pt x="3406" y="3005"/>
                          <a:pt x="3403" y="3183"/>
                          <a:pt x="3391" y="3307"/>
                        </a:cubicBezTo>
                        <a:cubicBezTo>
                          <a:pt x="3378" y="3445"/>
                          <a:pt x="3230" y="3924"/>
                          <a:pt x="3018" y="3837"/>
                        </a:cubicBezTo>
                        <a:cubicBezTo>
                          <a:pt x="2965" y="3816"/>
                          <a:pt x="2986" y="3781"/>
                          <a:pt x="3030" y="3749"/>
                        </a:cubicBezTo>
                        <a:cubicBezTo>
                          <a:pt x="3096" y="3700"/>
                          <a:pt x="3143" y="3692"/>
                          <a:pt x="3161" y="3600"/>
                        </a:cubicBezTo>
                        <a:cubicBezTo>
                          <a:pt x="3179" y="3510"/>
                          <a:pt x="3179" y="3361"/>
                          <a:pt x="3081" y="3316"/>
                        </a:cubicBezTo>
                        <a:cubicBezTo>
                          <a:pt x="3124" y="3271"/>
                          <a:pt x="3156" y="3217"/>
                          <a:pt x="3170" y="3156"/>
                        </a:cubicBezTo>
                        <a:cubicBezTo>
                          <a:pt x="3200" y="3013"/>
                          <a:pt x="3133" y="2869"/>
                          <a:pt x="3174" y="2730"/>
                        </a:cubicBezTo>
                        <a:cubicBezTo>
                          <a:pt x="3201" y="2639"/>
                          <a:pt x="3266" y="2556"/>
                          <a:pt x="3318" y="2477"/>
                        </a:cubicBezTo>
                        <a:cubicBezTo>
                          <a:pt x="3373" y="2393"/>
                          <a:pt x="3425" y="2368"/>
                          <a:pt x="3514" y="2320"/>
                        </a:cubicBezTo>
                        <a:cubicBezTo>
                          <a:pt x="3783" y="2175"/>
                          <a:pt x="4165" y="2201"/>
                          <a:pt x="4389" y="1971"/>
                        </a:cubicBezTo>
                        <a:cubicBezTo>
                          <a:pt x="4429" y="1930"/>
                          <a:pt x="4466" y="1876"/>
                          <a:pt x="4498" y="1830"/>
                        </a:cubicBezTo>
                        <a:cubicBezTo>
                          <a:pt x="4550" y="1755"/>
                          <a:pt x="4539" y="1759"/>
                          <a:pt x="4609" y="1807"/>
                        </a:cubicBezTo>
                        <a:cubicBezTo>
                          <a:pt x="4668" y="1847"/>
                          <a:pt x="4753" y="1834"/>
                          <a:pt x="4800" y="1781"/>
                        </a:cubicBezTo>
                        <a:cubicBezTo>
                          <a:pt x="4693" y="1747"/>
                          <a:pt x="4635" y="1599"/>
                          <a:pt x="4671" y="1504"/>
                        </a:cubicBezTo>
                        <a:cubicBezTo>
                          <a:pt x="4715" y="1389"/>
                          <a:pt x="4792" y="1268"/>
                          <a:pt x="4906" y="1210"/>
                        </a:cubicBezTo>
                        <a:cubicBezTo>
                          <a:pt x="5135" y="1092"/>
                          <a:pt x="5307" y="1201"/>
                          <a:pt x="5415" y="1405"/>
                        </a:cubicBezTo>
                        <a:cubicBezTo>
                          <a:pt x="5468" y="1506"/>
                          <a:pt x="5455" y="1642"/>
                          <a:pt x="5431" y="1746"/>
                        </a:cubicBezTo>
                        <a:cubicBezTo>
                          <a:pt x="5397" y="1893"/>
                          <a:pt x="5313" y="2056"/>
                          <a:pt x="5187" y="2145"/>
                        </a:cubicBezTo>
                        <a:cubicBezTo>
                          <a:pt x="5102" y="2206"/>
                          <a:pt x="4999" y="2230"/>
                          <a:pt x="4902" y="2267"/>
                        </a:cubicBezTo>
                        <a:cubicBezTo>
                          <a:pt x="4671" y="2356"/>
                          <a:pt x="4391" y="2369"/>
                          <a:pt x="4342" y="2663"/>
                        </a:cubicBezTo>
                        <a:cubicBezTo>
                          <a:pt x="4319" y="2802"/>
                          <a:pt x="4370" y="3015"/>
                          <a:pt x="4525" y="3057"/>
                        </a:cubicBezTo>
                        <a:cubicBezTo>
                          <a:pt x="4491" y="2944"/>
                          <a:pt x="4442" y="2812"/>
                          <a:pt x="4502" y="2697"/>
                        </a:cubicBezTo>
                        <a:cubicBezTo>
                          <a:pt x="4562" y="2581"/>
                          <a:pt x="4707" y="2518"/>
                          <a:pt x="4831" y="2503"/>
                        </a:cubicBezTo>
                        <a:cubicBezTo>
                          <a:pt x="5012" y="2483"/>
                          <a:pt x="5116" y="2440"/>
                          <a:pt x="5251" y="2313"/>
                        </a:cubicBezTo>
                        <a:cubicBezTo>
                          <a:pt x="5274" y="2291"/>
                          <a:pt x="5361" y="2179"/>
                          <a:pt x="5390" y="2245"/>
                        </a:cubicBezTo>
                        <a:cubicBezTo>
                          <a:pt x="5409" y="2286"/>
                          <a:pt x="5334" y="2342"/>
                          <a:pt x="5311" y="2366"/>
                        </a:cubicBezTo>
                        <a:cubicBezTo>
                          <a:pt x="5225" y="2459"/>
                          <a:pt x="5212" y="2546"/>
                          <a:pt x="5254" y="2663"/>
                        </a:cubicBezTo>
                        <a:cubicBezTo>
                          <a:pt x="5313" y="2642"/>
                          <a:pt x="5324" y="2554"/>
                          <a:pt x="5360" y="2507"/>
                        </a:cubicBezTo>
                        <a:cubicBezTo>
                          <a:pt x="5407" y="2446"/>
                          <a:pt x="5481" y="2408"/>
                          <a:pt x="5534" y="2353"/>
                        </a:cubicBezTo>
                        <a:cubicBezTo>
                          <a:pt x="5615" y="2269"/>
                          <a:pt x="5595" y="2127"/>
                          <a:pt x="5606" y="2018"/>
                        </a:cubicBezTo>
                        <a:cubicBezTo>
                          <a:pt x="5615" y="1938"/>
                          <a:pt x="5611" y="1842"/>
                          <a:pt x="5682" y="1786"/>
                        </a:cubicBezTo>
                        <a:cubicBezTo>
                          <a:pt x="5737" y="1742"/>
                          <a:pt x="5815" y="1754"/>
                          <a:pt x="5873" y="1789"/>
                        </a:cubicBezTo>
                        <a:cubicBezTo>
                          <a:pt x="5977" y="1851"/>
                          <a:pt x="6051" y="1970"/>
                          <a:pt x="5981" y="2089"/>
                        </a:cubicBezTo>
                        <a:cubicBezTo>
                          <a:pt x="5948" y="2143"/>
                          <a:pt x="5875" y="2182"/>
                          <a:pt x="5829" y="2225"/>
                        </a:cubicBezTo>
                        <a:cubicBezTo>
                          <a:pt x="5757" y="2291"/>
                          <a:pt x="5675" y="2348"/>
                          <a:pt x="5611" y="2422"/>
                        </a:cubicBezTo>
                        <a:cubicBezTo>
                          <a:pt x="5532" y="2513"/>
                          <a:pt x="5460" y="2655"/>
                          <a:pt x="5519" y="2777"/>
                        </a:cubicBezTo>
                        <a:cubicBezTo>
                          <a:pt x="5549" y="2838"/>
                          <a:pt x="5710" y="2918"/>
                          <a:pt x="5776" y="2906"/>
                        </a:cubicBezTo>
                        <a:cubicBezTo>
                          <a:pt x="5772" y="2861"/>
                          <a:pt x="5683" y="2821"/>
                          <a:pt x="5672" y="2756"/>
                        </a:cubicBezTo>
                        <a:cubicBezTo>
                          <a:pt x="5660" y="2683"/>
                          <a:pt x="5705" y="2617"/>
                          <a:pt x="5757" y="2576"/>
                        </a:cubicBezTo>
                        <a:cubicBezTo>
                          <a:pt x="5871" y="2486"/>
                          <a:pt x="6007" y="2423"/>
                          <a:pt x="6087" y="2297"/>
                        </a:cubicBezTo>
                        <a:cubicBezTo>
                          <a:pt x="6164" y="2176"/>
                          <a:pt x="6197" y="2067"/>
                          <a:pt x="6189" y="1923"/>
                        </a:cubicBezTo>
                        <a:cubicBezTo>
                          <a:pt x="6180" y="1783"/>
                          <a:pt x="6109" y="1688"/>
                          <a:pt x="5987" y="1620"/>
                        </a:cubicBezTo>
                        <a:cubicBezTo>
                          <a:pt x="5932" y="1590"/>
                          <a:pt x="5871" y="1552"/>
                          <a:pt x="5810" y="1535"/>
                        </a:cubicBezTo>
                        <a:cubicBezTo>
                          <a:pt x="5747" y="1517"/>
                          <a:pt x="5688" y="1530"/>
                          <a:pt x="5627" y="1529"/>
                        </a:cubicBezTo>
                        <a:cubicBezTo>
                          <a:pt x="5623" y="1461"/>
                          <a:pt x="5624" y="1387"/>
                          <a:pt x="5605" y="1319"/>
                        </a:cubicBezTo>
                        <a:cubicBezTo>
                          <a:pt x="5674" y="1301"/>
                          <a:pt x="5775" y="1213"/>
                          <a:pt x="5805" y="1158"/>
                        </a:cubicBezTo>
                        <a:cubicBezTo>
                          <a:pt x="5847" y="1084"/>
                          <a:pt x="5835" y="1013"/>
                          <a:pt x="5799" y="939"/>
                        </a:cubicBezTo>
                        <a:cubicBezTo>
                          <a:pt x="5780" y="902"/>
                          <a:pt x="5708" y="841"/>
                          <a:pt x="5736" y="794"/>
                        </a:cubicBezTo>
                        <a:cubicBezTo>
                          <a:pt x="5762" y="752"/>
                          <a:pt x="5869" y="756"/>
                          <a:pt x="5910" y="752"/>
                        </a:cubicBezTo>
                        <a:cubicBezTo>
                          <a:pt x="5972" y="745"/>
                          <a:pt x="6032" y="774"/>
                          <a:pt x="6089" y="769"/>
                        </a:cubicBezTo>
                        <a:cubicBezTo>
                          <a:pt x="6067" y="690"/>
                          <a:pt x="6039" y="616"/>
                          <a:pt x="5956" y="588"/>
                        </a:cubicBezTo>
                        <a:cubicBezTo>
                          <a:pt x="5867" y="558"/>
                          <a:pt x="5780" y="583"/>
                          <a:pt x="5700" y="631"/>
                        </a:cubicBezTo>
                        <a:cubicBezTo>
                          <a:pt x="5640" y="668"/>
                          <a:pt x="5607" y="752"/>
                          <a:pt x="5545" y="776"/>
                        </a:cubicBezTo>
                        <a:cubicBezTo>
                          <a:pt x="5478" y="802"/>
                          <a:pt x="5338" y="756"/>
                          <a:pt x="5265" y="741"/>
                        </a:cubicBezTo>
                        <a:cubicBezTo>
                          <a:pt x="5201" y="727"/>
                          <a:pt x="5156" y="712"/>
                          <a:pt x="5122" y="651"/>
                        </a:cubicBezTo>
                        <a:cubicBezTo>
                          <a:pt x="5188" y="555"/>
                          <a:pt x="5317" y="630"/>
                          <a:pt x="5412" y="634"/>
                        </a:cubicBezTo>
                        <a:cubicBezTo>
                          <a:pt x="5613" y="642"/>
                          <a:pt x="5756" y="457"/>
                          <a:pt x="5958" y="511"/>
                        </a:cubicBezTo>
                        <a:cubicBezTo>
                          <a:pt x="6000" y="522"/>
                          <a:pt x="6049" y="539"/>
                          <a:pt x="6081" y="571"/>
                        </a:cubicBezTo>
                        <a:cubicBezTo>
                          <a:pt x="6104" y="594"/>
                          <a:pt x="6153" y="628"/>
                          <a:pt x="6161" y="661"/>
                        </a:cubicBezTo>
                        <a:cubicBezTo>
                          <a:pt x="6171" y="700"/>
                          <a:pt x="6134" y="746"/>
                          <a:pt x="6111" y="774"/>
                        </a:cubicBezTo>
                        <a:lnTo>
                          <a:pt x="6111" y="774"/>
                        </a:lnTo>
                        <a:cubicBezTo>
                          <a:pt x="6072" y="820"/>
                          <a:pt x="6035" y="870"/>
                          <a:pt x="6003" y="922"/>
                        </a:cubicBezTo>
                        <a:cubicBezTo>
                          <a:pt x="5940" y="1025"/>
                          <a:pt x="5913" y="1141"/>
                          <a:pt x="5863" y="1248"/>
                        </a:cubicBezTo>
                        <a:cubicBezTo>
                          <a:pt x="5828" y="1322"/>
                          <a:pt x="5756" y="1350"/>
                          <a:pt x="5694" y="1395"/>
                        </a:cubicBezTo>
                        <a:cubicBezTo>
                          <a:pt x="5677" y="1407"/>
                          <a:pt x="5770" y="1441"/>
                          <a:pt x="5776" y="1442"/>
                        </a:cubicBezTo>
                        <a:cubicBezTo>
                          <a:pt x="5811" y="1447"/>
                          <a:pt x="5847" y="1446"/>
                          <a:pt x="5883" y="1452"/>
                        </a:cubicBezTo>
                        <a:cubicBezTo>
                          <a:pt x="5957" y="1464"/>
                          <a:pt x="5989" y="1492"/>
                          <a:pt x="6026" y="1558"/>
                        </a:cubicBezTo>
                        <a:cubicBezTo>
                          <a:pt x="6068" y="1634"/>
                          <a:pt x="6110" y="1720"/>
                          <a:pt x="6169" y="1783"/>
                        </a:cubicBezTo>
                        <a:cubicBezTo>
                          <a:pt x="6291" y="1913"/>
                          <a:pt x="6486" y="1985"/>
                          <a:pt x="6581" y="2139"/>
                        </a:cubicBezTo>
                        <a:cubicBezTo>
                          <a:pt x="6632" y="2222"/>
                          <a:pt x="6550" y="2311"/>
                          <a:pt x="6501" y="2372"/>
                        </a:cubicBezTo>
                        <a:cubicBezTo>
                          <a:pt x="6602" y="2379"/>
                          <a:pt x="6725" y="2361"/>
                          <a:pt x="6767" y="2252"/>
                        </a:cubicBezTo>
                        <a:cubicBezTo>
                          <a:pt x="6806" y="2153"/>
                          <a:pt x="6754" y="2066"/>
                          <a:pt x="6729" y="1977"/>
                        </a:cubicBezTo>
                        <a:cubicBezTo>
                          <a:pt x="6774" y="1924"/>
                          <a:pt x="6914" y="1926"/>
                          <a:pt x="6972" y="1953"/>
                        </a:cubicBezTo>
                        <a:cubicBezTo>
                          <a:pt x="6937" y="1883"/>
                          <a:pt x="6910" y="1826"/>
                          <a:pt x="6826" y="1807"/>
                        </a:cubicBezTo>
                        <a:cubicBezTo>
                          <a:pt x="6731" y="1785"/>
                          <a:pt x="6658" y="1827"/>
                          <a:pt x="6570" y="1844"/>
                        </a:cubicBezTo>
                        <a:cubicBezTo>
                          <a:pt x="6482" y="1860"/>
                          <a:pt x="6398" y="1770"/>
                          <a:pt x="6344" y="1710"/>
                        </a:cubicBezTo>
                        <a:cubicBezTo>
                          <a:pt x="6265" y="1621"/>
                          <a:pt x="6216" y="1509"/>
                          <a:pt x="6162" y="1405"/>
                        </a:cubicBezTo>
                        <a:cubicBezTo>
                          <a:pt x="6144" y="1369"/>
                          <a:pt x="6128" y="1335"/>
                          <a:pt x="6129" y="1295"/>
                        </a:cubicBezTo>
                        <a:cubicBezTo>
                          <a:pt x="6131" y="1200"/>
                          <a:pt x="6215" y="1210"/>
                          <a:pt x="6283" y="1228"/>
                        </a:cubicBezTo>
                        <a:cubicBezTo>
                          <a:pt x="6411" y="1261"/>
                          <a:pt x="6573" y="1383"/>
                          <a:pt x="6706" y="1298"/>
                        </a:cubicBezTo>
                        <a:cubicBezTo>
                          <a:pt x="6795" y="1241"/>
                          <a:pt x="6851" y="1121"/>
                          <a:pt x="6842" y="1016"/>
                        </a:cubicBezTo>
                        <a:cubicBezTo>
                          <a:pt x="6872" y="1038"/>
                          <a:pt x="6903" y="1061"/>
                          <a:pt x="6938" y="1075"/>
                        </a:cubicBezTo>
                        <a:cubicBezTo>
                          <a:pt x="6974" y="1090"/>
                          <a:pt x="6989" y="1079"/>
                          <a:pt x="6993" y="1125"/>
                        </a:cubicBezTo>
                        <a:lnTo>
                          <a:pt x="6993" y="1125"/>
                        </a:lnTo>
                        <a:cubicBezTo>
                          <a:pt x="6994" y="1142"/>
                          <a:pt x="6995" y="1159"/>
                          <a:pt x="6995" y="1176"/>
                        </a:cubicBezTo>
                        <a:cubicBezTo>
                          <a:pt x="6995" y="1192"/>
                          <a:pt x="6995" y="1208"/>
                          <a:pt x="6993" y="1223"/>
                        </a:cubicBezTo>
                        <a:cubicBezTo>
                          <a:pt x="6985" y="1337"/>
                          <a:pt x="6885" y="1449"/>
                          <a:pt x="6790" y="1501"/>
                        </a:cubicBezTo>
                        <a:lnTo>
                          <a:pt x="6790" y="1501"/>
                        </a:lnTo>
                        <a:cubicBezTo>
                          <a:pt x="6732" y="1534"/>
                          <a:pt x="6666" y="1551"/>
                          <a:pt x="6599" y="1551"/>
                        </a:cubicBezTo>
                        <a:lnTo>
                          <a:pt x="6598" y="1551"/>
                        </a:lnTo>
                        <a:cubicBezTo>
                          <a:pt x="6576" y="1551"/>
                          <a:pt x="6399" y="1528"/>
                          <a:pt x="6402" y="1500"/>
                        </a:cubicBezTo>
                        <a:cubicBezTo>
                          <a:pt x="6391" y="1601"/>
                          <a:pt x="6551" y="1711"/>
                          <a:pt x="6636" y="1735"/>
                        </a:cubicBezTo>
                        <a:cubicBezTo>
                          <a:pt x="6747" y="1768"/>
                          <a:pt x="6879" y="1719"/>
                          <a:pt x="6970" y="1803"/>
                        </a:cubicBezTo>
                        <a:cubicBezTo>
                          <a:pt x="7115" y="1935"/>
                          <a:pt x="7114" y="2252"/>
                          <a:pt x="7081" y="2434"/>
                        </a:cubicBezTo>
                        <a:cubicBezTo>
                          <a:pt x="7056" y="2579"/>
                          <a:pt x="6912" y="2584"/>
                          <a:pt x="6786" y="2540"/>
                        </a:cubicBezTo>
                        <a:cubicBezTo>
                          <a:pt x="6764" y="2632"/>
                          <a:pt x="6896" y="2728"/>
                          <a:pt x="6970" y="2749"/>
                        </a:cubicBezTo>
                        <a:cubicBezTo>
                          <a:pt x="7070" y="2778"/>
                          <a:pt x="7171" y="2760"/>
                          <a:pt x="7248" y="2696"/>
                        </a:cubicBezTo>
                        <a:cubicBezTo>
                          <a:pt x="7366" y="2787"/>
                          <a:pt x="7621" y="2820"/>
                          <a:pt x="7764" y="2776"/>
                        </a:cubicBezTo>
                        <a:cubicBezTo>
                          <a:pt x="7931" y="2724"/>
                          <a:pt x="7979" y="2492"/>
                          <a:pt x="7930" y="2341"/>
                        </a:cubicBezTo>
                        <a:cubicBezTo>
                          <a:pt x="7869" y="2483"/>
                          <a:pt x="7717" y="2570"/>
                          <a:pt x="7564" y="2551"/>
                        </a:cubicBezTo>
                        <a:cubicBezTo>
                          <a:pt x="7435" y="2536"/>
                          <a:pt x="7327" y="2454"/>
                          <a:pt x="7308" y="2325"/>
                        </a:cubicBezTo>
                        <a:cubicBezTo>
                          <a:pt x="7290" y="2201"/>
                          <a:pt x="7316" y="2076"/>
                          <a:pt x="7297" y="1952"/>
                        </a:cubicBezTo>
                        <a:cubicBezTo>
                          <a:pt x="7285" y="1872"/>
                          <a:pt x="7186" y="1752"/>
                          <a:pt x="7268" y="1681"/>
                        </a:cubicBezTo>
                        <a:cubicBezTo>
                          <a:pt x="7346" y="1613"/>
                          <a:pt x="7488" y="1647"/>
                          <a:pt x="7528" y="1530"/>
                        </a:cubicBezTo>
                        <a:cubicBezTo>
                          <a:pt x="7570" y="1537"/>
                          <a:pt x="7611" y="1563"/>
                          <a:pt x="7644" y="1589"/>
                        </a:cubicBezTo>
                        <a:cubicBezTo>
                          <a:pt x="7658" y="1600"/>
                          <a:pt x="7675" y="1609"/>
                          <a:pt x="7688" y="1621"/>
                        </a:cubicBezTo>
                        <a:cubicBezTo>
                          <a:pt x="7722" y="1654"/>
                          <a:pt x="7771" y="1734"/>
                          <a:pt x="7782" y="1778"/>
                        </a:cubicBezTo>
                        <a:cubicBezTo>
                          <a:pt x="7811" y="1901"/>
                          <a:pt x="7687" y="1930"/>
                          <a:pt x="7600" y="1877"/>
                        </a:cubicBezTo>
                        <a:cubicBezTo>
                          <a:pt x="7560" y="1854"/>
                          <a:pt x="7511" y="1825"/>
                          <a:pt x="7482" y="1789"/>
                        </a:cubicBezTo>
                        <a:cubicBezTo>
                          <a:pt x="7461" y="1765"/>
                          <a:pt x="7450" y="1728"/>
                          <a:pt x="7423" y="1710"/>
                        </a:cubicBezTo>
                        <a:cubicBezTo>
                          <a:pt x="7421" y="1761"/>
                          <a:pt x="7415" y="1817"/>
                          <a:pt x="7423" y="1869"/>
                        </a:cubicBezTo>
                        <a:cubicBezTo>
                          <a:pt x="7434" y="1950"/>
                          <a:pt x="7472" y="2036"/>
                          <a:pt x="7541" y="2085"/>
                        </a:cubicBezTo>
                        <a:cubicBezTo>
                          <a:pt x="7595" y="2124"/>
                          <a:pt x="7667" y="2143"/>
                          <a:pt x="7733" y="2146"/>
                        </a:cubicBezTo>
                        <a:cubicBezTo>
                          <a:pt x="7795" y="2148"/>
                          <a:pt x="7825" y="2096"/>
                          <a:pt x="7876" y="2091"/>
                        </a:cubicBezTo>
                        <a:cubicBezTo>
                          <a:pt x="7977" y="2082"/>
                          <a:pt x="8079" y="2186"/>
                          <a:pt x="8111" y="2272"/>
                        </a:cubicBezTo>
                        <a:cubicBezTo>
                          <a:pt x="8156" y="2396"/>
                          <a:pt x="8114" y="2520"/>
                          <a:pt x="8089" y="2644"/>
                        </a:cubicBezTo>
                        <a:cubicBezTo>
                          <a:pt x="8055" y="2809"/>
                          <a:pt x="7891" y="2845"/>
                          <a:pt x="7748" y="2881"/>
                        </a:cubicBezTo>
                        <a:cubicBezTo>
                          <a:pt x="7751" y="3008"/>
                          <a:pt x="8018" y="2980"/>
                          <a:pt x="8096" y="2952"/>
                        </a:cubicBezTo>
                        <a:cubicBezTo>
                          <a:pt x="8156" y="2930"/>
                          <a:pt x="8200" y="2905"/>
                          <a:pt x="8236" y="2849"/>
                        </a:cubicBezTo>
                        <a:cubicBezTo>
                          <a:pt x="8267" y="2800"/>
                          <a:pt x="8258" y="2729"/>
                          <a:pt x="8313" y="2698"/>
                        </a:cubicBezTo>
                        <a:cubicBezTo>
                          <a:pt x="8381" y="2739"/>
                          <a:pt x="8402" y="2820"/>
                          <a:pt x="8413" y="2894"/>
                        </a:cubicBezTo>
                        <a:cubicBezTo>
                          <a:pt x="8419" y="2937"/>
                          <a:pt x="8413" y="2984"/>
                          <a:pt x="8414" y="3029"/>
                        </a:cubicBezTo>
                        <a:lnTo>
                          <a:pt x="8414" y="3029"/>
                        </a:lnTo>
                        <a:cubicBezTo>
                          <a:pt x="8375" y="3051"/>
                          <a:pt x="8330" y="3063"/>
                          <a:pt x="8284" y="3063"/>
                        </a:cubicBezTo>
                        <a:cubicBezTo>
                          <a:pt x="8153" y="3065"/>
                          <a:pt x="8030" y="3033"/>
                          <a:pt x="7895" y="3046"/>
                        </a:cubicBezTo>
                        <a:cubicBezTo>
                          <a:pt x="7782" y="3056"/>
                          <a:pt x="7726" y="3131"/>
                          <a:pt x="7628" y="3170"/>
                        </a:cubicBezTo>
                        <a:cubicBezTo>
                          <a:pt x="7510" y="3217"/>
                          <a:pt x="7480" y="3147"/>
                          <a:pt x="7434" y="3055"/>
                        </a:cubicBezTo>
                        <a:cubicBezTo>
                          <a:pt x="7332" y="2850"/>
                          <a:pt x="7129" y="2839"/>
                          <a:pt x="6924" y="2871"/>
                        </a:cubicBezTo>
                        <a:cubicBezTo>
                          <a:pt x="6823" y="2888"/>
                          <a:pt x="6743" y="2918"/>
                          <a:pt x="6690" y="2810"/>
                        </a:cubicBezTo>
                        <a:cubicBezTo>
                          <a:pt x="6649" y="2726"/>
                          <a:pt x="6657" y="2628"/>
                          <a:pt x="6594" y="2554"/>
                        </a:cubicBezTo>
                        <a:cubicBezTo>
                          <a:pt x="6526" y="2473"/>
                          <a:pt x="6445" y="2491"/>
                          <a:pt x="6356" y="2469"/>
                        </a:cubicBezTo>
                        <a:cubicBezTo>
                          <a:pt x="6256" y="2445"/>
                          <a:pt x="6236" y="2378"/>
                          <a:pt x="6190" y="2294"/>
                        </a:cubicBezTo>
                        <a:cubicBezTo>
                          <a:pt x="6210" y="2368"/>
                          <a:pt x="6184" y="2316"/>
                          <a:pt x="6170" y="2271"/>
                        </a:cubicBezTo>
                        <a:cubicBezTo>
                          <a:pt x="6097" y="2355"/>
                          <a:pt x="6104" y="2459"/>
                          <a:pt x="6174" y="2539"/>
                        </a:cubicBezTo>
                        <a:cubicBezTo>
                          <a:pt x="6094" y="2575"/>
                          <a:pt x="5995" y="2665"/>
                          <a:pt x="6043" y="2766"/>
                        </a:cubicBezTo>
                        <a:cubicBezTo>
                          <a:pt x="6041" y="2761"/>
                          <a:pt x="6131" y="2701"/>
                          <a:pt x="6141" y="2694"/>
                        </a:cubicBezTo>
                        <a:cubicBezTo>
                          <a:pt x="6173" y="2670"/>
                          <a:pt x="6218" y="2661"/>
                          <a:pt x="6257" y="2650"/>
                        </a:cubicBezTo>
                        <a:cubicBezTo>
                          <a:pt x="6299" y="2638"/>
                          <a:pt x="6344" y="2653"/>
                          <a:pt x="6385" y="2666"/>
                        </a:cubicBezTo>
                        <a:cubicBezTo>
                          <a:pt x="6470" y="2693"/>
                          <a:pt x="6506" y="2766"/>
                          <a:pt x="6534" y="2845"/>
                        </a:cubicBezTo>
                        <a:cubicBezTo>
                          <a:pt x="6568" y="2943"/>
                          <a:pt x="6636" y="3018"/>
                          <a:pt x="6725" y="3072"/>
                        </a:cubicBezTo>
                        <a:cubicBezTo>
                          <a:pt x="6788" y="3109"/>
                          <a:pt x="6867" y="3138"/>
                          <a:pt x="6899" y="3210"/>
                        </a:cubicBezTo>
                        <a:cubicBezTo>
                          <a:pt x="6928" y="3276"/>
                          <a:pt x="6872" y="3339"/>
                          <a:pt x="6829" y="3382"/>
                        </a:cubicBezTo>
                        <a:cubicBezTo>
                          <a:pt x="6797" y="3415"/>
                          <a:pt x="6762" y="3434"/>
                          <a:pt x="6721" y="3455"/>
                        </a:cubicBezTo>
                        <a:cubicBezTo>
                          <a:pt x="6741" y="3453"/>
                          <a:pt x="6765" y="3470"/>
                          <a:pt x="6784" y="3474"/>
                        </a:cubicBezTo>
                        <a:cubicBezTo>
                          <a:pt x="6852" y="3488"/>
                          <a:pt x="6913" y="3497"/>
                          <a:pt x="6973" y="3453"/>
                        </a:cubicBezTo>
                        <a:cubicBezTo>
                          <a:pt x="7049" y="3397"/>
                          <a:pt x="7086" y="3296"/>
                          <a:pt x="7057" y="3206"/>
                        </a:cubicBezTo>
                        <a:cubicBezTo>
                          <a:pt x="7044" y="3168"/>
                          <a:pt x="6983" y="3089"/>
                          <a:pt x="7021" y="3048"/>
                        </a:cubicBezTo>
                        <a:cubicBezTo>
                          <a:pt x="7098" y="2963"/>
                          <a:pt x="7234" y="3202"/>
                          <a:pt x="7253" y="3247"/>
                        </a:cubicBezTo>
                        <a:cubicBezTo>
                          <a:pt x="7340" y="3454"/>
                          <a:pt x="7282" y="3625"/>
                          <a:pt x="7065" y="3712"/>
                        </a:cubicBezTo>
                        <a:cubicBezTo>
                          <a:pt x="6975" y="3749"/>
                          <a:pt x="6844" y="3674"/>
                          <a:pt x="6763" y="3626"/>
                        </a:cubicBezTo>
                        <a:cubicBezTo>
                          <a:pt x="6719" y="3600"/>
                          <a:pt x="6676" y="3546"/>
                          <a:pt x="6630" y="3529"/>
                        </a:cubicBezTo>
                        <a:cubicBezTo>
                          <a:pt x="6592" y="3634"/>
                          <a:pt x="6684" y="3725"/>
                          <a:pt x="6747" y="3794"/>
                        </a:cubicBezTo>
                        <a:cubicBezTo>
                          <a:pt x="6806" y="3858"/>
                          <a:pt x="6892" y="4014"/>
                          <a:pt x="6727" y="3989"/>
                        </a:cubicBezTo>
                        <a:cubicBezTo>
                          <a:pt x="6613" y="3973"/>
                          <a:pt x="6550" y="3900"/>
                          <a:pt x="6425" y="3922"/>
                        </a:cubicBezTo>
                        <a:cubicBezTo>
                          <a:pt x="6297" y="3945"/>
                          <a:pt x="6179" y="4038"/>
                          <a:pt x="6052" y="4081"/>
                        </a:cubicBezTo>
                        <a:cubicBezTo>
                          <a:pt x="5916" y="4127"/>
                          <a:pt x="5788" y="4125"/>
                          <a:pt x="5646" y="4120"/>
                        </a:cubicBezTo>
                        <a:cubicBezTo>
                          <a:pt x="5629" y="4209"/>
                          <a:pt x="5809" y="4266"/>
                          <a:pt x="5873" y="4276"/>
                        </a:cubicBezTo>
                        <a:cubicBezTo>
                          <a:pt x="6016" y="4298"/>
                          <a:pt x="6149" y="4217"/>
                          <a:pt x="6270" y="4153"/>
                        </a:cubicBezTo>
                        <a:cubicBezTo>
                          <a:pt x="6470" y="4048"/>
                          <a:pt x="6747" y="4149"/>
                          <a:pt x="6957" y="4161"/>
                        </a:cubicBezTo>
                        <a:cubicBezTo>
                          <a:pt x="7132" y="4171"/>
                          <a:pt x="7197" y="4363"/>
                          <a:pt x="7318" y="4459"/>
                        </a:cubicBezTo>
                        <a:cubicBezTo>
                          <a:pt x="7458" y="4572"/>
                          <a:pt x="7590" y="4657"/>
                          <a:pt x="7776" y="4618"/>
                        </a:cubicBezTo>
                        <a:cubicBezTo>
                          <a:pt x="7873" y="4597"/>
                          <a:pt x="7960" y="4549"/>
                          <a:pt x="8057" y="4532"/>
                        </a:cubicBezTo>
                        <a:cubicBezTo>
                          <a:pt x="8084" y="4589"/>
                          <a:pt x="8055" y="4634"/>
                          <a:pt x="8099" y="4693"/>
                        </a:cubicBezTo>
                        <a:cubicBezTo>
                          <a:pt x="8144" y="4752"/>
                          <a:pt x="8202" y="4796"/>
                          <a:pt x="8267" y="4831"/>
                        </a:cubicBezTo>
                        <a:cubicBezTo>
                          <a:pt x="8355" y="4878"/>
                          <a:pt x="8443" y="4939"/>
                          <a:pt x="8530" y="4990"/>
                        </a:cubicBezTo>
                        <a:cubicBezTo>
                          <a:pt x="8447" y="5098"/>
                          <a:pt x="8322" y="5168"/>
                          <a:pt x="8178" y="5134"/>
                        </a:cubicBezTo>
                        <a:moveTo>
                          <a:pt x="5475" y="1055"/>
                        </a:moveTo>
                        <a:cubicBezTo>
                          <a:pt x="5484" y="1028"/>
                          <a:pt x="5494" y="1005"/>
                          <a:pt x="5501" y="981"/>
                        </a:cubicBezTo>
                        <a:cubicBezTo>
                          <a:pt x="5607" y="1040"/>
                          <a:pt x="5656" y="1169"/>
                          <a:pt x="5598" y="1299"/>
                        </a:cubicBezTo>
                        <a:lnTo>
                          <a:pt x="5598" y="1299"/>
                        </a:lnTo>
                        <a:cubicBezTo>
                          <a:pt x="5592" y="1283"/>
                          <a:pt x="5585" y="1266"/>
                          <a:pt x="5576" y="1251"/>
                        </a:cubicBezTo>
                        <a:cubicBezTo>
                          <a:pt x="5576" y="1250"/>
                          <a:pt x="5575" y="1249"/>
                          <a:pt x="5574" y="1248"/>
                        </a:cubicBezTo>
                        <a:cubicBezTo>
                          <a:pt x="5534" y="1181"/>
                          <a:pt x="5447" y="1145"/>
                          <a:pt x="5476" y="1055"/>
                        </a:cubicBezTo>
                        <a:lnTo>
                          <a:pt x="5475" y="1055"/>
                        </a:lnTo>
                        <a:moveTo>
                          <a:pt x="8711" y="4039"/>
                        </a:moveTo>
                        <a:cubicBezTo>
                          <a:pt x="8651" y="4054"/>
                          <a:pt x="8540" y="4099"/>
                          <a:pt x="8494" y="4135"/>
                        </a:cubicBezTo>
                        <a:cubicBezTo>
                          <a:pt x="8429" y="4126"/>
                          <a:pt x="8353" y="4200"/>
                          <a:pt x="8345" y="4257"/>
                        </a:cubicBezTo>
                        <a:cubicBezTo>
                          <a:pt x="8333" y="4270"/>
                          <a:pt x="8325" y="4294"/>
                          <a:pt x="8317" y="4314"/>
                        </a:cubicBezTo>
                        <a:cubicBezTo>
                          <a:pt x="8406" y="4307"/>
                          <a:pt x="8590" y="4245"/>
                          <a:pt x="8661" y="4315"/>
                        </a:cubicBezTo>
                        <a:cubicBezTo>
                          <a:pt x="8744" y="4394"/>
                          <a:pt x="8697" y="4564"/>
                          <a:pt x="8655" y="4696"/>
                        </a:cubicBezTo>
                        <a:cubicBezTo>
                          <a:pt x="8649" y="4715"/>
                          <a:pt x="8643" y="4734"/>
                          <a:pt x="8637" y="4751"/>
                        </a:cubicBezTo>
                        <a:cubicBezTo>
                          <a:pt x="8524" y="4736"/>
                          <a:pt x="8404" y="4676"/>
                          <a:pt x="8335" y="4592"/>
                        </a:cubicBezTo>
                        <a:cubicBezTo>
                          <a:pt x="8241" y="4478"/>
                          <a:pt x="8287" y="4408"/>
                          <a:pt x="8294" y="4280"/>
                        </a:cubicBezTo>
                        <a:cubicBezTo>
                          <a:pt x="8300" y="4182"/>
                          <a:pt x="8265" y="4101"/>
                          <a:pt x="8192" y="4035"/>
                        </a:cubicBezTo>
                        <a:cubicBezTo>
                          <a:pt x="8157" y="4003"/>
                          <a:pt x="8122" y="3983"/>
                          <a:pt x="8075" y="3972"/>
                        </a:cubicBezTo>
                        <a:cubicBezTo>
                          <a:pt x="8043" y="3964"/>
                          <a:pt x="7975" y="3977"/>
                          <a:pt x="7949" y="3961"/>
                        </a:cubicBezTo>
                        <a:cubicBezTo>
                          <a:pt x="8039" y="4015"/>
                          <a:pt x="8170" y="4119"/>
                          <a:pt x="8132" y="4239"/>
                        </a:cubicBezTo>
                        <a:cubicBezTo>
                          <a:pt x="8084" y="4392"/>
                          <a:pt x="7948" y="4285"/>
                          <a:pt x="7844" y="4329"/>
                        </a:cubicBezTo>
                        <a:cubicBezTo>
                          <a:pt x="7769" y="4360"/>
                          <a:pt x="7716" y="4387"/>
                          <a:pt x="7630" y="4369"/>
                        </a:cubicBezTo>
                        <a:cubicBezTo>
                          <a:pt x="7579" y="4357"/>
                          <a:pt x="7464" y="4303"/>
                          <a:pt x="7454" y="4244"/>
                        </a:cubicBezTo>
                        <a:cubicBezTo>
                          <a:pt x="7441" y="4174"/>
                          <a:pt x="7563" y="4129"/>
                          <a:pt x="7618" y="4108"/>
                        </a:cubicBezTo>
                        <a:cubicBezTo>
                          <a:pt x="7756" y="4053"/>
                          <a:pt x="7810" y="3899"/>
                          <a:pt x="7955" y="3858"/>
                        </a:cubicBezTo>
                        <a:cubicBezTo>
                          <a:pt x="8096" y="3819"/>
                          <a:pt x="8271" y="4032"/>
                          <a:pt x="8373" y="3845"/>
                        </a:cubicBezTo>
                        <a:cubicBezTo>
                          <a:pt x="8301" y="3831"/>
                          <a:pt x="8228" y="3820"/>
                          <a:pt x="8170" y="3772"/>
                        </a:cubicBezTo>
                        <a:cubicBezTo>
                          <a:pt x="8114" y="3725"/>
                          <a:pt x="8072" y="3648"/>
                          <a:pt x="7990" y="3647"/>
                        </a:cubicBezTo>
                        <a:cubicBezTo>
                          <a:pt x="7916" y="3646"/>
                          <a:pt x="7861" y="3739"/>
                          <a:pt x="7796" y="3680"/>
                        </a:cubicBezTo>
                        <a:cubicBezTo>
                          <a:pt x="7740" y="3629"/>
                          <a:pt x="7711" y="3486"/>
                          <a:pt x="7679" y="3420"/>
                        </a:cubicBezTo>
                        <a:cubicBezTo>
                          <a:pt x="7565" y="3505"/>
                          <a:pt x="7680" y="3617"/>
                          <a:pt x="7705" y="3709"/>
                        </a:cubicBezTo>
                        <a:cubicBezTo>
                          <a:pt x="7735" y="3819"/>
                          <a:pt x="7666" y="3917"/>
                          <a:pt x="7577" y="3974"/>
                        </a:cubicBezTo>
                        <a:cubicBezTo>
                          <a:pt x="7469" y="4043"/>
                          <a:pt x="7346" y="4106"/>
                          <a:pt x="7233" y="4022"/>
                        </a:cubicBezTo>
                        <a:cubicBezTo>
                          <a:pt x="7139" y="3952"/>
                          <a:pt x="7115" y="3892"/>
                          <a:pt x="7207" y="3823"/>
                        </a:cubicBezTo>
                        <a:cubicBezTo>
                          <a:pt x="7300" y="3753"/>
                          <a:pt x="7404" y="3690"/>
                          <a:pt x="7488" y="3611"/>
                        </a:cubicBezTo>
                        <a:cubicBezTo>
                          <a:pt x="7592" y="3512"/>
                          <a:pt x="7663" y="3401"/>
                          <a:pt x="7785" y="3313"/>
                        </a:cubicBezTo>
                        <a:cubicBezTo>
                          <a:pt x="7900" y="3230"/>
                          <a:pt x="8025" y="3228"/>
                          <a:pt x="8162" y="3248"/>
                        </a:cubicBezTo>
                        <a:cubicBezTo>
                          <a:pt x="8299" y="3267"/>
                          <a:pt x="8418" y="3295"/>
                          <a:pt x="8525" y="3230"/>
                        </a:cubicBezTo>
                        <a:cubicBezTo>
                          <a:pt x="8597" y="3325"/>
                          <a:pt x="8639" y="3500"/>
                          <a:pt x="8454" y="3483"/>
                        </a:cubicBezTo>
                        <a:cubicBezTo>
                          <a:pt x="8377" y="3476"/>
                          <a:pt x="8346" y="3411"/>
                          <a:pt x="8284" y="3379"/>
                        </a:cubicBezTo>
                        <a:cubicBezTo>
                          <a:pt x="8164" y="3317"/>
                          <a:pt x="8033" y="3372"/>
                          <a:pt x="7951" y="3462"/>
                        </a:cubicBezTo>
                        <a:lnTo>
                          <a:pt x="7951" y="3462"/>
                        </a:lnTo>
                        <a:cubicBezTo>
                          <a:pt x="7945" y="3466"/>
                          <a:pt x="7939" y="3470"/>
                          <a:pt x="7933" y="3475"/>
                        </a:cubicBezTo>
                        <a:cubicBezTo>
                          <a:pt x="8083" y="3500"/>
                          <a:pt x="8210" y="3547"/>
                          <a:pt x="8325" y="3647"/>
                        </a:cubicBezTo>
                        <a:cubicBezTo>
                          <a:pt x="8391" y="3704"/>
                          <a:pt x="8497" y="3764"/>
                          <a:pt x="8582" y="3786"/>
                        </a:cubicBezTo>
                        <a:cubicBezTo>
                          <a:pt x="8654" y="3804"/>
                          <a:pt x="8749" y="3754"/>
                          <a:pt x="8793" y="3842"/>
                        </a:cubicBezTo>
                        <a:cubicBezTo>
                          <a:pt x="8841" y="3935"/>
                          <a:pt x="8745" y="3978"/>
                          <a:pt x="8711" y="40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628" name="Google Shape;2628;p53">
                    <a:extLst>
                      <a:ext uri="{FF2B5EF4-FFF2-40B4-BE49-F238E27FC236}">
                        <a16:creationId xmlns:a16="http://schemas.microsoft.com/office/drawing/2014/main" id="{94AB0723-7032-6BDC-9B7C-A696E871A98C}"/>
                      </a:ext>
                    </a:extLst>
                  </p:cNvPr>
                  <p:cNvGrpSpPr/>
                  <p:nvPr/>
                </p:nvGrpSpPr>
                <p:grpSpPr>
                  <a:xfrm>
                    <a:off x="3112932" y="1627346"/>
                    <a:ext cx="2312034" cy="863800"/>
                    <a:chOff x="3112932" y="1627346"/>
                    <a:chExt cx="2312034" cy="863800"/>
                  </a:xfrm>
                </p:grpSpPr>
                <p:sp>
                  <p:nvSpPr>
                    <p:cNvPr id="2629" name="Google Shape;2629;p53">
                      <a:extLst>
                        <a:ext uri="{FF2B5EF4-FFF2-40B4-BE49-F238E27FC236}">
                          <a16:creationId xmlns:a16="http://schemas.microsoft.com/office/drawing/2014/main" id="{FEB8E72F-0C40-439F-BEA7-A55814F517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3674" y="1799556"/>
                      <a:ext cx="451293" cy="4421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78" h="1448" extrusionOk="0">
                          <a:moveTo>
                            <a:pt x="441" y="1397"/>
                          </a:moveTo>
                          <a:cubicBezTo>
                            <a:pt x="491" y="1438"/>
                            <a:pt x="536" y="1447"/>
                            <a:pt x="597" y="1428"/>
                          </a:cubicBezTo>
                          <a:lnTo>
                            <a:pt x="597" y="1428"/>
                          </a:lnTo>
                          <a:cubicBezTo>
                            <a:pt x="628" y="1418"/>
                            <a:pt x="658" y="1407"/>
                            <a:pt x="687" y="1393"/>
                          </a:cubicBezTo>
                          <a:lnTo>
                            <a:pt x="687" y="1393"/>
                          </a:lnTo>
                          <a:cubicBezTo>
                            <a:pt x="692" y="1391"/>
                            <a:pt x="698" y="1388"/>
                            <a:pt x="702" y="1386"/>
                          </a:cubicBezTo>
                          <a:cubicBezTo>
                            <a:pt x="731" y="1370"/>
                            <a:pt x="753" y="1346"/>
                            <a:pt x="769" y="1318"/>
                          </a:cubicBezTo>
                          <a:cubicBezTo>
                            <a:pt x="770" y="1317"/>
                            <a:pt x="771" y="1315"/>
                            <a:pt x="772" y="1314"/>
                          </a:cubicBezTo>
                          <a:cubicBezTo>
                            <a:pt x="783" y="1293"/>
                            <a:pt x="791" y="1262"/>
                            <a:pt x="817" y="1276"/>
                          </a:cubicBezTo>
                          <a:cubicBezTo>
                            <a:pt x="830" y="1283"/>
                            <a:pt x="841" y="1302"/>
                            <a:pt x="853" y="1313"/>
                          </a:cubicBezTo>
                          <a:lnTo>
                            <a:pt x="854" y="1315"/>
                          </a:lnTo>
                          <a:lnTo>
                            <a:pt x="854" y="1315"/>
                          </a:lnTo>
                          <a:cubicBezTo>
                            <a:pt x="868" y="1327"/>
                            <a:pt x="883" y="1338"/>
                            <a:pt x="899" y="1347"/>
                          </a:cubicBezTo>
                          <a:cubicBezTo>
                            <a:pt x="985" y="1404"/>
                            <a:pt x="1086" y="1415"/>
                            <a:pt x="1186" y="1419"/>
                          </a:cubicBezTo>
                          <a:cubicBezTo>
                            <a:pt x="1233" y="1420"/>
                            <a:pt x="1290" y="1424"/>
                            <a:pt x="1335" y="1406"/>
                          </a:cubicBezTo>
                          <a:cubicBezTo>
                            <a:pt x="1373" y="1392"/>
                            <a:pt x="1414" y="1347"/>
                            <a:pt x="1437" y="1312"/>
                          </a:cubicBezTo>
                          <a:cubicBezTo>
                            <a:pt x="1456" y="1283"/>
                            <a:pt x="1460" y="1247"/>
                            <a:pt x="1477" y="1218"/>
                          </a:cubicBezTo>
                          <a:cubicBezTo>
                            <a:pt x="1435" y="1300"/>
                            <a:pt x="1345" y="1380"/>
                            <a:pt x="1246" y="1377"/>
                          </a:cubicBezTo>
                          <a:cubicBezTo>
                            <a:pt x="1087" y="1373"/>
                            <a:pt x="877" y="1327"/>
                            <a:pt x="822" y="1185"/>
                          </a:cubicBezTo>
                          <a:cubicBezTo>
                            <a:pt x="767" y="1043"/>
                            <a:pt x="824" y="942"/>
                            <a:pt x="788" y="748"/>
                          </a:cubicBezTo>
                          <a:cubicBezTo>
                            <a:pt x="757" y="580"/>
                            <a:pt x="685" y="445"/>
                            <a:pt x="726" y="415"/>
                          </a:cubicBezTo>
                          <a:cubicBezTo>
                            <a:pt x="768" y="384"/>
                            <a:pt x="960" y="363"/>
                            <a:pt x="1036" y="275"/>
                          </a:cubicBezTo>
                          <a:cubicBezTo>
                            <a:pt x="1022" y="292"/>
                            <a:pt x="948" y="295"/>
                            <a:pt x="927" y="298"/>
                          </a:cubicBezTo>
                          <a:lnTo>
                            <a:pt x="927" y="298"/>
                          </a:lnTo>
                          <a:cubicBezTo>
                            <a:pt x="862" y="311"/>
                            <a:pt x="797" y="327"/>
                            <a:pt x="734" y="346"/>
                          </a:cubicBezTo>
                          <a:lnTo>
                            <a:pt x="734" y="346"/>
                          </a:lnTo>
                          <a:cubicBezTo>
                            <a:pt x="705" y="354"/>
                            <a:pt x="675" y="358"/>
                            <a:pt x="645" y="358"/>
                          </a:cubicBezTo>
                          <a:cubicBezTo>
                            <a:pt x="628" y="358"/>
                            <a:pt x="612" y="357"/>
                            <a:pt x="595" y="354"/>
                          </a:cubicBezTo>
                          <a:cubicBezTo>
                            <a:pt x="574" y="351"/>
                            <a:pt x="552" y="346"/>
                            <a:pt x="536" y="332"/>
                          </a:cubicBezTo>
                          <a:cubicBezTo>
                            <a:pt x="494" y="296"/>
                            <a:pt x="560" y="231"/>
                            <a:pt x="578" y="195"/>
                          </a:cubicBezTo>
                          <a:cubicBezTo>
                            <a:pt x="607" y="135"/>
                            <a:pt x="622" y="67"/>
                            <a:pt x="608" y="0"/>
                          </a:cubicBezTo>
                          <a:cubicBezTo>
                            <a:pt x="615" y="34"/>
                            <a:pt x="574" y="100"/>
                            <a:pt x="561" y="130"/>
                          </a:cubicBezTo>
                          <a:cubicBezTo>
                            <a:pt x="540" y="178"/>
                            <a:pt x="520" y="228"/>
                            <a:pt x="492" y="274"/>
                          </a:cubicBezTo>
                          <a:cubicBezTo>
                            <a:pt x="454" y="335"/>
                            <a:pt x="363" y="355"/>
                            <a:pt x="295" y="354"/>
                          </a:cubicBezTo>
                          <a:lnTo>
                            <a:pt x="295" y="354"/>
                          </a:lnTo>
                          <a:cubicBezTo>
                            <a:pt x="294" y="354"/>
                            <a:pt x="293" y="354"/>
                            <a:pt x="292" y="354"/>
                          </a:cubicBezTo>
                          <a:cubicBezTo>
                            <a:pt x="255" y="354"/>
                            <a:pt x="219" y="348"/>
                            <a:pt x="185" y="337"/>
                          </a:cubicBezTo>
                          <a:cubicBezTo>
                            <a:pt x="149" y="324"/>
                            <a:pt x="116" y="302"/>
                            <a:pt x="79" y="295"/>
                          </a:cubicBezTo>
                          <a:cubicBezTo>
                            <a:pt x="56" y="290"/>
                            <a:pt x="17" y="287"/>
                            <a:pt x="0" y="267"/>
                          </a:cubicBezTo>
                          <a:cubicBezTo>
                            <a:pt x="38" y="312"/>
                            <a:pt x="91" y="349"/>
                            <a:pt x="144" y="376"/>
                          </a:cubicBezTo>
                          <a:lnTo>
                            <a:pt x="144" y="376"/>
                          </a:lnTo>
                          <a:cubicBezTo>
                            <a:pt x="195" y="401"/>
                            <a:pt x="251" y="416"/>
                            <a:pt x="308" y="418"/>
                          </a:cubicBezTo>
                          <a:cubicBezTo>
                            <a:pt x="368" y="421"/>
                            <a:pt x="412" y="397"/>
                            <a:pt x="469" y="383"/>
                          </a:cubicBezTo>
                          <a:lnTo>
                            <a:pt x="469" y="383"/>
                          </a:lnTo>
                          <a:cubicBezTo>
                            <a:pt x="484" y="379"/>
                            <a:pt x="500" y="377"/>
                            <a:pt x="515" y="377"/>
                          </a:cubicBezTo>
                          <a:cubicBezTo>
                            <a:pt x="530" y="377"/>
                            <a:pt x="544" y="379"/>
                            <a:pt x="558" y="382"/>
                          </a:cubicBezTo>
                          <a:cubicBezTo>
                            <a:pt x="621" y="399"/>
                            <a:pt x="652" y="452"/>
                            <a:pt x="672" y="509"/>
                          </a:cubicBezTo>
                          <a:cubicBezTo>
                            <a:pt x="698" y="585"/>
                            <a:pt x="726" y="664"/>
                            <a:pt x="743" y="742"/>
                          </a:cubicBezTo>
                          <a:cubicBezTo>
                            <a:pt x="759" y="813"/>
                            <a:pt x="759" y="890"/>
                            <a:pt x="762" y="962"/>
                          </a:cubicBezTo>
                          <a:cubicBezTo>
                            <a:pt x="763" y="985"/>
                            <a:pt x="768" y="1008"/>
                            <a:pt x="769" y="1031"/>
                          </a:cubicBezTo>
                          <a:lnTo>
                            <a:pt x="769" y="1031"/>
                          </a:lnTo>
                          <a:cubicBezTo>
                            <a:pt x="770" y="1044"/>
                            <a:pt x="770" y="1058"/>
                            <a:pt x="770" y="1072"/>
                          </a:cubicBezTo>
                          <a:cubicBezTo>
                            <a:pt x="770" y="1096"/>
                            <a:pt x="769" y="1120"/>
                            <a:pt x="767" y="1144"/>
                          </a:cubicBezTo>
                          <a:cubicBezTo>
                            <a:pt x="763" y="1184"/>
                            <a:pt x="761" y="1219"/>
                            <a:pt x="741" y="1255"/>
                          </a:cubicBezTo>
                          <a:cubicBezTo>
                            <a:pt x="722" y="1290"/>
                            <a:pt x="697" y="1310"/>
                            <a:pt x="664" y="1332"/>
                          </a:cubicBezTo>
                          <a:cubicBezTo>
                            <a:pt x="647" y="1343"/>
                            <a:pt x="631" y="1356"/>
                            <a:pt x="612" y="1364"/>
                          </a:cubicBezTo>
                          <a:cubicBezTo>
                            <a:pt x="589" y="1373"/>
                            <a:pt x="571" y="1367"/>
                            <a:pt x="548" y="1370"/>
                          </a:cubicBezTo>
                          <a:lnTo>
                            <a:pt x="548" y="1370"/>
                          </a:lnTo>
                          <a:cubicBezTo>
                            <a:pt x="542" y="1371"/>
                            <a:pt x="535" y="1371"/>
                            <a:pt x="529" y="1371"/>
                          </a:cubicBezTo>
                          <a:cubicBezTo>
                            <a:pt x="510" y="1371"/>
                            <a:pt x="492" y="1368"/>
                            <a:pt x="474" y="1364"/>
                          </a:cubicBezTo>
                          <a:cubicBezTo>
                            <a:pt x="454" y="1359"/>
                            <a:pt x="391" y="1347"/>
                            <a:pt x="380" y="1329"/>
                          </a:cubicBezTo>
                          <a:lnTo>
                            <a:pt x="380" y="1329"/>
                          </a:lnTo>
                          <a:cubicBezTo>
                            <a:pt x="397" y="1355"/>
                            <a:pt x="417" y="1378"/>
                            <a:pt x="441" y="13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0" name="Google Shape;2630;p53">
                      <a:extLst>
                        <a:ext uri="{FF2B5EF4-FFF2-40B4-BE49-F238E27FC236}">
                          <a16:creationId xmlns:a16="http://schemas.microsoft.com/office/drawing/2014/main" id="{7687AFF9-362E-DAEC-BD73-02F9816B2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932" y="2034361"/>
                      <a:ext cx="890677" cy="456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17" h="1496" extrusionOk="0">
                          <a:moveTo>
                            <a:pt x="2283" y="509"/>
                          </a:moveTo>
                          <a:cubicBezTo>
                            <a:pt x="2333" y="570"/>
                            <a:pt x="2351" y="622"/>
                            <a:pt x="2319" y="697"/>
                          </a:cubicBezTo>
                          <a:cubicBezTo>
                            <a:pt x="2332" y="666"/>
                            <a:pt x="2354" y="631"/>
                            <a:pt x="2361" y="593"/>
                          </a:cubicBezTo>
                          <a:cubicBezTo>
                            <a:pt x="2375" y="512"/>
                            <a:pt x="2341" y="443"/>
                            <a:pt x="2269" y="403"/>
                          </a:cubicBezTo>
                          <a:cubicBezTo>
                            <a:pt x="2236" y="384"/>
                            <a:pt x="2200" y="376"/>
                            <a:pt x="2205" y="331"/>
                          </a:cubicBezTo>
                          <a:cubicBezTo>
                            <a:pt x="2209" y="290"/>
                            <a:pt x="2238" y="255"/>
                            <a:pt x="2246" y="215"/>
                          </a:cubicBezTo>
                          <a:cubicBezTo>
                            <a:pt x="2252" y="182"/>
                            <a:pt x="2262" y="155"/>
                            <a:pt x="2287" y="131"/>
                          </a:cubicBezTo>
                          <a:cubicBezTo>
                            <a:pt x="2334" y="87"/>
                            <a:pt x="2403" y="92"/>
                            <a:pt x="2464" y="100"/>
                          </a:cubicBezTo>
                          <a:cubicBezTo>
                            <a:pt x="2587" y="118"/>
                            <a:pt x="2736" y="208"/>
                            <a:pt x="2916" y="0"/>
                          </a:cubicBezTo>
                          <a:cubicBezTo>
                            <a:pt x="2916" y="0"/>
                            <a:pt x="2777" y="68"/>
                            <a:pt x="2696" y="77"/>
                          </a:cubicBezTo>
                          <a:cubicBezTo>
                            <a:pt x="2619" y="87"/>
                            <a:pt x="2538" y="39"/>
                            <a:pt x="2463" y="25"/>
                          </a:cubicBezTo>
                          <a:cubicBezTo>
                            <a:pt x="2429" y="18"/>
                            <a:pt x="2379" y="10"/>
                            <a:pt x="2345" y="21"/>
                          </a:cubicBezTo>
                          <a:cubicBezTo>
                            <a:pt x="2306" y="33"/>
                            <a:pt x="2284" y="76"/>
                            <a:pt x="2256" y="104"/>
                          </a:cubicBezTo>
                          <a:lnTo>
                            <a:pt x="2256" y="104"/>
                          </a:lnTo>
                          <a:cubicBezTo>
                            <a:pt x="2239" y="120"/>
                            <a:pt x="2224" y="139"/>
                            <a:pt x="2213" y="159"/>
                          </a:cubicBezTo>
                          <a:cubicBezTo>
                            <a:pt x="2211" y="161"/>
                            <a:pt x="2211" y="162"/>
                            <a:pt x="2210" y="164"/>
                          </a:cubicBezTo>
                          <a:lnTo>
                            <a:pt x="2210" y="164"/>
                          </a:lnTo>
                          <a:cubicBezTo>
                            <a:pt x="2209" y="167"/>
                            <a:pt x="2207" y="170"/>
                            <a:pt x="2205" y="172"/>
                          </a:cubicBezTo>
                          <a:cubicBezTo>
                            <a:pt x="2153" y="264"/>
                            <a:pt x="2089" y="348"/>
                            <a:pt x="2017" y="425"/>
                          </a:cubicBezTo>
                          <a:cubicBezTo>
                            <a:pt x="1985" y="458"/>
                            <a:pt x="1944" y="496"/>
                            <a:pt x="1903" y="516"/>
                          </a:cubicBezTo>
                          <a:cubicBezTo>
                            <a:pt x="1852" y="543"/>
                            <a:pt x="1767" y="542"/>
                            <a:pt x="1710" y="542"/>
                          </a:cubicBezTo>
                          <a:cubicBezTo>
                            <a:pt x="1639" y="542"/>
                            <a:pt x="1570" y="527"/>
                            <a:pt x="1501" y="521"/>
                          </a:cubicBezTo>
                          <a:cubicBezTo>
                            <a:pt x="1460" y="516"/>
                            <a:pt x="1419" y="512"/>
                            <a:pt x="1380" y="503"/>
                          </a:cubicBezTo>
                          <a:cubicBezTo>
                            <a:pt x="1301" y="484"/>
                            <a:pt x="1259" y="482"/>
                            <a:pt x="1192" y="536"/>
                          </a:cubicBezTo>
                          <a:cubicBezTo>
                            <a:pt x="1125" y="590"/>
                            <a:pt x="1067" y="657"/>
                            <a:pt x="1009" y="719"/>
                          </a:cubicBezTo>
                          <a:cubicBezTo>
                            <a:pt x="950" y="783"/>
                            <a:pt x="887" y="815"/>
                            <a:pt x="798" y="819"/>
                          </a:cubicBezTo>
                          <a:cubicBezTo>
                            <a:pt x="706" y="822"/>
                            <a:pt x="632" y="785"/>
                            <a:pt x="544" y="828"/>
                          </a:cubicBezTo>
                          <a:cubicBezTo>
                            <a:pt x="449" y="874"/>
                            <a:pt x="362" y="928"/>
                            <a:pt x="275" y="987"/>
                          </a:cubicBezTo>
                          <a:lnTo>
                            <a:pt x="275" y="987"/>
                          </a:lnTo>
                          <a:cubicBezTo>
                            <a:pt x="273" y="989"/>
                            <a:pt x="270" y="991"/>
                            <a:pt x="268" y="992"/>
                          </a:cubicBezTo>
                          <a:cubicBezTo>
                            <a:pt x="249" y="1003"/>
                            <a:pt x="229" y="1008"/>
                            <a:pt x="208" y="1008"/>
                          </a:cubicBezTo>
                          <a:cubicBezTo>
                            <a:pt x="187" y="1008"/>
                            <a:pt x="167" y="1002"/>
                            <a:pt x="149" y="992"/>
                          </a:cubicBezTo>
                          <a:cubicBezTo>
                            <a:pt x="141" y="987"/>
                            <a:pt x="133" y="982"/>
                            <a:pt x="127" y="976"/>
                          </a:cubicBezTo>
                          <a:lnTo>
                            <a:pt x="127" y="976"/>
                          </a:lnTo>
                          <a:cubicBezTo>
                            <a:pt x="104" y="955"/>
                            <a:pt x="85" y="931"/>
                            <a:pt x="70" y="905"/>
                          </a:cubicBezTo>
                          <a:cubicBezTo>
                            <a:pt x="54" y="877"/>
                            <a:pt x="42" y="847"/>
                            <a:pt x="36" y="816"/>
                          </a:cubicBezTo>
                          <a:cubicBezTo>
                            <a:pt x="29" y="785"/>
                            <a:pt x="0" y="954"/>
                            <a:pt x="142" y="1052"/>
                          </a:cubicBezTo>
                          <a:cubicBezTo>
                            <a:pt x="142" y="1052"/>
                            <a:pt x="36" y="1234"/>
                            <a:pt x="126" y="1397"/>
                          </a:cubicBezTo>
                          <a:cubicBezTo>
                            <a:pt x="126" y="1397"/>
                            <a:pt x="113" y="1141"/>
                            <a:pt x="235" y="1095"/>
                          </a:cubicBezTo>
                          <a:cubicBezTo>
                            <a:pt x="356" y="1049"/>
                            <a:pt x="423" y="933"/>
                            <a:pt x="523" y="897"/>
                          </a:cubicBezTo>
                          <a:cubicBezTo>
                            <a:pt x="623" y="861"/>
                            <a:pt x="728" y="938"/>
                            <a:pt x="987" y="853"/>
                          </a:cubicBezTo>
                          <a:cubicBezTo>
                            <a:pt x="987" y="853"/>
                            <a:pt x="1001" y="1033"/>
                            <a:pt x="1124" y="1157"/>
                          </a:cubicBezTo>
                          <a:cubicBezTo>
                            <a:pt x="1124" y="1157"/>
                            <a:pt x="1159" y="1233"/>
                            <a:pt x="1069" y="1335"/>
                          </a:cubicBezTo>
                          <a:cubicBezTo>
                            <a:pt x="1069" y="1335"/>
                            <a:pt x="1168" y="1347"/>
                            <a:pt x="1219" y="1213"/>
                          </a:cubicBezTo>
                          <a:cubicBezTo>
                            <a:pt x="1219" y="1213"/>
                            <a:pt x="1305" y="1219"/>
                            <a:pt x="1443" y="1170"/>
                          </a:cubicBezTo>
                          <a:cubicBezTo>
                            <a:pt x="1443" y="1170"/>
                            <a:pt x="1233" y="1180"/>
                            <a:pt x="1183" y="1136"/>
                          </a:cubicBezTo>
                          <a:cubicBezTo>
                            <a:pt x="1132" y="1092"/>
                            <a:pt x="1023" y="927"/>
                            <a:pt x="1043" y="817"/>
                          </a:cubicBezTo>
                          <a:cubicBezTo>
                            <a:pt x="1062" y="706"/>
                            <a:pt x="1165" y="542"/>
                            <a:pt x="1322" y="564"/>
                          </a:cubicBezTo>
                          <a:cubicBezTo>
                            <a:pt x="1449" y="582"/>
                            <a:pt x="1605" y="622"/>
                            <a:pt x="1752" y="613"/>
                          </a:cubicBezTo>
                          <a:cubicBezTo>
                            <a:pt x="1764" y="612"/>
                            <a:pt x="1851" y="596"/>
                            <a:pt x="1805" y="636"/>
                          </a:cubicBezTo>
                          <a:cubicBezTo>
                            <a:pt x="1740" y="695"/>
                            <a:pt x="1559" y="725"/>
                            <a:pt x="1462" y="787"/>
                          </a:cubicBezTo>
                          <a:cubicBezTo>
                            <a:pt x="1384" y="838"/>
                            <a:pt x="1378" y="918"/>
                            <a:pt x="1396" y="993"/>
                          </a:cubicBezTo>
                          <a:cubicBezTo>
                            <a:pt x="1455" y="1224"/>
                            <a:pt x="1757" y="1283"/>
                            <a:pt x="1757" y="1283"/>
                          </a:cubicBezTo>
                          <a:cubicBezTo>
                            <a:pt x="1757" y="1283"/>
                            <a:pt x="1734" y="1418"/>
                            <a:pt x="1855" y="1495"/>
                          </a:cubicBezTo>
                          <a:cubicBezTo>
                            <a:pt x="1855" y="1495"/>
                            <a:pt x="1804" y="1295"/>
                            <a:pt x="1826" y="1272"/>
                          </a:cubicBezTo>
                          <a:cubicBezTo>
                            <a:pt x="1847" y="1249"/>
                            <a:pt x="2031" y="1228"/>
                            <a:pt x="2116" y="1040"/>
                          </a:cubicBezTo>
                          <a:cubicBezTo>
                            <a:pt x="2116" y="1040"/>
                            <a:pt x="1928" y="1206"/>
                            <a:pt x="1804" y="1200"/>
                          </a:cubicBezTo>
                          <a:cubicBezTo>
                            <a:pt x="1679" y="1193"/>
                            <a:pt x="1464" y="1132"/>
                            <a:pt x="1463" y="932"/>
                          </a:cubicBezTo>
                          <a:cubicBezTo>
                            <a:pt x="1461" y="731"/>
                            <a:pt x="1652" y="895"/>
                            <a:pt x="1881" y="686"/>
                          </a:cubicBezTo>
                          <a:cubicBezTo>
                            <a:pt x="1951" y="622"/>
                            <a:pt x="2022" y="551"/>
                            <a:pt x="2068" y="468"/>
                          </a:cubicBezTo>
                          <a:cubicBezTo>
                            <a:pt x="2086" y="436"/>
                            <a:pt x="2090" y="396"/>
                            <a:pt x="2134" y="391"/>
                          </a:cubicBezTo>
                          <a:cubicBezTo>
                            <a:pt x="2201" y="385"/>
                            <a:pt x="2246" y="466"/>
                            <a:pt x="2283" y="5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1" name="Google Shape;2631;p53">
                      <a:extLst>
                        <a:ext uri="{FF2B5EF4-FFF2-40B4-BE49-F238E27FC236}">
                          <a16:creationId xmlns:a16="http://schemas.microsoft.com/office/drawing/2014/main" id="{816ACAFE-7044-30AC-B2C3-CE401BA74F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5371" y="1627346"/>
                      <a:ext cx="833578" cy="3245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0" h="1063" extrusionOk="0">
                          <a:moveTo>
                            <a:pt x="238" y="770"/>
                          </a:moveTo>
                          <a:cubicBezTo>
                            <a:pt x="364" y="777"/>
                            <a:pt x="329" y="996"/>
                            <a:pt x="281" y="1062"/>
                          </a:cubicBezTo>
                          <a:cubicBezTo>
                            <a:pt x="347" y="1018"/>
                            <a:pt x="410" y="907"/>
                            <a:pt x="376" y="828"/>
                          </a:cubicBezTo>
                          <a:cubicBezTo>
                            <a:pt x="361" y="793"/>
                            <a:pt x="310" y="755"/>
                            <a:pt x="340" y="719"/>
                          </a:cubicBezTo>
                          <a:cubicBezTo>
                            <a:pt x="379" y="671"/>
                            <a:pt x="462" y="640"/>
                            <a:pt x="518" y="617"/>
                          </a:cubicBezTo>
                          <a:lnTo>
                            <a:pt x="518" y="617"/>
                          </a:lnTo>
                          <a:cubicBezTo>
                            <a:pt x="556" y="601"/>
                            <a:pt x="596" y="593"/>
                            <a:pt x="637" y="593"/>
                          </a:cubicBezTo>
                          <a:cubicBezTo>
                            <a:pt x="674" y="593"/>
                            <a:pt x="710" y="600"/>
                            <a:pt x="745" y="612"/>
                          </a:cubicBezTo>
                          <a:cubicBezTo>
                            <a:pt x="841" y="647"/>
                            <a:pt x="1041" y="663"/>
                            <a:pt x="1153" y="665"/>
                          </a:cubicBezTo>
                          <a:cubicBezTo>
                            <a:pt x="1264" y="666"/>
                            <a:pt x="1409" y="729"/>
                            <a:pt x="1477" y="791"/>
                          </a:cubicBezTo>
                          <a:cubicBezTo>
                            <a:pt x="1545" y="852"/>
                            <a:pt x="1756" y="986"/>
                            <a:pt x="1860" y="756"/>
                          </a:cubicBezTo>
                          <a:cubicBezTo>
                            <a:pt x="1860" y="756"/>
                            <a:pt x="1704" y="834"/>
                            <a:pt x="1643" y="791"/>
                          </a:cubicBezTo>
                          <a:cubicBezTo>
                            <a:pt x="1582" y="747"/>
                            <a:pt x="1569" y="721"/>
                            <a:pt x="1641" y="676"/>
                          </a:cubicBezTo>
                          <a:cubicBezTo>
                            <a:pt x="1713" y="630"/>
                            <a:pt x="1806" y="660"/>
                            <a:pt x="1929" y="470"/>
                          </a:cubicBezTo>
                          <a:cubicBezTo>
                            <a:pt x="2051" y="280"/>
                            <a:pt x="2169" y="197"/>
                            <a:pt x="2244" y="228"/>
                          </a:cubicBezTo>
                          <a:cubicBezTo>
                            <a:pt x="2318" y="258"/>
                            <a:pt x="2452" y="450"/>
                            <a:pt x="2729" y="367"/>
                          </a:cubicBezTo>
                          <a:cubicBezTo>
                            <a:pt x="2660" y="350"/>
                            <a:pt x="2584" y="333"/>
                            <a:pt x="2517" y="308"/>
                          </a:cubicBezTo>
                          <a:cubicBezTo>
                            <a:pt x="2472" y="291"/>
                            <a:pt x="2340" y="271"/>
                            <a:pt x="2320" y="218"/>
                          </a:cubicBezTo>
                          <a:cubicBezTo>
                            <a:pt x="2306" y="179"/>
                            <a:pt x="2346" y="161"/>
                            <a:pt x="2375" y="149"/>
                          </a:cubicBezTo>
                          <a:cubicBezTo>
                            <a:pt x="2465" y="113"/>
                            <a:pt x="2578" y="77"/>
                            <a:pt x="2675" y="107"/>
                          </a:cubicBezTo>
                          <a:cubicBezTo>
                            <a:pt x="2675" y="107"/>
                            <a:pt x="2537" y="0"/>
                            <a:pt x="2395" y="77"/>
                          </a:cubicBezTo>
                          <a:cubicBezTo>
                            <a:pt x="2333" y="110"/>
                            <a:pt x="2295" y="129"/>
                            <a:pt x="2227" y="134"/>
                          </a:cubicBezTo>
                          <a:cubicBezTo>
                            <a:pt x="2131" y="140"/>
                            <a:pt x="2036" y="230"/>
                            <a:pt x="1985" y="307"/>
                          </a:cubicBezTo>
                          <a:cubicBezTo>
                            <a:pt x="1942" y="373"/>
                            <a:pt x="1878" y="419"/>
                            <a:pt x="1829" y="480"/>
                          </a:cubicBezTo>
                          <a:cubicBezTo>
                            <a:pt x="1786" y="535"/>
                            <a:pt x="1732" y="560"/>
                            <a:pt x="1673" y="598"/>
                          </a:cubicBezTo>
                          <a:cubicBezTo>
                            <a:pt x="1612" y="637"/>
                            <a:pt x="1552" y="686"/>
                            <a:pt x="1474" y="679"/>
                          </a:cubicBezTo>
                          <a:cubicBezTo>
                            <a:pt x="1363" y="670"/>
                            <a:pt x="1263" y="613"/>
                            <a:pt x="1156" y="589"/>
                          </a:cubicBezTo>
                          <a:cubicBezTo>
                            <a:pt x="1040" y="562"/>
                            <a:pt x="919" y="581"/>
                            <a:pt x="803" y="553"/>
                          </a:cubicBezTo>
                          <a:cubicBezTo>
                            <a:pt x="754" y="542"/>
                            <a:pt x="686" y="553"/>
                            <a:pt x="641" y="532"/>
                          </a:cubicBezTo>
                          <a:cubicBezTo>
                            <a:pt x="593" y="510"/>
                            <a:pt x="605" y="441"/>
                            <a:pt x="589" y="397"/>
                          </a:cubicBezTo>
                          <a:cubicBezTo>
                            <a:pt x="572" y="352"/>
                            <a:pt x="520" y="337"/>
                            <a:pt x="488" y="311"/>
                          </a:cubicBezTo>
                          <a:cubicBezTo>
                            <a:pt x="523" y="344"/>
                            <a:pt x="549" y="420"/>
                            <a:pt x="553" y="467"/>
                          </a:cubicBezTo>
                          <a:cubicBezTo>
                            <a:pt x="565" y="584"/>
                            <a:pt x="371" y="639"/>
                            <a:pt x="285" y="673"/>
                          </a:cubicBezTo>
                          <a:cubicBezTo>
                            <a:pt x="223" y="697"/>
                            <a:pt x="145" y="723"/>
                            <a:pt x="94" y="766"/>
                          </a:cubicBezTo>
                          <a:cubicBezTo>
                            <a:pt x="51" y="802"/>
                            <a:pt x="0" y="894"/>
                            <a:pt x="4" y="949"/>
                          </a:cubicBezTo>
                          <a:cubicBezTo>
                            <a:pt x="59" y="887"/>
                            <a:pt x="143" y="764"/>
                            <a:pt x="238" y="77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2" name="Google Shape;2632;p53">
                      <a:extLst>
                        <a:ext uri="{FF2B5EF4-FFF2-40B4-BE49-F238E27FC236}">
                          <a16:creationId xmlns:a16="http://schemas.microsoft.com/office/drawing/2014/main" id="{02A46EBE-E02B-B29E-5B4F-0564B23AD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9028" y="1833754"/>
                      <a:ext cx="560910" cy="47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7" h="1541" extrusionOk="0">
                          <a:moveTo>
                            <a:pt x="1054" y="775"/>
                          </a:moveTo>
                          <a:cubicBezTo>
                            <a:pt x="1205" y="738"/>
                            <a:pt x="1337" y="698"/>
                            <a:pt x="1397" y="657"/>
                          </a:cubicBezTo>
                          <a:cubicBezTo>
                            <a:pt x="1456" y="615"/>
                            <a:pt x="1415" y="815"/>
                            <a:pt x="1590" y="758"/>
                          </a:cubicBezTo>
                          <a:cubicBezTo>
                            <a:pt x="1590" y="758"/>
                            <a:pt x="1443" y="670"/>
                            <a:pt x="1478" y="557"/>
                          </a:cubicBezTo>
                          <a:cubicBezTo>
                            <a:pt x="1513" y="443"/>
                            <a:pt x="1694" y="179"/>
                            <a:pt x="1836" y="152"/>
                          </a:cubicBezTo>
                          <a:cubicBezTo>
                            <a:pt x="1797" y="136"/>
                            <a:pt x="1739" y="132"/>
                            <a:pt x="1701" y="151"/>
                          </a:cubicBezTo>
                          <a:lnTo>
                            <a:pt x="1701" y="151"/>
                          </a:lnTo>
                          <a:cubicBezTo>
                            <a:pt x="1697" y="153"/>
                            <a:pt x="1694" y="155"/>
                            <a:pt x="1690" y="157"/>
                          </a:cubicBezTo>
                          <a:cubicBezTo>
                            <a:pt x="1666" y="171"/>
                            <a:pt x="1645" y="188"/>
                            <a:pt x="1626" y="209"/>
                          </a:cubicBezTo>
                          <a:cubicBezTo>
                            <a:pt x="1608" y="230"/>
                            <a:pt x="1574" y="278"/>
                            <a:pt x="1571" y="258"/>
                          </a:cubicBezTo>
                          <a:cubicBezTo>
                            <a:pt x="1563" y="207"/>
                            <a:pt x="1591" y="157"/>
                            <a:pt x="1567" y="104"/>
                          </a:cubicBezTo>
                          <a:cubicBezTo>
                            <a:pt x="1540" y="46"/>
                            <a:pt x="1467" y="23"/>
                            <a:pt x="1411" y="0"/>
                          </a:cubicBezTo>
                          <a:cubicBezTo>
                            <a:pt x="1455" y="34"/>
                            <a:pt x="1480" y="69"/>
                            <a:pt x="1501" y="118"/>
                          </a:cubicBezTo>
                          <a:cubicBezTo>
                            <a:pt x="1531" y="186"/>
                            <a:pt x="1537" y="268"/>
                            <a:pt x="1523" y="340"/>
                          </a:cubicBezTo>
                          <a:cubicBezTo>
                            <a:pt x="1472" y="595"/>
                            <a:pt x="1230" y="645"/>
                            <a:pt x="1019" y="710"/>
                          </a:cubicBezTo>
                          <a:cubicBezTo>
                            <a:pt x="818" y="771"/>
                            <a:pt x="643" y="899"/>
                            <a:pt x="481" y="1032"/>
                          </a:cubicBezTo>
                          <a:cubicBezTo>
                            <a:pt x="400" y="1099"/>
                            <a:pt x="324" y="1166"/>
                            <a:pt x="217" y="1181"/>
                          </a:cubicBezTo>
                          <a:cubicBezTo>
                            <a:pt x="139" y="1192"/>
                            <a:pt x="79" y="1147"/>
                            <a:pt x="0" y="1145"/>
                          </a:cubicBezTo>
                          <a:cubicBezTo>
                            <a:pt x="74" y="1208"/>
                            <a:pt x="178" y="1251"/>
                            <a:pt x="274" y="1217"/>
                          </a:cubicBezTo>
                          <a:cubicBezTo>
                            <a:pt x="274" y="1217"/>
                            <a:pt x="141" y="1450"/>
                            <a:pt x="353" y="1540"/>
                          </a:cubicBezTo>
                          <a:cubicBezTo>
                            <a:pt x="353" y="1540"/>
                            <a:pt x="222" y="1415"/>
                            <a:pt x="353" y="1230"/>
                          </a:cubicBezTo>
                          <a:cubicBezTo>
                            <a:pt x="484" y="1044"/>
                            <a:pt x="617" y="1011"/>
                            <a:pt x="622" y="1022"/>
                          </a:cubicBezTo>
                          <a:cubicBezTo>
                            <a:pt x="626" y="1033"/>
                            <a:pt x="603" y="1224"/>
                            <a:pt x="834" y="1195"/>
                          </a:cubicBezTo>
                          <a:cubicBezTo>
                            <a:pt x="834" y="1195"/>
                            <a:pt x="673" y="1128"/>
                            <a:pt x="713" y="980"/>
                          </a:cubicBezTo>
                          <a:cubicBezTo>
                            <a:pt x="752" y="831"/>
                            <a:pt x="903" y="812"/>
                            <a:pt x="1054" y="775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633" name="Google Shape;2633;p53">
                  <a:extLst>
                    <a:ext uri="{FF2B5EF4-FFF2-40B4-BE49-F238E27FC236}">
                      <a16:creationId xmlns:a16="http://schemas.microsoft.com/office/drawing/2014/main" id="{24EA6404-C302-2D92-E9EC-6F1CF07F12AF}"/>
                    </a:ext>
                  </a:extLst>
                </p:cNvPr>
                <p:cNvGrpSpPr/>
                <p:nvPr/>
              </p:nvGrpSpPr>
              <p:grpSpPr>
                <a:xfrm>
                  <a:off x="3079345" y="1496051"/>
                  <a:ext cx="2604549" cy="1532489"/>
                  <a:chOff x="3079345" y="1496051"/>
                  <a:chExt cx="2604549" cy="1532489"/>
                </a:xfrm>
              </p:grpSpPr>
              <p:sp>
                <p:nvSpPr>
                  <p:cNvPr id="2634" name="Google Shape;2634;p53">
                    <a:extLst>
                      <a:ext uri="{FF2B5EF4-FFF2-40B4-BE49-F238E27FC236}">
                        <a16:creationId xmlns:a16="http://schemas.microsoft.com/office/drawing/2014/main" id="{6B9EBBF2-D0ED-B85E-3A5C-2AF0213C452F}"/>
                      </a:ext>
                    </a:extLst>
                  </p:cNvPr>
                  <p:cNvSpPr/>
                  <p:nvPr/>
                </p:nvSpPr>
                <p:spPr>
                  <a:xfrm>
                    <a:off x="4716883" y="2424277"/>
                    <a:ext cx="248547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283" extrusionOk="0">
                        <a:moveTo>
                          <a:pt x="778" y="111"/>
                        </a:moveTo>
                        <a:cubicBezTo>
                          <a:pt x="772" y="102"/>
                          <a:pt x="760" y="91"/>
                          <a:pt x="739" y="80"/>
                        </a:cubicBezTo>
                        <a:cubicBezTo>
                          <a:pt x="664" y="37"/>
                          <a:pt x="530" y="101"/>
                          <a:pt x="444" y="87"/>
                        </a:cubicBezTo>
                        <a:cubicBezTo>
                          <a:pt x="352" y="71"/>
                          <a:pt x="209" y="0"/>
                          <a:pt x="116" y="61"/>
                        </a:cubicBezTo>
                        <a:cubicBezTo>
                          <a:pt x="0" y="137"/>
                          <a:pt x="154" y="229"/>
                          <a:pt x="236" y="251"/>
                        </a:cubicBezTo>
                        <a:cubicBezTo>
                          <a:pt x="352" y="282"/>
                          <a:pt x="424" y="214"/>
                          <a:pt x="525" y="183"/>
                        </a:cubicBezTo>
                        <a:cubicBezTo>
                          <a:pt x="553" y="174"/>
                          <a:pt x="813" y="170"/>
                          <a:pt x="778" y="1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5" name="Google Shape;2635;p53">
                    <a:extLst>
                      <a:ext uri="{FF2B5EF4-FFF2-40B4-BE49-F238E27FC236}">
                        <a16:creationId xmlns:a16="http://schemas.microsoft.com/office/drawing/2014/main" id="{BB266766-3810-F96C-C395-C362A6F9C8F9}"/>
                      </a:ext>
                    </a:extLst>
                  </p:cNvPr>
                  <p:cNvSpPr/>
                  <p:nvPr/>
                </p:nvSpPr>
                <p:spPr>
                  <a:xfrm>
                    <a:off x="4317498" y="2460307"/>
                    <a:ext cx="388698" cy="160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525" extrusionOk="0">
                        <a:moveTo>
                          <a:pt x="573" y="301"/>
                        </a:moveTo>
                        <a:cubicBezTo>
                          <a:pt x="654" y="333"/>
                          <a:pt x="711" y="403"/>
                          <a:pt x="811" y="386"/>
                        </a:cubicBezTo>
                        <a:cubicBezTo>
                          <a:pt x="905" y="370"/>
                          <a:pt x="977" y="272"/>
                          <a:pt x="1063" y="229"/>
                        </a:cubicBezTo>
                        <a:cubicBezTo>
                          <a:pt x="1140" y="191"/>
                          <a:pt x="1272" y="98"/>
                          <a:pt x="1142" y="54"/>
                        </a:cubicBezTo>
                        <a:cubicBezTo>
                          <a:pt x="1051" y="52"/>
                          <a:pt x="973" y="0"/>
                          <a:pt x="880" y="10"/>
                        </a:cubicBezTo>
                        <a:cubicBezTo>
                          <a:pt x="791" y="21"/>
                          <a:pt x="730" y="89"/>
                          <a:pt x="634" y="106"/>
                        </a:cubicBezTo>
                        <a:cubicBezTo>
                          <a:pt x="474" y="135"/>
                          <a:pt x="253" y="109"/>
                          <a:pt x="121" y="221"/>
                        </a:cubicBezTo>
                        <a:cubicBezTo>
                          <a:pt x="79" y="257"/>
                          <a:pt x="0" y="365"/>
                          <a:pt x="39" y="423"/>
                        </a:cubicBezTo>
                        <a:cubicBezTo>
                          <a:pt x="108" y="524"/>
                          <a:pt x="261" y="358"/>
                          <a:pt x="323" y="327"/>
                        </a:cubicBezTo>
                        <a:cubicBezTo>
                          <a:pt x="404" y="287"/>
                          <a:pt x="489" y="267"/>
                          <a:pt x="573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6" name="Google Shape;2636;p53">
                    <a:extLst>
                      <a:ext uri="{FF2B5EF4-FFF2-40B4-BE49-F238E27FC236}">
                        <a16:creationId xmlns:a16="http://schemas.microsoft.com/office/drawing/2014/main" id="{9F930024-B434-E850-2524-CFFBCC27BE13}"/>
                      </a:ext>
                    </a:extLst>
                  </p:cNvPr>
                  <p:cNvSpPr/>
                  <p:nvPr/>
                </p:nvSpPr>
                <p:spPr>
                  <a:xfrm>
                    <a:off x="4207271" y="2638319"/>
                    <a:ext cx="219234" cy="7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" h="248" extrusionOk="0">
                        <a:moveTo>
                          <a:pt x="210" y="190"/>
                        </a:moveTo>
                        <a:cubicBezTo>
                          <a:pt x="281" y="215"/>
                          <a:pt x="717" y="247"/>
                          <a:pt x="551" y="96"/>
                        </a:cubicBezTo>
                        <a:cubicBezTo>
                          <a:pt x="469" y="21"/>
                          <a:pt x="259" y="0"/>
                          <a:pt x="153" y="4"/>
                        </a:cubicBezTo>
                        <a:cubicBezTo>
                          <a:pt x="128" y="5"/>
                          <a:pt x="82" y="6"/>
                          <a:pt x="47" y="19"/>
                        </a:cubicBezTo>
                        <a:cubicBezTo>
                          <a:pt x="20" y="29"/>
                          <a:pt x="0" y="47"/>
                          <a:pt x="4" y="78"/>
                        </a:cubicBezTo>
                        <a:cubicBezTo>
                          <a:pt x="11" y="137"/>
                          <a:pt x="170" y="176"/>
                          <a:pt x="210" y="1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7" name="Google Shape;2637;p53">
                    <a:extLst>
                      <a:ext uri="{FF2B5EF4-FFF2-40B4-BE49-F238E27FC236}">
                        <a16:creationId xmlns:a16="http://schemas.microsoft.com/office/drawing/2014/main" id="{D630A6A2-4027-8DF3-28C8-BC120BBEA3FE}"/>
                      </a:ext>
                    </a:extLst>
                  </p:cNvPr>
                  <p:cNvSpPr/>
                  <p:nvPr/>
                </p:nvSpPr>
                <p:spPr>
                  <a:xfrm>
                    <a:off x="3951701" y="2574808"/>
                    <a:ext cx="250684" cy="205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674" extrusionOk="0">
                        <a:moveTo>
                          <a:pt x="431" y="240"/>
                        </a:moveTo>
                        <a:cubicBezTo>
                          <a:pt x="519" y="201"/>
                          <a:pt x="618" y="195"/>
                          <a:pt x="705" y="152"/>
                        </a:cubicBezTo>
                        <a:cubicBezTo>
                          <a:pt x="744" y="133"/>
                          <a:pt x="791" y="109"/>
                          <a:pt x="806" y="66"/>
                        </a:cubicBezTo>
                        <a:cubicBezTo>
                          <a:pt x="820" y="29"/>
                          <a:pt x="804" y="2"/>
                          <a:pt x="767" y="0"/>
                        </a:cubicBezTo>
                        <a:lnTo>
                          <a:pt x="767" y="0"/>
                        </a:lnTo>
                        <a:cubicBezTo>
                          <a:pt x="766" y="0"/>
                          <a:pt x="763" y="0"/>
                          <a:pt x="762" y="0"/>
                        </a:cubicBezTo>
                        <a:cubicBezTo>
                          <a:pt x="760" y="0"/>
                          <a:pt x="759" y="0"/>
                          <a:pt x="757" y="0"/>
                        </a:cubicBezTo>
                        <a:cubicBezTo>
                          <a:pt x="710" y="3"/>
                          <a:pt x="664" y="20"/>
                          <a:pt x="618" y="29"/>
                        </a:cubicBezTo>
                        <a:cubicBezTo>
                          <a:pt x="573" y="38"/>
                          <a:pt x="533" y="34"/>
                          <a:pt x="489" y="48"/>
                        </a:cubicBezTo>
                        <a:cubicBezTo>
                          <a:pt x="407" y="75"/>
                          <a:pt x="331" y="129"/>
                          <a:pt x="256" y="177"/>
                        </a:cubicBezTo>
                        <a:cubicBezTo>
                          <a:pt x="180" y="226"/>
                          <a:pt x="90" y="262"/>
                          <a:pt x="52" y="345"/>
                        </a:cubicBezTo>
                        <a:cubicBezTo>
                          <a:pt x="30" y="393"/>
                          <a:pt x="0" y="503"/>
                          <a:pt x="26" y="553"/>
                        </a:cubicBezTo>
                        <a:cubicBezTo>
                          <a:pt x="88" y="673"/>
                          <a:pt x="174" y="477"/>
                          <a:pt x="210" y="422"/>
                        </a:cubicBezTo>
                        <a:cubicBezTo>
                          <a:pt x="262" y="342"/>
                          <a:pt x="344" y="278"/>
                          <a:pt x="431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8" name="Google Shape;2638;p53">
                    <a:extLst>
                      <a:ext uri="{FF2B5EF4-FFF2-40B4-BE49-F238E27FC236}">
                        <a16:creationId xmlns:a16="http://schemas.microsoft.com/office/drawing/2014/main" id="{F605E8DC-DD7D-8A59-791C-A4ADD6D0380B}"/>
                      </a:ext>
                    </a:extLst>
                  </p:cNvPr>
                  <p:cNvSpPr/>
                  <p:nvPr/>
                </p:nvSpPr>
                <p:spPr>
                  <a:xfrm>
                    <a:off x="3697048" y="2692058"/>
                    <a:ext cx="210990" cy="12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02" extrusionOk="0">
                        <a:moveTo>
                          <a:pt x="561" y="12"/>
                        </a:moveTo>
                        <a:cubicBezTo>
                          <a:pt x="441" y="0"/>
                          <a:pt x="394" y="102"/>
                          <a:pt x="303" y="160"/>
                        </a:cubicBezTo>
                        <a:cubicBezTo>
                          <a:pt x="234" y="204"/>
                          <a:pt x="85" y="238"/>
                          <a:pt x="38" y="302"/>
                        </a:cubicBezTo>
                        <a:cubicBezTo>
                          <a:pt x="0" y="354"/>
                          <a:pt x="23" y="376"/>
                          <a:pt x="83" y="387"/>
                        </a:cubicBezTo>
                        <a:cubicBezTo>
                          <a:pt x="157" y="401"/>
                          <a:pt x="208" y="347"/>
                          <a:pt x="266" y="317"/>
                        </a:cubicBezTo>
                        <a:cubicBezTo>
                          <a:pt x="358" y="269"/>
                          <a:pt x="446" y="257"/>
                          <a:pt x="535" y="196"/>
                        </a:cubicBezTo>
                        <a:cubicBezTo>
                          <a:pt x="633" y="130"/>
                          <a:pt x="690" y="36"/>
                          <a:pt x="561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9" name="Google Shape;2639;p53">
                    <a:extLst>
                      <a:ext uri="{FF2B5EF4-FFF2-40B4-BE49-F238E27FC236}">
                        <a16:creationId xmlns:a16="http://schemas.microsoft.com/office/drawing/2014/main" id="{F6E806FA-4D83-AA48-65A0-8314E67A6EAF}"/>
                      </a:ext>
                    </a:extLst>
                  </p:cNvPr>
                  <p:cNvSpPr/>
                  <p:nvPr/>
                </p:nvSpPr>
                <p:spPr>
                  <a:xfrm>
                    <a:off x="3787734" y="2868848"/>
                    <a:ext cx="211601" cy="8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273" extrusionOk="0">
                        <a:moveTo>
                          <a:pt x="614" y="114"/>
                        </a:moveTo>
                        <a:cubicBezTo>
                          <a:pt x="500" y="58"/>
                          <a:pt x="176" y="0"/>
                          <a:pt x="89" y="135"/>
                        </a:cubicBezTo>
                        <a:cubicBezTo>
                          <a:pt x="0" y="272"/>
                          <a:pt x="200" y="211"/>
                          <a:pt x="260" y="192"/>
                        </a:cubicBezTo>
                        <a:cubicBezTo>
                          <a:pt x="365" y="159"/>
                          <a:pt x="444" y="174"/>
                          <a:pt x="548" y="205"/>
                        </a:cubicBezTo>
                        <a:cubicBezTo>
                          <a:pt x="591" y="218"/>
                          <a:pt x="673" y="268"/>
                          <a:pt x="684" y="205"/>
                        </a:cubicBezTo>
                        <a:cubicBezTo>
                          <a:pt x="692" y="158"/>
                          <a:pt x="624" y="126"/>
                          <a:pt x="614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0" name="Google Shape;2640;p53">
                    <a:extLst>
                      <a:ext uri="{FF2B5EF4-FFF2-40B4-BE49-F238E27FC236}">
                        <a16:creationId xmlns:a16="http://schemas.microsoft.com/office/drawing/2014/main" id="{30C25C15-9446-F646-4AC6-A61E909B9CD3}"/>
                      </a:ext>
                    </a:extLst>
                  </p:cNvPr>
                  <p:cNvSpPr/>
                  <p:nvPr/>
                </p:nvSpPr>
                <p:spPr>
                  <a:xfrm>
                    <a:off x="3811856" y="2962282"/>
                    <a:ext cx="114503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217" extrusionOk="0">
                        <a:moveTo>
                          <a:pt x="106" y="17"/>
                        </a:moveTo>
                        <a:lnTo>
                          <a:pt x="106" y="17"/>
                        </a:lnTo>
                        <a:cubicBezTo>
                          <a:pt x="86" y="6"/>
                          <a:pt x="62" y="0"/>
                          <a:pt x="39" y="0"/>
                        </a:cubicBezTo>
                        <a:cubicBezTo>
                          <a:pt x="32" y="0"/>
                          <a:pt x="26" y="0"/>
                          <a:pt x="20" y="1"/>
                        </a:cubicBezTo>
                        <a:cubicBezTo>
                          <a:pt x="0" y="97"/>
                          <a:pt x="157" y="216"/>
                          <a:pt x="246" y="184"/>
                        </a:cubicBezTo>
                        <a:cubicBezTo>
                          <a:pt x="374" y="137"/>
                          <a:pt x="139" y="34"/>
                          <a:pt x="106" y="1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1" name="Google Shape;2641;p53">
                    <a:extLst>
                      <a:ext uri="{FF2B5EF4-FFF2-40B4-BE49-F238E27FC236}">
                        <a16:creationId xmlns:a16="http://schemas.microsoft.com/office/drawing/2014/main" id="{2C4DD8EE-7875-BBD1-B740-5F3913183A0C}"/>
                      </a:ext>
                    </a:extLst>
                  </p:cNvPr>
                  <p:cNvSpPr/>
                  <p:nvPr/>
                </p:nvSpPr>
                <p:spPr>
                  <a:xfrm>
                    <a:off x="4020708" y="2924115"/>
                    <a:ext cx="182899" cy="80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" h="265" extrusionOk="0">
                        <a:moveTo>
                          <a:pt x="480" y="11"/>
                        </a:moveTo>
                        <a:cubicBezTo>
                          <a:pt x="402" y="69"/>
                          <a:pt x="323" y="77"/>
                          <a:pt x="227" y="72"/>
                        </a:cubicBezTo>
                        <a:cubicBezTo>
                          <a:pt x="170" y="70"/>
                          <a:pt x="0" y="22"/>
                          <a:pt x="36" y="132"/>
                        </a:cubicBezTo>
                        <a:cubicBezTo>
                          <a:pt x="77" y="259"/>
                          <a:pt x="433" y="264"/>
                          <a:pt x="517" y="205"/>
                        </a:cubicBezTo>
                        <a:cubicBezTo>
                          <a:pt x="598" y="149"/>
                          <a:pt x="596" y="0"/>
                          <a:pt x="480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2" name="Google Shape;2642;p53">
                    <a:extLst>
                      <a:ext uri="{FF2B5EF4-FFF2-40B4-BE49-F238E27FC236}">
                        <a16:creationId xmlns:a16="http://schemas.microsoft.com/office/drawing/2014/main" id="{CB157E2C-7155-3961-C82A-1DAF82A04C3F}"/>
                      </a:ext>
                    </a:extLst>
                  </p:cNvPr>
                  <p:cNvSpPr/>
                  <p:nvPr/>
                </p:nvSpPr>
                <p:spPr>
                  <a:xfrm>
                    <a:off x="4086051" y="2780606"/>
                    <a:ext cx="166410" cy="102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" h="335" extrusionOk="0">
                        <a:moveTo>
                          <a:pt x="310" y="0"/>
                        </a:moveTo>
                        <a:cubicBezTo>
                          <a:pt x="207" y="1"/>
                          <a:pt x="45" y="7"/>
                          <a:pt x="21" y="136"/>
                        </a:cubicBezTo>
                        <a:cubicBezTo>
                          <a:pt x="0" y="247"/>
                          <a:pt x="149" y="334"/>
                          <a:pt x="247" y="314"/>
                        </a:cubicBezTo>
                        <a:cubicBezTo>
                          <a:pt x="281" y="243"/>
                          <a:pt x="196" y="174"/>
                          <a:pt x="278" y="131"/>
                        </a:cubicBezTo>
                        <a:cubicBezTo>
                          <a:pt x="356" y="90"/>
                          <a:pt x="386" y="183"/>
                          <a:pt x="449" y="193"/>
                        </a:cubicBezTo>
                        <a:cubicBezTo>
                          <a:pt x="544" y="209"/>
                          <a:pt x="534" y="139"/>
                          <a:pt x="482" y="90"/>
                        </a:cubicBezTo>
                        <a:cubicBezTo>
                          <a:pt x="437" y="47"/>
                          <a:pt x="358" y="28"/>
                          <a:pt x="31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3" name="Google Shape;2643;p53">
                    <a:extLst>
                      <a:ext uri="{FF2B5EF4-FFF2-40B4-BE49-F238E27FC236}">
                        <a16:creationId xmlns:a16="http://schemas.microsoft.com/office/drawing/2014/main" id="{EDCFCB02-6D06-D723-7E8C-3BB55D02C64A}"/>
                      </a:ext>
                    </a:extLst>
                  </p:cNvPr>
                  <p:cNvSpPr/>
                  <p:nvPr/>
                </p:nvSpPr>
                <p:spPr>
                  <a:xfrm>
                    <a:off x="4243912" y="2810529"/>
                    <a:ext cx="201524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" h="219" extrusionOk="0">
                        <a:moveTo>
                          <a:pt x="631" y="70"/>
                        </a:moveTo>
                        <a:cubicBezTo>
                          <a:pt x="621" y="68"/>
                          <a:pt x="615" y="64"/>
                          <a:pt x="615" y="51"/>
                        </a:cubicBezTo>
                        <a:cubicBezTo>
                          <a:pt x="530" y="58"/>
                          <a:pt x="450" y="69"/>
                          <a:pt x="361" y="61"/>
                        </a:cubicBezTo>
                        <a:cubicBezTo>
                          <a:pt x="304" y="55"/>
                          <a:pt x="154" y="0"/>
                          <a:pt x="103" y="26"/>
                        </a:cubicBezTo>
                        <a:cubicBezTo>
                          <a:pt x="0" y="77"/>
                          <a:pt x="104" y="165"/>
                          <a:pt x="169" y="189"/>
                        </a:cubicBezTo>
                        <a:cubicBezTo>
                          <a:pt x="246" y="217"/>
                          <a:pt x="360" y="218"/>
                          <a:pt x="443" y="209"/>
                        </a:cubicBezTo>
                        <a:cubicBezTo>
                          <a:pt x="514" y="201"/>
                          <a:pt x="659" y="171"/>
                          <a:pt x="631" y="7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4" name="Google Shape;2644;p53">
                    <a:extLst>
                      <a:ext uri="{FF2B5EF4-FFF2-40B4-BE49-F238E27FC236}">
                        <a16:creationId xmlns:a16="http://schemas.microsoft.com/office/drawing/2014/main" id="{4C8D5145-7048-5A06-9725-2001D8D036B1}"/>
                      </a:ext>
                    </a:extLst>
                  </p:cNvPr>
                  <p:cNvSpPr/>
                  <p:nvPr/>
                </p:nvSpPr>
                <p:spPr>
                  <a:xfrm>
                    <a:off x="4411848" y="2737248"/>
                    <a:ext cx="180456" cy="22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45" extrusionOk="0">
                        <a:moveTo>
                          <a:pt x="449" y="4"/>
                        </a:moveTo>
                        <a:cubicBezTo>
                          <a:pt x="308" y="0"/>
                          <a:pt x="165" y="223"/>
                          <a:pt x="152" y="344"/>
                        </a:cubicBezTo>
                        <a:cubicBezTo>
                          <a:pt x="144" y="415"/>
                          <a:pt x="163" y="495"/>
                          <a:pt x="135" y="562"/>
                        </a:cubicBezTo>
                        <a:cubicBezTo>
                          <a:pt x="111" y="618"/>
                          <a:pt x="0" y="664"/>
                          <a:pt x="5" y="709"/>
                        </a:cubicBezTo>
                        <a:cubicBezTo>
                          <a:pt x="81" y="744"/>
                          <a:pt x="237" y="684"/>
                          <a:pt x="289" y="622"/>
                        </a:cubicBezTo>
                        <a:cubicBezTo>
                          <a:pt x="351" y="549"/>
                          <a:pt x="316" y="448"/>
                          <a:pt x="329" y="361"/>
                        </a:cubicBezTo>
                        <a:cubicBezTo>
                          <a:pt x="348" y="235"/>
                          <a:pt x="421" y="257"/>
                          <a:pt x="502" y="189"/>
                        </a:cubicBezTo>
                        <a:cubicBezTo>
                          <a:pt x="590" y="113"/>
                          <a:pt x="522" y="37"/>
                          <a:pt x="449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5" name="Google Shape;2645;p53">
                    <a:extLst>
                      <a:ext uri="{FF2B5EF4-FFF2-40B4-BE49-F238E27FC236}">
                        <a16:creationId xmlns:a16="http://schemas.microsoft.com/office/drawing/2014/main" id="{72D28495-6BBC-2F8F-3727-607098444253}"/>
                      </a:ext>
                    </a:extLst>
                  </p:cNvPr>
                  <p:cNvSpPr/>
                  <p:nvPr/>
                </p:nvSpPr>
                <p:spPr>
                  <a:xfrm>
                    <a:off x="4565129" y="2783354"/>
                    <a:ext cx="388392" cy="112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2" h="369" extrusionOk="0">
                        <a:moveTo>
                          <a:pt x="856" y="131"/>
                        </a:moveTo>
                        <a:cubicBezTo>
                          <a:pt x="706" y="187"/>
                          <a:pt x="565" y="283"/>
                          <a:pt x="405" y="223"/>
                        </a:cubicBezTo>
                        <a:cubicBezTo>
                          <a:pt x="360" y="206"/>
                          <a:pt x="0" y="0"/>
                          <a:pt x="130" y="205"/>
                        </a:cubicBezTo>
                        <a:cubicBezTo>
                          <a:pt x="234" y="368"/>
                          <a:pt x="506" y="345"/>
                          <a:pt x="661" y="304"/>
                        </a:cubicBezTo>
                        <a:lnTo>
                          <a:pt x="661" y="304"/>
                        </a:lnTo>
                        <a:cubicBezTo>
                          <a:pt x="740" y="282"/>
                          <a:pt x="821" y="271"/>
                          <a:pt x="902" y="271"/>
                        </a:cubicBezTo>
                        <a:cubicBezTo>
                          <a:pt x="904" y="271"/>
                          <a:pt x="906" y="271"/>
                          <a:pt x="908" y="271"/>
                        </a:cubicBezTo>
                        <a:cubicBezTo>
                          <a:pt x="962" y="271"/>
                          <a:pt x="1091" y="307"/>
                          <a:pt x="1134" y="269"/>
                        </a:cubicBezTo>
                        <a:cubicBezTo>
                          <a:pt x="1271" y="147"/>
                          <a:pt x="936" y="25"/>
                          <a:pt x="856" y="1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6" name="Google Shape;2646;p53">
                    <a:extLst>
                      <a:ext uri="{FF2B5EF4-FFF2-40B4-BE49-F238E27FC236}">
                        <a16:creationId xmlns:a16="http://schemas.microsoft.com/office/drawing/2014/main" id="{1ED72BD9-4B11-F7C7-D1D2-386EDB230890}"/>
                      </a:ext>
                    </a:extLst>
                  </p:cNvPr>
                  <p:cNvSpPr/>
                  <p:nvPr/>
                </p:nvSpPr>
                <p:spPr>
                  <a:xfrm>
                    <a:off x="4908331" y="2511603"/>
                    <a:ext cx="160914" cy="9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0" extrusionOk="0">
                        <a:moveTo>
                          <a:pt x="383" y="271"/>
                        </a:moveTo>
                        <a:cubicBezTo>
                          <a:pt x="474" y="319"/>
                          <a:pt x="526" y="285"/>
                          <a:pt x="466" y="188"/>
                        </a:cubicBezTo>
                        <a:cubicBezTo>
                          <a:pt x="438" y="144"/>
                          <a:pt x="335" y="37"/>
                          <a:pt x="300" y="0"/>
                        </a:cubicBezTo>
                        <a:cubicBezTo>
                          <a:pt x="228" y="2"/>
                          <a:pt x="97" y="33"/>
                          <a:pt x="57" y="104"/>
                        </a:cubicBezTo>
                        <a:cubicBezTo>
                          <a:pt x="0" y="205"/>
                          <a:pt x="96" y="236"/>
                          <a:pt x="176" y="236"/>
                        </a:cubicBezTo>
                        <a:cubicBezTo>
                          <a:pt x="266" y="236"/>
                          <a:pt x="299" y="227"/>
                          <a:pt x="383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7" name="Google Shape;2647;p53">
                    <a:extLst>
                      <a:ext uri="{FF2B5EF4-FFF2-40B4-BE49-F238E27FC236}">
                        <a16:creationId xmlns:a16="http://schemas.microsoft.com/office/drawing/2014/main" id="{98EC3375-1839-8B70-EA57-EC2C30ADC94B}"/>
                      </a:ext>
                    </a:extLst>
                  </p:cNvPr>
                  <p:cNvSpPr/>
                  <p:nvPr/>
                </p:nvSpPr>
                <p:spPr>
                  <a:xfrm>
                    <a:off x="4681158" y="2588854"/>
                    <a:ext cx="231142" cy="73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" h="241" extrusionOk="0">
                        <a:moveTo>
                          <a:pt x="685" y="35"/>
                        </a:moveTo>
                        <a:cubicBezTo>
                          <a:pt x="599" y="109"/>
                          <a:pt x="522" y="118"/>
                          <a:pt x="410" y="114"/>
                        </a:cubicBezTo>
                        <a:cubicBezTo>
                          <a:pt x="332" y="111"/>
                          <a:pt x="198" y="63"/>
                          <a:pt x="132" y="120"/>
                        </a:cubicBezTo>
                        <a:cubicBezTo>
                          <a:pt x="0" y="234"/>
                          <a:pt x="237" y="208"/>
                          <a:pt x="292" y="210"/>
                        </a:cubicBezTo>
                        <a:cubicBezTo>
                          <a:pt x="401" y="214"/>
                          <a:pt x="492" y="240"/>
                          <a:pt x="600" y="203"/>
                        </a:cubicBezTo>
                        <a:cubicBezTo>
                          <a:pt x="650" y="186"/>
                          <a:pt x="733" y="163"/>
                          <a:pt x="745" y="105"/>
                        </a:cubicBezTo>
                        <a:cubicBezTo>
                          <a:pt x="756" y="44"/>
                          <a:pt x="686" y="0"/>
                          <a:pt x="685" y="3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8" name="Google Shape;2648;p53">
                    <a:extLst>
                      <a:ext uri="{FF2B5EF4-FFF2-40B4-BE49-F238E27FC236}">
                        <a16:creationId xmlns:a16="http://schemas.microsoft.com/office/drawing/2014/main" id="{18007545-DE69-147A-8E34-403DBD2A9B3F}"/>
                      </a:ext>
                    </a:extLst>
                  </p:cNvPr>
                  <p:cNvSpPr/>
                  <p:nvPr/>
                </p:nvSpPr>
                <p:spPr>
                  <a:xfrm>
                    <a:off x="4659479" y="2681066"/>
                    <a:ext cx="269005" cy="101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" h="332" extrusionOk="0">
                        <a:moveTo>
                          <a:pt x="267" y="263"/>
                        </a:moveTo>
                        <a:cubicBezTo>
                          <a:pt x="370" y="299"/>
                          <a:pt x="496" y="318"/>
                          <a:pt x="601" y="325"/>
                        </a:cubicBezTo>
                        <a:cubicBezTo>
                          <a:pt x="712" y="331"/>
                          <a:pt x="880" y="194"/>
                          <a:pt x="748" y="100"/>
                        </a:cubicBezTo>
                        <a:cubicBezTo>
                          <a:pt x="651" y="159"/>
                          <a:pt x="493" y="173"/>
                          <a:pt x="380" y="161"/>
                        </a:cubicBezTo>
                        <a:cubicBezTo>
                          <a:pt x="323" y="156"/>
                          <a:pt x="283" y="139"/>
                          <a:pt x="238" y="103"/>
                        </a:cubicBezTo>
                        <a:cubicBezTo>
                          <a:pt x="210" y="80"/>
                          <a:pt x="161" y="0"/>
                          <a:pt x="118" y="21"/>
                        </a:cubicBezTo>
                        <a:cubicBezTo>
                          <a:pt x="0" y="79"/>
                          <a:pt x="217" y="246"/>
                          <a:pt x="267" y="26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9" name="Google Shape;2649;p53">
                    <a:extLst>
                      <a:ext uri="{FF2B5EF4-FFF2-40B4-BE49-F238E27FC236}">
                        <a16:creationId xmlns:a16="http://schemas.microsoft.com/office/drawing/2014/main" id="{0E568FBE-492D-0532-38FF-E324645A6419}"/>
                      </a:ext>
                    </a:extLst>
                  </p:cNvPr>
                  <p:cNvSpPr/>
                  <p:nvPr/>
                </p:nvSpPr>
                <p:spPr>
                  <a:xfrm>
                    <a:off x="4926652" y="2657555"/>
                    <a:ext cx="154197" cy="1096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59" extrusionOk="0">
                        <a:moveTo>
                          <a:pt x="406" y="116"/>
                        </a:moveTo>
                        <a:cubicBezTo>
                          <a:pt x="317" y="123"/>
                          <a:pt x="9" y="0"/>
                          <a:pt x="4" y="173"/>
                        </a:cubicBezTo>
                        <a:cubicBezTo>
                          <a:pt x="0" y="319"/>
                          <a:pt x="327" y="358"/>
                          <a:pt x="419" y="288"/>
                        </a:cubicBezTo>
                        <a:cubicBezTo>
                          <a:pt x="504" y="222"/>
                          <a:pt x="482" y="155"/>
                          <a:pt x="406" y="1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0" name="Google Shape;2650;p53">
                    <a:extLst>
                      <a:ext uri="{FF2B5EF4-FFF2-40B4-BE49-F238E27FC236}">
                        <a16:creationId xmlns:a16="http://schemas.microsoft.com/office/drawing/2014/main" id="{CE5036F9-FEB7-9608-A54B-798DAD248E28}"/>
                      </a:ext>
                    </a:extLst>
                  </p:cNvPr>
                  <p:cNvSpPr/>
                  <p:nvPr/>
                </p:nvSpPr>
                <p:spPr>
                  <a:xfrm>
                    <a:off x="5057032" y="2810529"/>
                    <a:ext cx="103205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" h="287" extrusionOk="0">
                        <a:moveTo>
                          <a:pt x="180" y="25"/>
                        </a:moveTo>
                        <a:lnTo>
                          <a:pt x="189" y="25"/>
                        </a:lnTo>
                        <a:cubicBezTo>
                          <a:pt x="32" y="10"/>
                          <a:pt x="0" y="286"/>
                          <a:pt x="182" y="276"/>
                        </a:cubicBezTo>
                        <a:cubicBezTo>
                          <a:pt x="334" y="269"/>
                          <a:pt x="337" y="0"/>
                          <a:pt x="180" y="2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1" name="Google Shape;2651;p53">
                    <a:extLst>
                      <a:ext uri="{FF2B5EF4-FFF2-40B4-BE49-F238E27FC236}">
                        <a16:creationId xmlns:a16="http://schemas.microsoft.com/office/drawing/2014/main" id="{ADE51456-7290-02DB-FEE3-263A1AB5D783}"/>
                      </a:ext>
                    </a:extLst>
                  </p:cNvPr>
                  <p:cNvSpPr/>
                  <p:nvPr/>
                </p:nvSpPr>
                <p:spPr>
                  <a:xfrm>
                    <a:off x="5092146" y="2691447"/>
                    <a:ext cx="195418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554" extrusionOk="0">
                        <a:moveTo>
                          <a:pt x="150" y="90"/>
                        </a:moveTo>
                        <a:cubicBezTo>
                          <a:pt x="0" y="209"/>
                          <a:pt x="389" y="401"/>
                          <a:pt x="443" y="456"/>
                        </a:cubicBezTo>
                        <a:cubicBezTo>
                          <a:pt x="482" y="496"/>
                          <a:pt x="515" y="553"/>
                          <a:pt x="574" y="531"/>
                        </a:cubicBezTo>
                        <a:cubicBezTo>
                          <a:pt x="627" y="511"/>
                          <a:pt x="639" y="453"/>
                          <a:pt x="598" y="415"/>
                        </a:cubicBezTo>
                        <a:cubicBezTo>
                          <a:pt x="535" y="351"/>
                          <a:pt x="263" y="0"/>
                          <a:pt x="150" y="9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2" name="Google Shape;2652;p53">
                    <a:extLst>
                      <a:ext uri="{FF2B5EF4-FFF2-40B4-BE49-F238E27FC236}">
                        <a16:creationId xmlns:a16="http://schemas.microsoft.com/office/drawing/2014/main" id="{83AF2D82-D363-EB1A-0C0E-2E85098F6EBD}"/>
                      </a:ext>
                    </a:extLst>
                  </p:cNvPr>
                  <p:cNvSpPr/>
                  <p:nvPr/>
                </p:nvSpPr>
                <p:spPr>
                  <a:xfrm>
                    <a:off x="5470462" y="2910374"/>
                    <a:ext cx="133434" cy="61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200" extrusionOk="0">
                        <a:moveTo>
                          <a:pt x="321" y="56"/>
                        </a:moveTo>
                        <a:lnTo>
                          <a:pt x="356" y="56"/>
                        </a:lnTo>
                        <a:cubicBezTo>
                          <a:pt x="310" y="48"/>
                          <a:pt x="0" y="0"/>
                          <a:pt x="72" y="144"/>
                        </a:cubicBezTo>
                        <a:cubicBezTo>
                          <a:pt x="100" y="199"/>
                          <a:pt x="235" y="183"/>
                          <a:pt x="282" y="170"/>
                        </a:cubicBezTo>
                        <a:cubicBezTo>
                          <a:pt x="335" y="156"/>
                          <a:pt x="436" y="80"/>
                          <a:pt x="321" y="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3" name="Google Shape;2653;p53">
                    <a:extLst>
                      <a:ext uri="{FF2B5EF4-FFF2-40B4-BE49-F238E27FC236}">
                        <a16:creationId xmlns:a16="http://schemas.microsoft.com/office/drawing/2014/main" id="{37F5E48F-7D76-E0BA-6444-C5EA9B970990}"/>
                      </a:ext>
                    </a:extLst>
                  </p:cNvPr>
                  <p:cNvSpPr/>
                  <p:nvPr/>
                </p:nvSpPr>
                <p:spPr>
                  <a:xfrm>
                    <a:off x="5263441" y="2830376"/>
                    <a:ext cx="202440" cy="130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3" h="429" extrusionOk="0">
                        <a:moveTo>
                          <a:pt x="562" y="12"/>
                        </a:moveTo>
                        <a:cubicBezTo>
                          <a:pt x="526" y="0"/>
                          <a:pt x="462" y="34"/>
                          <a:pt x="413" y="39"/>
                        </a:cubicBezTo>
                        <a:cubicBezTo>
                          <a:pt x="361" y="44"/>
                          <a:pt x="308" y="33"/>
                          <a:pt x="256" y="39"/>
                        </a:cubicBezTo>
                        <a:cubicBezTo>
                          <a:pt x="183" y="46"/>
                          <a:pt x="89" y="82"/>
                          <a:pt x="68" y="165"/>
                        </a:cubicBezTo>
                        <a:cubicBezTo>
                          <a:pt x="0" y="428"/>
                          <a:pt x="471" y="227"/>
                          <a:pt x="553" y="196"/>
                        </a:cubicBezTo>
                        <a:cubicBezTo>
                          <a:pt x="607" y="176"/>
                          <a:pt x="654" y="181"/>
                          <a:pt x="658" y="113"/>
                        </a:cubicBezTo>
                        <a:cubicBezTo>
                          <a:pt x="662" y="49"/>
                          <a:pt x="607" y="25"/>
                          <a:pt x="562" y="1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4" name="Google Shape;2654;p53">
                    <a:extLst>
                      <a:ext uri="{FF2B5EF4-FFF2-40B4-BE49-F238E27FC236}">
                        <a16:creationId xmlns:a16="http://schemas.microsoft.com/office/drawing/2014/main" id="{EE4D11E6-4CF7-ACE5-203A-3312DB77DD91}"/>
                      </a:ext>
                    </a:extLst>
                  </p:cNvPr>
                  <p:cNvSpPr/>
                  <p:nvPr/>
                </p:nvSpPr>
                <p:spPr>
                  <a:xfrm>
                    <a:off x="5546492" y="2730225"/>
                    <a:ext cx="126716" cy="10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342" extrusionOk="0">
                        <a:moveTo>
                          <a:pt x="282" y="53"/>
                        </a:moveTo>
                        <a:lnTo>
                          <a:pt x="282" y="44"/>
                        </a:lnTo>
                        <a:cubicBezTo>
                          <a:pt x="196" y="45"/>
                          <a:pt x="60" y="0"/>
                          <a:pt x="28" y="113"/>
                        </a:cubicBezTo>
                        <a:cubicBezTo>
                          <a:pt x="0" y="214"/>
                          <a:pt x="117" y="277"/>
                          <a:pt x="193" y="308"/>
                        </a:cubicBezTo>
                        <a:cubicBezTo>
                          <a:pt x="272" y="339"/>
                          <a:pt x="363" y="341"/>
                          <a:pt x="387" y="235"/>
                        </a:cubicBezTo>
                        <a:cubicBezTo>
                          <a:pt x="414" y="121"/>
                          <a:pt x="326" y="112"/>
                          <a:pt x="282" y="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5" name="Google Shape;2655;p53">
                    <a:extLst>
                      <a:ext uri="{FF2B5EF4-FFF2-40B4-BE49-F238E27FC236}">
                        <a16:creationId xmlns:a16="http://schemas.microsoft.com/office/drawing/2014/main" id="{91F1D7B1-A877-A15E-552C-FD3DF8720F10}"/>
                      </a:ext>
                    </a:extLst>
                  </p:cNvPr>
                  <p:cNvSpPr/>
                  <p:nvPr/>
                </p:nvSpPr>
                <p:spPr>
                  <a:xfrm>
                    <a:off x="5530614" y="2580915"/>
                    <a:ext cx="153281" cy="87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" h="287" extrusionOk="0">
                        <a:moveTo>
                          <a:pt x="133" y="280"/>
                        </a:moveTo>
                        <a:cubicBezTo>
                          <a:pt x="193" y="277"/>
                          <a:pt x="365" y="231"/>
                          <a:pt x="413" y="195"/>
                        </a:cubicBezTo>
                        <a:cubicBezTo>
                          <a:pt x="501" y="129"/>
                          <a:pt x="447" y="0"/>
                          <a:pt x="360" y="44"/>
                        </a:cubicBezTo>
                        <a:cubicBezTo>
                          <a:pt x="275" y="41"/>
                          <a:pt x="164" y="57"/>
                          <a:pt x="98" y="113"/>
                        </a:cubicBezTo>
                        <a:cubicBezTo>
                          <a:pt x="18" y="182"/>
                          <a:pt x="0" y="286"/>
                          <a:pt x="133" y="2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6" name="Google Shape;2656;p53">
                    <a:extLst>
                      <a:ext uri="{FF2B5EF4-FFF2-40B4-BE49-F238E27FC236}">
                        <a16:creationId xmlns:a16="http://schemas.microsoft.com/office/drawing/2014/main" id="{3573A4AA-98BA-FA3D-A5D8-2952FA325EC3}"/>
                      </a:ext>
                    </a:extLst>
                  </p:cNvPr>
                  <p:cNvSpPr/>
                  <p:nvPr/>
                </p:nvSpPr>
                <p:spPr>
                  <a:xfrm>
                    <a:off x="5293365" y="2650227"/>
                    <a:ext cx="193280" cy="8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267" extrusionOk="0">
                        <a:moveTo>
                          <a:pt x="429" y="0"/>
                        </a:moveTo>
                        <a:cubicBezTo>
                          <a:pt x="363" y="5"/>
                          <a:pt x="0" y="124"/>
                          <a:pt x="123" y="219"/>
                        </a:cubicBezTo>
                        <a:cubicBezTo>
                          <a:pt x="184" y="266"/>
                          <a:pt x="301" y="197"/>
                          <a:pt x="363" y="188"/>
                        </a:cubicBezTo>
                        <a:cubicBezTo>
                          <a:pt x="430" y="179"/>
                          <a:pt x="534" y="230"/>
                          <a:pt x="574" y="162"/>
                        </a:cubicBezTo>
                        <a:cubicBezTo>
                          <a:pt x="632" y="62"/>
                          <a:pt x="490" y="21"/>
                          <a:pt x="4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7" name="Google Shape;2657;p53">
                    <a:extLst>
                      <a:ext uri="{FF2B5EF4-FFF2-40B4-BE49-F238E27FC236}">
                        <a16:creationId xmlns:a16="http://schemas.microsoft.com/office/drawing/2014/main" id="{4209579C-74D9-53AC-E2C0-757097FFF34D}"/>
                      </a:ext>
                    </a:extLst>
                  </p:cNvPr>
                  <p:cNvSpPr/>
                  <p:nvPr/>
                </p:nvSpPr>
                <p:spPr>
                  <a:xfrm>
                    <a:off x="5433516" y="2397102"/>
                    <a:ext cx="191143" cy="70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232" extrusionOk="0">
                        <a:moveTo>
                          <a:pt x="33" y="155"/>
                        </a:moveTo>
                        <a:cubicBezTo>
                          <a:pt x="169" y="161"/>
                          <a:pt x="266" y="93"/>
                          <a:pt x="402" y="156"/>
                        </a:cubicBezTo>
                        <a:cubicBezTo>
                          <a:pt x="447" y="177"/>
                          <a:pt x="487" y="231"/>
                          <a:pt x="543" y="217"/>
                        </a:cubicBezTo>
                        <a:cubicBezTo>
                          <a:pt x="603" y="202"/>
                          <a:pt x="625" y="122"/>
                          <a:pt x="538" y="95"/>
                        </a:cubicBezTo>
                        <a:cubicBezTo>
                          <a:pt x="465" y="51"/>
                          <a:pt x="0" y="0"/>
                          <a:pt x="33" y="1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8" name="Google Shape;2658;p53">
                    <a:extLst>
                      <a:ext uri="{FF2B5EF4-FFF2-40B4-BE49-F238E27FC236}">
                        <a16:creationId xmlns:a16="http://schemas.microsoft.com/office/drawing/2014/main" id="{BE30C7DD-2F91-0253-6B07-B5AA416249F7}"/>
                      </a:ext>
                    </a:extLst>
                  </p:cNvPr>
                  <p:cNvSpPr/>
                  <p:nvPr/>
                </p:nvSpPr>
                <p:spPr>
                  <a:xfrm>
                    <a:off x="5359013" y="2434048"/>
                    <a:ext cx="85801" cy="100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" h="330" extrusionOk="0">
                        <a:moveTo>
                          <a:pt x="122" y="258"/>
                        </a:moveTo>
                        <a:cubicBezTo>
                          <a:pt x="280" y="329"/>
                          <a:pt x="191" y="105"/>
                          <a:pt x="186" y="28"/>
                        </a:cubicBezTo>
                        <a:lnTo>
                          <a:pt x="186" y="28"/>
                        </a:lnTo>
                        <a:cubicBezTo>
                          <a:pt x="173" y="20"/>
                          <a:pt x="157" y="16"/>
                          <a:pt x="141" y="16"/>
                        </a:cubicBezTo>
                        <a:cubicBezTo>
                          <a:pt x="136" y="16"/>
                          <a:pt x="132" y="17"/>
                          <a:pt x="127" y="18"/>
                        </a:cubicBezTo>
                        <a:lnTo>
                          <a:pt x="135" y="0"/>
                        </a:lnTo>
                        <a:cubicBezTo>
                          <a:pt x="39" y="49"/>
                          <a:pt x="0" y="203"/>
                          <a:pt x="122" y="25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9" name="Google Shape;2659;p53">
                    <a:extLst>
                      <a:ext uri="{FF2B5EF4-FFF2-40B4-BE49-F238E27FC236}">
                        <a16:creationId xmlns:a16="http://schemas.microsoft.com/office/drawing/2014/main" id="{24F82F19-4060-557D-0CCB-7BC379F64665}"/>
                      </a:ext>
                    </a:extLst>
                  </p:cNvPr>
                  <p:cNvSpPr/>
                  <p:nvPr/>
                </p:nvSpPr>
                <p:spPr>
                  <a:xfrm>
                    <a:off x="5442676" y="2493589"/>
                    <a:ext cx="160914" cy="98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" h="323" extrusionOk="0">
                        <a:moveTo>
                          <a:pt x="433" y="276"/>
                        </a:moveTo>
                        <a:cubicBezTo>
                          <a:pt x="526" y="205"/>
                          <a:pt x="171" y="0"/>
                          <a:pt x="89" y="32"/>
                        </a:cubicBezTo>
                        <a:cubicBezTo>
                          <a:pt x="0" y="68"/>
                          <a:pt x="139" y="147"/>
                          <a:pt x="185" y="185"/>
                        </a:cubicBezTo>
                        <a:cubicBezTo>
                          <a:pt x="226" y="220"/>
                          <a:pt x="375" y="322"/>
                          <a:pt x="433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0" name="Google Shape;2660;p53">
                    <a:extLst>
                      <a:ext uri="{FF2B5EF4-FFF2-40B4-BE49-F238E27FC236}">
                        <a16:creationId xmlns:a16="http://schemas.microsoft.com/office/drawing/2014/main" id="{C6CF0F63-559A-A1DC-CFF3-96C1BF01C1CB}"/>
                      </a:ext>
                    </a:extLst>
                  </p:cNvPr>
                  <p:cNvSpPr/>
                  <p:nvPr/>
                </p:nvSpPr>
                <p:spPr>
                  <a:xfrm>
                    <a:off x="5209091" y="2523512"/>
                    <a:ext cx="153586" cy="130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427" extrusionOk="0">
                        <a:moveTo>
                          <a:pt x="367" y="7"/>
                        </a:moveTo>
                        <a:lnTo>
                          <a:pt x="367" y="7"/>
                        </a:lnTo>
                        <a:cubicBezTo>
                          <a:pt x="321" y="13"/>
                          <a:pt x="277" y="26"/>
                          <a:pt x="236" y="47"/>
                        </a:cubicBezTo>
                        <a:cubicBezTo>
                          <a:pt x="175" y="79"/>
                          <a:pt x="0" y="168"/>
                          <a:pt x="14" y="258"/>
                        </a:cubicBezTo>
                        <a:cubicBezTo>
                          <a:pt x="42" y="426"/>
                          <a:pt x="384" y="250"/>
                          <a:pt x="434" y="157"/>
                        </a:cubicBezTo>
                        <a:cubicBezTo>
                          <a:pt x="502" y="33"/>
                          <a:pt x="444" y="0"/>
                          <a:pt x="367" y="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1" name="Google Shape;2661;p53">
                    <a:extLst>
                      <a:ext uri="{FF2B5EF4-FFF2-40B4-BE49-F238E27FC236}">
                        <a16:creationId xmlns:a16="http://schemas.microsoft.com/office/drawing/2014/main" id="{BE2FA46A-FE7E-B4F2-5298-79CD8330B75A}"/>
                      </a:ext>
                    </a:extLst>
                  </p:cNvPr>
                  <p:cNvSpPr/>
                  <p:nvPr/>
                </p:nvSpPr>
                <p:spPr>
                  <a:xfrm>
                    <a:off x="5435348" y="2282295"/>
                    <a:ext cx="148395" cy="6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" h="225" extrusionOk="0">
                        <a:moveTo>
                          <a:pt x="0" y="181"/>
                        </a:moveTo>
                        <a:cubicBezTo>
                          <a:pt x="79" y="206"/>
                          <a:pt x="271" y="224"/>
                          <a:pt x="353" y="209"/>
                        </a:cubicBezTo>
                        <a:cubicBezTo>
                          <a:pt x="426" y="195"/>
                          <a:pt x="485" y="96"/>
                          <a:pt x="427" y="28"/>
                        </a:cubicBezTo>
                        <a:cubicBezTo>
                          <a:pt x="409" y="7"/>
                          <a:pt x="389" y="0"/>
                          <a:pt x="369" y="2"/>
                        </a:cubicBezTo>
                        <a:cubicBezTo>
                          <a:pt x="305" y="8"/>
                          <a:pt x="231" y="100"/>
                          <a:pt x="170" y="120"/>
                        </a:cubicBezTo>
                        <a:cubicBezTo>
                          <a:pt x="120" y="137"/>
                          <a:pt x="5" y="122"/>
                          <a:pt x="0" y="18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2" name="Google Shape;2662;p53">
                    <a:extLst>
                      <a:ext uri="{FF2B5EF4-FFF2-40B4-BE49-F238E27FC236}">
                        <a16:creationId xmlns:a16="http://schemas.microsoft.com/office/drawing/2014/main" id="{75D103BC-CC2D-F487-5708-63A2E37AC577}"/>
                      </a:ext>
                    </a:extLst>
                  </p:cNvPr>
                  <p:cNvSpPr/>
                  <p:nvPr/>
                </p:nvSpPr>
                <p:spPr>
                  <a:xfrm>
                    <a:off x="5156572" y="2253288"/>
                    <a:ext cx="224120" cy="117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385" extrusionOk="0">
                        <a:moveTo>
                          <a:pt x="79" y="114"/>
                        </a:moveTo>
                        <a:cubicBezTo>
                          <a:pt x="111" y="140"/>
                          <a:pt x="197" y="132"/>
                          <a:pt x="239" y="138"/>
                        </a:cubicBezTo>
                        <a:cubicBezTo>
                          <a:pt x="369" y="157"/>
                          <a:pt x="352" y="199"/>
                          <a:pt x="424" y="293"/>
                        </a:cubicBezTo>
                        <a:cubicBezTo>
                          <a:pt x="478" y="363"/>
                          <a:pt x="584" y="384"/>
                          <a:pt x="639" y="302"/>
                        </a:cubicBezTo>
                        <a:cubicBezTo>
                          <a:pt x="733" y="161"/>
                          <a:pt x="275" y="0"/>
                          <a:pt x="169" y="15"/>
                        </a:cubicBezTo>
                        <a:cubicBezTo>
                          <a:pt x="102" y="16"/>
                          <a:pt x="0" y="49"/>
                          <a:pt x="79" y="11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3" name="Google Shape;2663;p53">
                    <a:extLst>
                      <a:ext uri="{FF2B5EF4-FFF2-40B4-BE49-F238E27FC236}">
                        <a16:creationId xmlns:a16="http://schemas.microsoft.com/office/drawing/2014/main" id="{4BECFB71-4A04-01AB-855F-CF6C7B5E1125}"/>
                      </a:ext>
                    </a:extLst>
                  </p:cNvPr>
                  <p:cNvSpPr/>
                  <p:nvPr/>
                </p:nvSpPr>
                <p:spPr>
                  <a:xfrm>
                    <a:off x="5276266" y="1900928"/>
                    <a:ext cx="101373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271" extrusionOk="0">
                        <a:moveTo>
                          <a:pt x="245" y="251"/>
                        </a:moveTo>
                        <a:cubicBezTo>
                          <a:pt x="315" y="241"/>
                          <a:pt x="331" y="188"/>
                          <a:pt x="301" y="129"/>
                        </a:cubicBezTo>
                        <a:cubicBezTo>
                          <a:pt x="288" y="102"/>
                          <a:pt x="267" y="70"/>
                          <a:pt x="242" y="51"/>
                        </a:cubicBezTo>
                        <a:cubicBezTo>
                          <a:pt x="220" y="35"/>
                          <a:pt x="174" y="16"/>
                          <a:pt x="147" y="13"/>
                        </a:cubicBezTo>
                        <a:cubicBezTo>
                          <a:pt x="0" y="0"/>
                          <a:pt x="112" y="270"/>
                          <a:pt x="245" y="25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4" name="Google Shape;2664;p53">
                    <a:extLst>
                      <a:ext uri="{FF2B5EF4-FFF2-40B4-BE49-F238E27FC236}">
                        <a16:creationId xmlns:a16="http://schemas.microsoft.com/office/drawing/2014/main" id="{8A9DA3AE-B375-A83E-2786-5C4C61F41B32}"/>
                      </a:ext>
                    </a:extLst>
                  </p:cNvPr>
                  <p:cNvSpPr/>
                  <p:nvPr/>
                </p:nvSpPr>
                <p:spPr>
                  <a:xfrm>
                    <a:off x="5231686" y="1939401"/>
                    <a:ext cx="177097" cy="249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0" h="817" extrusionOk="0">
                        <a:moveTo>
                          <a:pt x="71" y="418"/>
                        </a:moveTo>
                        <a:cubicBezTo>
                          <a:pt x="64" y="565"/>
                          <a:pt x="39" y="746"/>
                          <a:pt x="220" y="790"/>
                        </a:cubicBezTo>
                        <a:cubicBezTo>
                          <a:pt x="331" y="816"/>
                          <a:pt x="579" y="704"/>
                          <a:pt x="578" y="575"/>
                        </a:cubicBezTo>
                        <a:cubicBezTo>
                          <a:pt x="577" y="396"/>
                          <a:pt x="306" y="574"/>
                          <a:pt x="225" y="502"/>
                        </a:cubicBezTo>
                        <a:cubicBezTo>
                          <a:pt x="161" y="445"/>
                          <a:pt x="156" y="338"/>
                          <a:pt x="145" y="259"/>
                        </a:cubicBezTo>
                        <a:cubicBezTo>
                          <a:pt x="139" y="212"/>
                          <a:pt x="132" y="164"/>
                          <a:pt x="117" y="118"/>
                        </a:cubicBezTo>
                        <a:cubicBezTo>
                          <a:pt x="108" y="88"/>
                          <a:pt x="110" y="22"/>
                          <a:pt x="82" y="6"/>
                        </a:cubicBezTo>
                        <a:lnTo>
                          <a:pt x="82" y="6"/>
                        </a:lnTo>
                        <a:lnTo>
                          <a:pt x="81" y="5"/>
                        </a:lnTo>
                        <a:cubicBezTo>
                          <a:pt x="75" y="2"/>
                          <a:pt x="68" y="0"/>
                          <a:pt x="61" y="0"/>
                        </a:cubicBezTo>
                        <a:cubicBezTo>
                          <a:pt x="56" y="0"/>
                          <a:pt x="52" y="1"/>
                          <a:pt x="48" y="2"/>
                        </a:cubicBezTo>
                        <a:cubicBezTo>
                          <a:pt x="24" y="10"/>
                          <a:pt x="6" y="40"/>
                          <a:pt x="4" y="65"/>
                        </a:cubicBezTo>
                        <a:cubicBezTo>
                          <a:pt x="0" y="109"/>
                          <a:pt x="30" y="147"/>
                          <a:pt x="46" y="186"/>
                        </a:cubicBezTo>
                        <a:cubicBezTo>
                          <a:pt x="75" y="260"/>
                          <a:pt x="75" y="337"/>
                          <a:pt x="71" y="41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5" name="Google Shape;2665;p53">
                    <a:extLst>
                      <a:ext uri="{FF2B5EF4-FFF2-40B4-BE49-F238E27FC236}">
                        <a16:creationId xmlns:a16="http://schemas.microsoft.com/office/drawing/2014/main" id="{420019A0-F6BE-C389-30A0-DB413F2E19A8}"/>
                      </a:ext>
                    </a:extLst>
                  </p:cNvPr>
                  <p:cNvSpPr/>
                  <p:nvPr/>
                </p:nvSpPr>
                <p:spPr>
                  <a:xfrm>
                    <a:off x="5328479" y="2078940"/>
                    <a:ext cx="157861" cy="212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696" extrusionOk="0">
                        <a:moveTo>
                          <a:pt x="157" y="588"/>
                        </a:moveTo>
                        <a:cubicBezTo>
                          <a:pt x="0" y="695"/>
                          <a:pt x="239" y="644"/>
                          <a:pt x="314" y="601"/>
                        </a:cubicBezTo>
                        <a:cubicBezTo>
                          <a:pt x="422" y="540"/>
                          <a:pt x="494" y="457"/>
                          <a:pt x="506" y="333"/>
                        </a:cubicBezTo>
                        <a:cubicBezTo>
                          <a:pt x="512" y="272"/>
                          <a:pt x="516" y="188"/>
                          <a:pt x="497" y="132"/>
                        </a:cubicBezTo>
                        <a:cubicBezTo>
                          <a:pt x="484" y="90"/>
                          <a:pt x="420" y="0"/>
                          <a:pt x="393" y="36"/>
                        </a:cubicBezTo>
                        <a:cubicBezTo>
                          <a:pt x="331" y="120"/>
                          <a:pt x="406" y="279"/>
                          <a:pt x="369" y="379"/>
                        </a:cubicBezTo>
                        <a:cubicBezTo>
                          <a:pt x="327" y="489"/>
                          <a:pt x="246" y="527"/>
                          <a:pt x="157" y="5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6" name="Google Shape;2666;p53">
                    <a:extLst>
                      <a:ext uri="{FF2B5EF4-FFF2-40B4-BE49-F238E27FC236}">
                        <a16:creationId xmlns:a16="http://schemas.microsoft.com/office/drawing/2014/main" id="{AF063583-E638-4225-004E-567DA20CCCE8}"/>
                      </a:ext>
                    </a:extLst>
                  </p:cNvPr>
                  <p:cNvSpPr/>
                  <p:nvPr/>
                </p:nvSpPr>
                <p:spPr>
                  <a:xfrm>
                    <a:off x="4985277" y="2012682"/>
                    <a:ext cx="191448" cy="17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561" extrusionOk="0">
                        <a:moveTo>
                          <a:pt x="503" y="43"/>
                        </a:moveTo>
                        <a:cubicBezTo>
                          <a:pt x="460" y="0"/>
                          <a:pt x="377" y="2"/>
                          <a:pt x="345" y="51"/>
                        </a:cubicBezTo>
                        <a:cubicBezTo>
                          <a:pt x="315" y="96"/>
                          <a:pt x="345" y="177"/>
                          <a:pt x="345" y="226"/>
                        </a:cubicBezTo>
                        <a:cubicBezTo>
                          <a:pt x="345" y="387"/>
                          <a:pt x="258" y="374"/>
                          <a:pt x="151" y="451"/>
                        </a:cubicBezTo>
                        <a:cubicBezTo>
                          <a:pt x="0" y="560"/>
                          <a:pt x="216" y="545"/>
                          <a:pt x="301" y="541"/>
                        </a:cubicBezTo>
                        <a:cubicBezTo>
                          <a:pt x="451" y="533"/>
                          <a:pt x="529" y="531"/>
                          <a:pt x="574" y="366"/>
                        </a:cubicBezTo>
                        <a:cubicBezTo>
                          <a:pt x="602" y="266"/>
                          <a:pt x="626" y="84"/>
                          <a:pt x="503" y="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7" name="Google Shape;2667;p53">
                    <a:extLst>
                      <a:ext uri="{FF2B5EF4-FFF2-40B4-BE49-F238E27FC236}">
                        <a16:creationId xmlns:a16="http://schemas.microsoft.com/office/drawing/2014/main" id="{89850D6C-80C1-F52B-605E-D617BD11D6BC}"/>
                      </a:ext>
                    </a:extLst>
                  </p:cNvPr>
                  <p:cNvSpPr/>
                  <p:nvPr/>
                </p:nvSpPr>
                <p:spPr>
                  <a:xfrm>
                    <a:off x="5037185" y="2167183"/>
                    <a:ext cx="106564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" h="381" extrusionOk="0">
                        <a:moveTo>
                          <a:pt x="340" y="374"/>
                        </a:moveTo>
                        <a:cubicBezTo>
                          <a:pt x="348" y="341"/>
                          <a:pt x="337" y="317"/>
                          <a:pt x="324" y="315"/>
                        </a:cubicBezTo>
                        <a:cubicBezTo>
                          <a:pt x="252" y="277"/>
                          <a:pt x="52" y="0"/>
                          <a:pt x="27" y="175"/>
                        </a:cubicBezTo>
                        <a:cubicBezTo>
                          <a:pt x="0" y="359"/>
                          <a:pt x="211" y="380"/>
                          <a:pt x="340" y="3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8" name="Google Shape;2668;p53">
                    <a:extLst>
                      <a:ext uri="{FF2B5EF4-FFF2-40B4-BE49-F238E27FC236}">
                        <a16:creationId xmlns:a16="http://schemas.microsoft.com/office/drawing/2014/main" id="{F249DC5C-D503-F1AD-48FC-DF15BEA0CA14}"/>
                      </a:ext>
                    </a:extLst>
                  </p:cNvPr>
                  <p:cNvSpPr/>
                  <p:nvPr/>
                </p:nvSpPr>
                <p:spPr>
                  <a:xfrm>
                    <a:off x="5075352" y="2379392"/>
                    <a:ext cx="148090" cy="156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" h="513" extrusionOk="0">
                        <a:moveTo>
                          <a:pt x="243" y="283"/>
                        </a:moveTo>
                        <a:cubicBezTo>
                          <a:pt x="216" y="306"/>
                          <a:pt x="189" y="343"/>
                          <a:pt x="155" y="356"/>
                        </a:cubicBezTo>
                        <a:cubicBezTo>
                          <a:pt x="121" y="369"/>
                          <a:pt x="88" y="355"/>
                          <a:pt x="53" y="358"/>
                        </a:cubicBezTo>
                        <a:cubicBezTo>
                          <a:pt x="21" y="362"/>
                          <a:pt x="0" y="380"/>
                          <a:pt x="13" y="417"/>
                        </a:cubicBezTo>
                        <a:cubicBezTo>
                          <a:pt x="29" y="463"/>
                          <a:pt x="118" y="503"/>
                          <a:pt x="163" y="507"/>
                        </a:cubicBezTo>
                        <a:cubicBezTo>
                          <a:pt x="228" y="512"/>
                          <a:pt x="310" y="511"/>
                          <a:pt x="369" y="481"/>
                        </a:cubicBezTo>
                        <a:cubicBezTo>
                          <a:pt x="464" y="432"/>
                          <a:pt x="484" y="318"/>
                          <a:pt x="473" y="222"/>
                        </a:cubicBezTo>
                        <a:lnTo>
                          <a:pt x="473" y="222"/>
                        </a:lnTo>
                        <a:cubicBezTo>
                          <a:pt x="466" y="161"/>
                          <a:pt x="449" y="103"/>
                          <a:pt x="422" y="48"/>
                        </a:cubicBezTo>
                        <a:cubicBezTo>
                          <a:pt x="403" y="11"/>
                          <a:pt x="370" y="0"/>
                          <a:pt x="347" y="15"/>
                        </a:cubicBezTo>
                        <a:lnTo>
                          <a:pt x="347" y="15"/>
                        </a:lnTo>
                        <a:cubicBezTo>
                          <a:pt x="339" y="20"/>
                          <a:pt x="333" y="27"/>
                          <a:pt x="329" y="34"/>
                        </a:cubicBezTo>
                        <a:cubicBezTo>
                          <a:pt x="326" y="40"/>
                          <a:pt x="324" y="46"/>
                          <a:pt x="322" y="52"/>
                        </a:cubicBezTo>
                        <a:cubicBezTo>
                          <a:pt x="311" y="95"/>
                          <a:pt x="325" y="143"/>
                          <a:pt x="310" y="185"/>
                        </a:cubicBezTo>
                        <a:lnTo>
                          <a:pt x="310" y="185"/>
                        </a:lnTo>
                        <a:cubicBezTo>
                          <a:pt x="305" y="198"/>
                          <a:pt x="300" y="211"/>
                          <a:pt x="292" y="224"/>
                        </a:cubicBezTo>
                        <a:cubicBezTo>
                          <a:pt x="280" y="246"/>
                          <a:pt x="263" y="266"/>
                          <a:pt x="243" y="2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9" name="Google Shape;2669;p53">
                    <a:extLst>
                      <a:ext uri="{FF2B5EF4-FFF2-40B4-BE49-F238E27FC236}">
                        <a16:creationId xmlns:a16="http://schemas.microsoft.com/office/drawing/2014/main" id="{5694BC38-8E7A-F7C8-6AF2-DF82AC281377}"/>
                      </a:ext>
                    </a:extLst>
                  </p:cNvPr>
                  <p:cNvSpPr/>
                  <p:nvPr/>
                </p:nvSpPr>
                <p:spPr>
                  <a:xfrm>
                    <a:off x="4876576" y="2228250"/>
                    <a:ext cx="98930" cy="161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" h="528" extrusionOk="0">
                        <a:moveTo>
                          <a:pt x="317" y="359"/>
                        </a:moveTo>
                        <a:cubicBezTo>
                          <a:pt x="315" y="313"/>
                          <a:pt x="212" y="0"/>
                          <a:pt x="159" y="71"/>
                        </a:cubicBezTo>
                        <a:cubicBezTo>
                          <a:pt x="129" y="111"/>
                          <a:pt x="113" y="123"/>
                          <a:pt x="120" y="180"/>
                        </a:cubicBezTo>
                        <a:cubicBezTo>
                          <a:pt x="125" y="226"/>
                          <a:pt x="142" y="281"/>
                          <a:pt x="106" y="319"/>
                        </a:cubicBezTo>
                        <a:cubicBezTo>
                          <a:pt x="84" y="343"/>
                          <a:pt x="51" y="349"/>
                          <a:pt x="39" y="383"/>
                        </a:cubicBezTo>
                        <a:cubicBezTo>
                          <a:pt x="0" y="494"/>
                          <a:pt x="323" y="527"/>
                          <a:pt x="317" y="35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0" name="Google Shape;2670;p53">
                    <a:extLst>
                      <a:ext uri="{FF2B5EF4-FFF2-40B4-BE49-F238E27FC236}">
                        <a16:creationId xmlns:a16="http://schemas.microsoft.com/office/drawing/2014/main" id="{F70818B9-CA76-5553-B516-3B37E1AEE87D}"/>
                      </a:ext>
                    </a:extLst>
                  </p:cNvPr>
                  <p:cNvSpPr/>
                  <p:nvPr/>
                </p:nvSpPr>
                <p:spPr>
                  <a:xfrm>
                    <a:off x="5005124" y="2360767"/>
                    <a:ext cx="119388" cy="113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" h="371" extrusionOk="0">
                        <a:moveTo>
                          <a:pt x="102" y="315"/>
                        </a:moveTo>
                        <a:cubicBezTo>
                          <a:pt x="184" y="370"/>
                          <a:pt x="390" y="194"/>
                          <a:pt x="271" y="135"/>
                        </a:cubicBezTo>
                        <a:lnTo>
                          <a:pt x="271" y="126"/>
                        </a:lnTo>
                        <a:cubicBezTo>
                          <a:pt x="231" y="108"/>
                          <a:pt x="0" y="0"/>
                          <a:pt x="0" y="74"/>
                        </a:cubicBezTo>
                        <a:cubicBezTo>
                          <a:pt x="0" y="108"/>
                          <a:pt x="81" y="146"/>
                          <a:pt x="95" y="188"/>
                        </a:cubicBezTo>
                        <a:cubicBezTo>
                          <a:pt x="107" y="224"/>
                          <a:pt x="65" y="290"/>
                          <a:pt x="102" y="3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1" name="Google Shape;2671;p53">
                    <a:extLst>
                      <a:ext uri="{FF2B5EF4-FFF2-40B4-BE49-F238E27FC236}">
                        <a16:creationId xmlns:a16="http://schemas.microsoft.com/office/drawing/2014/main" id="{640C1C84-5473-83CC-F7B3-6587D413ADB9}"/>
                      </a:ext>
                    </a:extLst>
                  </p:cNvPr>
                  <p:cNvSpPr/>
                  <p:nvPr/>
                </p:nvSpPr>
                <p:spPr>
                  <a:xfrm>
                    <a:off x="3592621" y="2585190"/>
                    <a:ext cx="13129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" h="375" extrusionOk="0">
                        <a:moveTo>
                          <a:pt x="392" y="248"/>
                        </a:moveTo>
                        <a:cubicBezTo>
                          <a:pt x="328" y="227"/>
                          <a:pt x="263" y="206"/>
                          <a:pt x="202" y="173"/>
                        </a:cubicBezTo>
                        <a:cubicBezTo>
                          <a:pt x="162" y="151"/>
                          <a:pt x="128" y="133"/>
                          <a:pt x="108" y="93"/>
                        </a:cubicBezTo>
                        <a:cubicBezTo>
                          <a:pt x="97" y="70"/>
                          <a:pt x="70" y="0"/>
                          <a:pt x="35" y="9"/>
                        </a:cubicBezTo>
                        <a:cubicBezTo>
                          <a:pt x="0" y="17"/>
                          <a:pt x="99" y="216"/>
                          <a:pt x="101" y="244"/>
                        </a:cubicBezTo>
                        <a:cubicBezTo>
                          <a:pt x="103" y="279"/>
                          <a:pt x="97" y="325"/>
                          <a:pt x="130" y="349"/>
                        </a:cubicBezTo>
                        <a:cubicBezTo>
                          <a:pt x="166" y="374"/>
                          <a:pt x="223" y="352"/>
                          <a:pt x="261" y="346"/>
                        </a:cubicBezTo>
                        <a:cubicBezTo>
                          <a:pt x="305" y="341"/>
                          <a:pt x="342" y="338"/>
                          <a:pt x="381" y="315"/>
                        </a:cubicBezTo>
                        <a:cubicBezTo>
                          <a:pt x="429" y="288"/>
                          <a:pt x="408" y="275"/>
                          <a:pt x="392" y="2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2" name="Google Shape;2672;p53">
                    <a:extLst>
                      <a:ext uri="{FF2B5EF4-FFF2-40B4-BE49-F238E27FC236}">
                        <a16:creationId xmlns:a16="http://schemas.microsoft.com/office/drawing/2014/main" id="{23B5BF02-75B0-31FE-631D-76127C547680}"/>
                      </a:ext>
                    </a:extLst>
                  </p:cNvPr>
                  <p:cNvSpPr/>
                  <p:nvPr/>
                </p:nvSpPr>
                <p:spPr>
                  <a:xfrm>
                    <a:off x="3533386" y="2525344"/>
                    <a:ext cx="6076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362" extrusionOk="0">
                        <a:moveTo>
                          <a:pt x="65" y="88"/>
                        </a:moveTo>
                        <a:cubicBezTo>
                          <a:pt x="63" y="138"/>
                          <a:pt x="72" y="191"/>
                          <a:pt x="61" y="240"/>
                        </a:cubicBezTo>
                        <a:cubicBezTo>
                          <a:pt x="56" y="265"/>
                          <a:pt x="0" y="361"/>
                          <a:pt x="62" y="355"/>
                        </a:cubicBezTo>
                        <a:cubicBezTo>
                          <a:pt x="136" y="348"/>
                          <a:pt x="89" y="244"/>
                          <a:pt x="115" y="209"/>
                        </a:cubicBezTo>
                        <a:cubicBezTo>
                          <a:pt x="132" y="186"/>
                          <a:pt x="159" y="215"/>
                          <a:pt x="178" y="192"/>
                        </a:cubicBezTo>
                        <a:cubicBezTo>
                          <a:pt x="198" y="166"/>
                          <a:pt x="165" y="123"/>
                          <a:pt x="167" y="116"/>
                        </a:cubicBezTo>
                        <a:cubicBezTo>
                          <a:pt x="141" y="94"/>
                          <a:pt x="69" y="0"/>
                          <a:pt x="65" y="8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3" name="Google Shape;2673;p53">
                    <a:extLst>
                      <a:ext uri="{FF2B5EF4-FFF2-40B4-BE49-F238E27FC236}">
                        <a16:creationId xmlns:a16="http://schemas.microsoft.com/office/drawing/2014/main" id="{48F8DB32-7D99-1441-E98B-A1ACA16BF751}"/>
                      </a:ext>
                    </a:extLst>
                  </p:cNvPr>
                  <p:cNvSpPr/>
                  <p:nvPr/>
                </p:nvSpPr>
                <p:spPr>
                  <a:xfrm>
                    <a:off x="3459188" y="2632822"/>
                    <a:ext cx="99236" cy="8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" h="271" extrusionOk="0">
                        <a:moveTo>
                          <a:pt x="266" y="36"/>
                        </a:moveTo>
                        <a:cubicBezTo>
                          <a:pt x="253" y="81"/>
                          <a:pt x="166" y="127"/>
                          <a:pt x="127" y="90"/>
                        </a:cubicBezTo>
                        <a:cubicBezTo>
                          <a:pt x="108" y="71"/>
                          <a:pt x="112" y="36"/>
                          <a:pt x="89" y="19"/>
                        </a:cubicBezTo>
                        <a:cubicBezTo>
                          <a:pt x="64" y="0"/>
                          <a:pt x="36" y="12"/>
                          <a:pt x="29" y="43"/>
                        </a:cubicBezTo>
                        <a:cubicBezTo>
                          <a:pt x="0" y="180"/>
                          <a:pt x="203" y="270"/>
                          <a:pt x="288" y="164"/>
                        </a:cubicBezTo>
                        <a:cubicBezTo>
                          <a:pt x="315" y="132"/>
                          <a:pt x="324" y="4"/>
                          <a:pt x="266" y="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4" name="Google Shape;2674;p53">
                    <a:extLst>
                      <a:ext uri="{FF2B5EF4-FFF2-40B4-BE49-F238E27FC236}">
                        <a16:creationId xmlns:a16="http://schemas.microsoft.com/office/drawing/2014/main" id="{3B486AB8-C0B1-830A-705F-9C371A6EB330}"/>
                      </a:ext>
                    </a:extLst>
                  </p:cNvPr>
                  <p:cNvSpPr/>
                  <p:nvPr/>
                </p:nvSpPr>
                <p:spPr>
                  <a:xfrm>
                    <a:off x="3375830" y="2520153"/>
                    <a:ext cx="114503" cy="10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" h="351" extrusionOk="0">
                        <a:moveTo>
                          <a:pt x="325" y="156"/>
                        </a:moveTo>
                        <a:cubicBezTo>
                          <a:pt x="305" y="77"/>
                          <a:pt x="234" y="32"/>
                          <a:pt x="160" y="15"/>
                        </a:cubicBezTo>
                        <a:cubicBezTo>
                          <a:pt x="126" y="8"/>
                          <a:pt x="84" y="0"/>
                          <a:pt x="49" y="6"/>
                        </a:cubicBezTo>
                        <a:cubicBezTo>
                          <a:pt x="0" y="13"/>
                          <a:pt x="9" y="49"/>
                          <a:pt x="47" y="65"/>
                        </a:cubicBezTo>
                        <a:cubicBezTo>
                          <a:pt x="124" y="97"/>
                          <a:pt x="214" y="122"/>
                          <a:pt x="243" y="210"/>
                        </a:cubicBezTo>
                        <a:cubicBezTo>
                          <a:pt x="255" y="247"/>
                          <a:pt x="248" y="350"/>
                          <a:pt x="322" y="320"/>
                        </a:cubicBezTo>
                        <a:cubicBezTo>
                          <a:pt x="374" y="298"/>
                          <a:pt x="347" y="169"/>
                          <a:pt x="325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5" name="Google Shape;2675;p53">
                    <a:extLst>
                      <a:ext uri="{FF2B5EF4-FFF2-40B4-BE49-F238E27FC236}">
                        <a16:creationId xmlns:a16="http://schemas.microsoft.com/office/drawing/2014/main" id="{B2CD15B8-C549-C820-8550-1FD4A77F9D03}"/>
                      </a:ext>
                    </a:extLst>
                  </p:cNvPr>
                  <p:cNvSpPr/>
                  <p:nvPr/>
                </p:nvSpPr>
                <p:spPr>
                  <a:xfrm>
                    <a:off x="3315373" y="2498779"/>
                    <a:ext cx="77556" cy="1334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" h="437" extrusionOk="0">
                        <a:moveTo>
                          <a:pt x="146" y="30"/>
                        </a:moveTo>
                        <a:cubicBezTo>
                          <a:pt x="65" y="0"/>
                          <a:pt x="40" y="76"/>
                          <a:pt x="33" y="140"/>
                        </a:cubicBezTo>
                        <a:cubicBezTo>
                          <a:pt x="27" y="201"/>
                          <a:pt x="0" y="277"/>
                          <a:pt x="37" y="333"/>
                        </a:cubicBezTo>
                        <a:cubicBezTo>
                          <a:pt x="65" y="376"/>
                          <a:pt x="149" y="436"/>
                          <a:pt x="200" y="394"/>
                        </a:cubicBezTo>
                        <a:cubicBezTo>
                          <a:pt x="253" y="351"/>
                          <a:pt x="216" y="268"/>
                          <a:pt x="202" y="216"/>
                        </a:cubicBezTo>
                        <a:cubicBezTo>
                          <a:pt x="184" y="149"/>
                          <a:pt x="197" y="76"/>
                          <a:pt x="146" y="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6" name="Google Shape;2676;p53">
                    <a:extLst>
                      <a:ext uri="{FF2B5EF4-FFF2-40B4-BE49-F238E27FC236}">
                        <a16:creationId xmlns:a16="http://schemas.microsoft.com/office/drawing/2014/main" id="{C6328F62-CBBE-AE76-4136-C7F241E3E613}"/>
                      </a:ext>
                    </a:extLst>
                  </p:cNvPr>
                  <p:cNvSpPr/>
                  <p:nvPr/>
                </p:nvSpPr>
                <p:spPr>
                  <a:xfrm>
                    <a:off x="3344991" y="2327180"/>
                    <a:ext cx="86717" cy="105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344" extrusionOk="0">
                        <a:moveTo>
                          <a:pt x="158" y="22"/>
                        </a:moveTo>
                        <a:lnTo>
                          <a:pt x="158" y="22"/>
                        </a:lnTo>
                        <a:cubicBezTo>
                          <a:pt x="157" y="21"/>
                          <a:pt x="156" y="20"/>
                          <a:pt x="155" y="20"/>
                        </a:cubicBezTo>
                        <a:cubicBezTo>
                          <a:pt x="141" y="11"/>
                          <a:pt x="125" y="7"/>
                          <a:pt x="109" y="5"/>
                        </a:cubicBezTo>
                        <a:cubicBezTo>
                          <a:pt x="63" y="0"/>
                          <a:pt x="3" y="24"/>
                          <a:pt x="1" y="77"/>
                        </a:cubicBezTo>
                        <a:cubicBezTo>
                          <a:pt x="0" y="136"/>
                          <a:pt x="48" y="206"/>
                          <a:pt x="82" y="251"/>
                        </a:cubicBezTo>
                        <a:cubicBezTo>
                          <a:pt x="115" y="293"/>
                          <a:pt x="173" y="343"/>
                          <a:pt x="227" y="303"/>
                        </a:cubicBezTo>
                        <a:cubicBezTo>
                          <a:pt x="283" y="261"/>
                          <a:pt x="268" y="178"/>
                          <a:pt x="247" y="123"/>
                        </a:cubicBezTo>
                        <a:cubicBezTo>
                          <a:pt x="233" y="87"/>
                          <a:pt x="198" y="45"/>
                          <a:pt x="15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7" name="Google Shape;2677;p53">
                    <a:extLst>
                      <a:ext uri="{FF2B5EF4-FFF2-40B4-BE49-F238E27FC236}">
                        <a16:creationId xmlns:a16="http://schemas.microsoft.com/office/drawing/2014/main" id="{46B5725D-358B-092C-546C-6A061246225E}"/>
                      </a:ext>
                    </a:extLst>
                  </p:cNvPr>
                  <p:cNvSpPr/>
                  <p:nvPr/>
                </p:nvSpPr>
                <p:spPr>
                  <a:xfrm>
                    <a:off x="3210947" y="2346110"/>
                    <a:ext cx="131602" cy="157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" h="515" extrusionOk="0">
                        <a:moveTo>
                          <a:pt x="377" y="494"/>
                        </a:moveTo>
                        <a:cubicBezTo>
                          <a:pt x="430" y="471"/>
                          <a:pt x="354" y="399"/>
                          <a:pt x="338" y="378"/>
                        </a:cubicBezTo>
                        <a:cubicBezTo>
                          <a:pt x="310" y="341"/>
                          <a:pt x="293" y="282"/>
                          <a:pt x="290" y="236"/>
                        </a:cubicBezTo>
                        <a:lnTo>
                          <a:pt x="290" y="236"/>
                        </a:lnTo>
                        <a:cubicBezTo>
                          <a:pt x="290" y="224"/>
                          <a:pt x="289" y="212"/>
                          <a:pt x="289" y="201"/>
                        </a:cubicBezTo>
                        <a:cubicBezTo>
                          <a:pt x="289" y="168"/>
                          <a:pt x="291" y="136"/>
                          <a:pt x="295" y="103"/>
                        </a:cubicBezTo>
                        <a:cubicBezTo>
                          <a:pt x="300" y="57"/>
                          <a:pt x="301" y="19"/>
                          <a:pt x="269" y="5"/>
                        </a:cubicBezTo>
                        <a:cubicBezTo>
                          <a:pt x="217" y="0"/>
                          <a:pt x="145" y="43"/>
                          <a:pt x="105" y="71"/>
                        </a:cubicBezTo>
                        <a:cubicBezTo>
                          <a:pt x="66" y="98"/>
                          <a:pt x="24" y="126"/>
                          <a:pt x="13" y="174"/>
                        </a:cubicBezTo>
                        <a:cubicBezTo>
                          <a:pt x="0" y="225"/>
                          <a:pt x="27" y="250"/>
                          <a:pt x="70" y="272"/>
                        </a:cubicBezTo>
                        <a:cubicBezTo>
                          <a:pt x="114" y="295"/>
                          <a:pt x="156" y="310"/>
                          <a:pt x="197" y="340"/>
                        </a:cubicBezTo>
                        <a:cubicBezTo>
                          <a:pt x="233" y="365"/>
                          <a:pt x="330" y="514"/>
                          <a:pt x="377" y="49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8" name="Google Shape;2678;p53">
                    <a:extLst>
                      <a:ext uri="{FF2B5EF4-FFF2-40B4-BE49-F238E27FC236}">
                        <a16:creationId xmlns:a16="http://schemas.microsoft.com/office/drawing/2014/main" id="{056F12A1-3A68-39D3-AED2-655425ADAEFC}"/>
                      </a:ext>
                    </a:extLst>
                  </p:cNvPr>
                  <p:cNvSpPr/>
                  <p:nvPr/>
                </p:nvSpPr>
                <p:spPr>
                  <a:xfrm>
                    <a:off x="3163619" y="2401071"/>
                    <a:ext cx="50076" cy="43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" h="143" extrusionOk="0">
                        <a:moveTo>
                          <a:pt x="86" y="120"/>
                        </a:moveTo>
                        <a:cubicBezTo>
                          <a:pt x="124" y="118"/>
                          <a:pt x="163" y="142"/>
                          <a:pt x="162" y="88"/>
                        </a:cubicBezTo>
                        <a:cubicBezTo>
                          <a:pt x="161" y="62"/>
                          <a:pt x="136" y="19"/>
                          <a:pt x="99" y="5"/>
                        </a:cubicBezTo>
                        <a:cubicBezTo>
                          <a:pt x="64" y="5"/>
                          <a:pt x="51" y="0"/>
                          <a:pt x="30" y="28"/>
                        </a:cubicBezTo>
                        <a:cubicBezTo>
                          <a:pt x="19" y="41"/>
                          <a:pt x="5" y="63"/>
                          <a:pt x="4" y="81"/>
                        </a:cubicBezTo>
                        <a:cubicBezTo>
                          <a:pt x="0" y="133"/>
                          <a:pt x="51" y="122"/>
                          <a:pt x="86" y="1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9" name="Google Shape;2679;p53">
                    <a:extLst>
                      <a:ext uri="{FF2B5EF4-FFF2-40B4-BE49-F238E27FC236}">
                        <a16:creationId xmlns:a16="http://schemas.microsoft.com/office/drawing/2014/main" id="{B65EEA52-78CA-380D-2BC4-8097B6F902F2}"/>
                      </a:ext>
                    </a:extLst>
                  </p:cNvPr>
                  <p:cNvSpPr/>
                  <p:nvPr/>
                </p:nvSpPr>
                <p:spPr>
                  <a:xfrm>
                    <a:off x="3166062" y="2455421"/>
                    <a:ext cx="58320" cy="8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266" extrusionOk="0">
                        <a:moveTo>
                          <a:pt x="55" y="4"/>
                        </a:moveTo>
                        <a:cubicBezTo>
                          <a:pt x="5" y="0"/>
                          <a:pt x="0" y="70"/>
                          <a:pt x="6" y="106"/>
                        </a:cubicBezTo>
                        <a:cubicBezTo>
                          <a:pt x="14" y="155"/>
                          <a:pt x="52" y="182"/>
                          <a:pt x="88" y="211"/>
                        </a:cubicBezTo>
                        <a:cubicBezTo>
                          <a:pt x="117" y="234"/>
                          <a:pt x="169" y="265"/>
                          <a:pt x="181" y="206"/>
                        </a:cubicBezTo>
                        <a:cubicBezTo>
                          <a:pt x="190" y="165"/>
                          <a:pt x="154" y="112"/>
                          <a:pt x="134" y="80"/>
                        </a:cubicBezTo>
                        <a:cubicBezTo>
                          <a:pt x="116" y="52"/>
                          <a:pt x="86" y="7"/>
                          <a:pt x="55" y="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0" name="Google Shape;2680;p53">
                    <a:extLst>
                      <a:ext uri="{FF2B5EF4-FFF2-40B4-BE49-F238E27FC236}">
                        <a16:creationId xmlns:a16="http://schemas.microsoft.com/office/drawing/2014/main" id="{14F87D45-AEE0-361D-FED1-83C79242681D}"/>
                      </a:ext>
                    </a:extLst>
                  </p:cNvPr>
                  <p:cNvSpPr/>
                  <p:nvPr/>
                </p:nvSpPr>
                <p:spPr>
                  <a:xfrm>
                    <a:off x="3079345" y="2287180"/>
                    <a:ext cx="67480" cy="1862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610" extrusionOk="0">
                        <a:moveTo>
                          <a:pt x="113" y="344"/>
                        </a:moveTo>
                        <a:cubicBezTo>
                          <a:pt x="116" y="301"/>
                          <a:pt x="132" y="263"/>
                          <a:pt x="129" y="218"/>
                        </a:cubicBezTo>
                        <a:cubicBezTo>
                          <a:pt x="127" y="178"/>
                          <a:pt x="100" y="150"/>
                          <a:pt x="100" y="110"/>
                        </a:cubicBezTo>
                        <a:cubicBezTo>
                          <a:pt x="100" y="85"/>
                          <a:pt x="108" y="0"/>
                          <a:pt x="74" y="44"/>
                        </a:cubicBezTo>
                        <a:cubicBezTo>
                          <a:pt x="36" y="82"/>
                          <a:pt x="22" y="159"/>
                          <a:pt x="11" y="211"/>
                        </a:cubicBezTo>
                        <a:cubicBezTo>
                          <a:pt x="3" y="253"/>
                          <a:pt x="0" y="303"/>
                          <a:pt x="13" y="344"/>
                        </a:cubicBezTo>
                        <a:cubicBezTo>
                          <a:pt x="33" y="409"/>
                          <a:pt x="70" y="499"/>
                          <a:pt x="115" y="550"/>
                        </a:cubicBezTo>
                        <a:cubicBezTo>
                          <a:pt x="128" y="565"/>
                          <a:pt x="182" y="609"/>
                          <a:pt x="196" y="592"/>
                        </a:cubicBezTo>
                        <a:cubicBezTo>
                          <a:pt x="220" y="563"/>
                          <a:pt x="161" y="487"/>
                          <a:pt x="148" y="464"/>
                        </a:cubicBezTo>
                        <a:cubicBezTo>
                          <a:pt x="128" y="428"/>
                          <a:pt x="110" y="386"/>
                          <a:pt x="113" y="3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1" name="Google Shape;2681;p53">
                    <a:extLst>
                      <a:ext uri="{FF2B5EF4-FFF2-40B4-BE49-F238E27FC236}">
                        <a16:creationId xmlns:a16="http://schemas.microsoft.com/office/drawing/2014/main" id="{E82E0002-4AC1-89C8-316C-2ABDFD042BB3}"/>
                      </a:ext>
                    </a:extLst>
                  </p:cNvPr>
                  <p:cNvSpPr/>
                  <p:nvPr/>
                </p:nvSpPr>
                <p:spPr>
                  <a:xfrm>
                    <a:off x="3100414" y="2103672"/>
                    <a:ext cx="70839" cy="7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" h="257" extrusionOk="0">
                        <a:moveTo>
                          <a:pt x="168" y="6"/>
                        </a:moveTo>
                        <a:cubicBezTo>
                          <a:pt x="121" y="0"/>
                          <a:pt x="81" y="81"/>
                          <a:pt x="55" y="112"/>
                        </a:cubicBezTo>
                        <a:cubicBezTo>
                          <a:pt x="38" y="135"/>
                          <a:pt x="0" y="160"/>
                          <a:pt x="8" y="193"/>
                        </a:cubicBezTo>
                        <a:cubicBezTo>
                          <a:pt x="23" y="256"/>
                          <a:pt x="88" y="168"/>
                          <a:pt x="102" y="144"/>
                        </a:cubicBezTo>
                        <a:cubicBezTo>
                          <a:pt x="124" y="106"/>
                          <a:pt x="147" y="89"/>
                          <a:pt x="183" y="68"/>
                        </a:cubicBezTo>
                        <a:cubicBezTo>
                          <a:pt x="231" y="41"/>
                          <a:pt x="212" y="8"/>
                          <a:pt x="168" y="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2" name="Google Shape;2682;p53">
                    <a:extLst>
                      <a:ext uri="{FF2B5EF4-FFF2-40B4-BE49-F238E27FC236}">
                        <a16:creationId xmlns:a16="http://schemas.microsoft.com/office/drawing/2014/main" id="{56EDD7C7-CC82-44FC-1DEE-3BB6D1C293DE}"/>
                      </a:ext>
                    </a:extLst>
                  </p:cNvPr>
                  <p:cNvSpPr/>
                  <p:nvPr/>
                </p:nvSpPr>
                <p:spPr>
                  <a:xfrm>
                    <a:off x="3123314" y="2105504"/>
                    <a:ext cx="106869" cy="188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" h="618" extrusionOk="0">
                        <a:moveTo>
                          <a:pt x="234" y="602"/>
                        </a:moveTo>
                        <a:cubicBezTo>
                          <a:pt x="290" y="593"/>
                          <a:pt x="342" y="568"/>
                          <a:pt x="346" y="508"/>
                        </a:cubicBezTo>
                        <a:cubicBezTo>
                          <a:pt x="349" y="455"/>
                          <a:pt x="312" y="406"/>
                          <a:pt x="310" y="352"/>
                        </a:cubicBezTo>
                        <a:cubicBezTo>
                          <a:pt x="307" y="293"/>
                          <a:pt x="321" y="236"/>
                          <a:pt x="323" y="178"/>
                        </a:cubicBezTo>
                        <a:cubicBezTo>
                          <a:pt x="324" y="143"/>
                          <a:pt x="309" y="58"/>
                          <a:pt x="280" y="16"/>
                        </a:cubicBezTo>
                        <a:cubicBezTo>
                          <a:pt x="256" y="0"/>
                          <a:pt x="229" y="3"/>
                          <a:pt x="225" y="34"/>
                        </a:cubicBezTo>
                        <a:cubicBezTo>
                          <a:pt x="221" y="59"/>
                          <a:pt x="243" y="89"/>
                          <a:pt x="253" y="111"/>
                        </a:cubicBezTo>
                        <a:cubicBezTo>
                          <a:pt x="274" y="156"/>
                          <a:pt x="269" y="197"/>
                          <a:pt x="264" y="246"/>
                        </a:cubicBezTo>
                        <a:cubicBezTo>
                          <a:pt x="259" y="293"/>
                          <a:pt x="246" y="338"/>
                          <a:pt x="213" y="375"/>
                        </a:cubicBezTo>
                        <a:cubicBezTo>
                          <a:pt x="180" y="412"/>
                          <a:pt x="127" y="428"/>
                          <a:pt x="94" y="465"/>
                        </a:cubicBezTo>
                        <a:cubicBezTo>
                          <a:pt x="0" y="572"/>
                          <a:pt x="141" y="617"/>
                          <a:pt x="234" y="60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3" name="Google Shape;2683;p53">
                    <a:extLst>
                      <a:ext uri="{FF2B5EF4-FFF2-40B4-BE49-F238E27FC236}">
                        <a16:creationId xmlns:a16="http://schemas.microsoft.com/office/drawing/2014/main" id="{A587E48B-88DD-CD84-604B-2D2E3B3FB3C8}"/>
                      </a:ext>
                    </a:extLst>
                  </p:cNvPr>
                  <p:cNvSpPr/>
                  <p:nvPr/>
                </p:nvSpPr>
                <p:spPr>
                  <a:xfrm>
                    <a:off x="3294915" y="2141840"/>
                    <a:ext cx="175571" cy="10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" h="352" extrusionOk="0">
                        <a:moveTo>
                          <a:pt x="570" y="52"/>
                        </a:moveTo>
                        <a:cubicBezTo>
                          <a:pt x="574" y="15"/>
                          <a:pt x="538" y="1"/>
                          <a:pt x="508" y="0"/>
                        </a:cubicBezTo>
                        <a:lnTo>
                          <a:pt x="508" y="0"/>
                        </a:lnTo>
                        <a:cubicBezTo>
                          <a:pt x="497" y="1"/>
                          <a:pt x="487" y="2"/>
                          <a:pt x="477" y="5"/>
                        </a:cubicBezTo>
                        <a:cubicBezTo>
                          <a:pt x="427" y="19"/>
                          <a:pt x="386" y="63"/>
                          <a:pt x="340" y="84"/>
                        </a:cubicBezTo>
                        <a:cubicBezTo>
                          <a:pt x="302" y="102"/>
                          <a:pt x="260" y="105"/>
                          <a:pt x="220" y="117"/>
                        </a:cubicBezTo>
                        <a:cubicBezTo>
                          <a:pt x="150" y="138"/>
                          <a:pt x="34" y="133"/>
                          <a:pt x="20" y="222"/>
                        </a:cubicBezTo>
                        <a:cubicBezTo>
                          <a:pt x="0" y="351"/>
                          <a:pt x="168" y="327"/>
                          <a:pt x="243" y="286"/>
                        </a:cubicBezTo>
                        <a:cubicBezTo>
                          <a:pt x="291" y="259"/>
                          <a:pt x="334" y="216"/>
                          <a:pt x="381" y="185"/>
                        </a:cubicBezTo>
                        <a:cubicBezTo>
                          <a:pt x="423" y="158"/>
                          <a:pt x="469" y="140"/>
                          <a:pt x="510" y="113"/>
                        </a:cubicBezTo>
                        <a:cubicBezTo>
                          <a:pt x="531" y="98"/>
                          <a:pt x="567" y="80"/>
                          <a:pt x="570" y="5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4" name="Google Shape;2684;p53">
                    <a:extLst>
                      <a:ext uri="{FF2B5EF4-FFF2-40B4-BE49-F238E27FC236}">
                        <a16:creationId xmlns:a16="http://schemas.microsoft.com/office/drawing/2014/main" id="{06A5BFAD-05AB-6DD5-6F97-19AD738101AD}"/>
                      </a:ext>
                    </a:extLst>
                  </p:cNvPr>
                  <p:cNvSpPr/>
                  <p:nvPr/>
                </p:nvSpPr>
                <p:spPr>
                  <a:xfrm>
                    <a:off x="3452165" y="2231304"/>
                    <a:ext cx="84579" cy="13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449" extrusionOk="0">
                        <a:moveTo>
                          <a:pt x="185" y="353"/>
                        </a:moveTo>
                        <a:cubicBezTo>
                          <a:pt x="192" y="298"/>
                          <a:pt x="153" y="219"/>
                          <a:pt x="188" y="168"/>
                        </a:cubicBezTo>
                        <a:cubicBezTo>
                          <a:pt x="205" y="142"/>
                          <a:pt x="239" y="144"/>
                          <a:pt x="257" y="120"/>
                        </a:cubicBezTo>
                        <a:cubicBezTo>
                          <a:pt x="276" y="92"/>
                          <a:pt x="255" y="65"/>
                          <a:pt x="239" y="43"/>
                        </a:cubicBezTo>
                        <a:cubicBezTo>
                          <a:pt x="174" y="0"/>
                          <a:pt x="64" y="36"/>
                          <a:pt x="34" y="107"/>
                        </a:cubicBezTo>
                        <a:cubicBezTo>
                          <a:pt x="0" y="186"/>
                          <a:pt x="28" y="254"/>
                          <a:pt x="72" y="319"/>
                        </a:cubicBezTo>
                        <a:cubicBezTo>
                          <a:pt x="96" y="353"/>
                          <a:pt x="173" y="448"/>
                          <a:pt x="185" y="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5" name="Google Shape;2685;p53">
                    <a:extLst>
                      <a:ext uri="{FF2B5EF4-FFF2-40B4-BE49-F238E27FC236}">
                        <a16:creationId xmlns:a16="http://schemas.microsoft.com/office/drawing/2014/main" id="{CF810E75-41FA-0D42-7074-FC9EBF1A11AD}"/>
                      </a:ext>
                    </a:extLst>
                  </p:cNvPr>
                  <p:cNvSpPr/>
                  <p:nvPr/>
                </p:nvSpPr>
                <p:spPr>
                  <a:xfrm>
                    <a:off x="3501020" y="2406567"/>
                    <a:ext cx="116945" cy="61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203" extrusionOk="0">
                        <a:moveTo>
                          <a:pt x="102" y="144"/>
                        </a:moveTo>
                        <a:cubicBezTo>
                          <a:pt x="172" y="130"/>
                          <a:pt x="224" y="134"/>
                          <a:pt x="287" y="168"/>
                        </a:cubicBezTo>
                        <a:cubicBezTo>
                          <a:pt x="309" y="180"/>
                          <a:pt x="345" y="202"/>
                          <a:pt x="367" y="177"/>
                        </a:cubicBezTo>
                        <a:cubicBezTo>
                          <a:pt x="382" y="159"/>
                          <a:pt x="378" y="114"/>
                          <a:pt x="368" y="92"/>
                        </a:cubicBezTo>
                        <a:cubicBezTo>
                          <a:pt x="362" y="71"/>
                          <a:pt x="310" y="41"/>
                          <a:pt x="289" y="27"/>
                        </a:cubicBezTo>
                        <a:lnTo>
                          <a:pt x="289" y="27"/>
                        </a:lnTo>
                        <a:cubicBezTo>
                          <a:pt x="287" y="25"/>
                          <a:pt x="284" y="23"/>
                          <a:pt x="281" y="21"/>
                        </a:cubicBezTo>
                        <a:cubicBezTo>
                          <a:pt x="257" y="8"/>
                          <a:pt x="230" y="1"/>
                          <a:pt x="203" y="1"/>
                        </a:cubicBezTo>
                        <a:cubicBezTo>
                          <a:pt x="202" y="1"/>
                          <a:pt x="201" y="1"/>
                          <a:pt x="201" y="1"/>
                        </a:cubicBezTo>
                        <a:cubicBezTo>
                          <a:pt x="147" y="0"/>
                          <a:pt x="93" y="35"/>
                          <a:pt x="59" y="73"/>
                        </a:cubicBezTo>
                        <a:cubicBezTo>
                          <a:pt x="46" y="87"/>
                          <a:pt x="0" y="109"/>
                          <a:pt x="4" y="131"/>
                        </a:cubicBezTo>
                        <a:cubicBezTo>
                          <a:pt x="9" y="159"/>
                          <a:pt x="83" y="148"/>
                          <a:pt x="102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6" name="Google Shape;2686;p53">
                    <a:extLst>
                      <a:ext uri="{FF2B5EF4-FFF2-40B4-BE49-F238E27FC236}">
                        <a16:creationId xmlns:a16="http://schemas.microsoft.com/office/drawing/2014/main" id="{A7BAE433-BFF9-8B95-34F4-65CCCE746B8A}"/>
                      </a:ext>
                    </a:extLst>
                  </p:cNvPr>
                  <p:cNvSpPr/>
                  <p:nvPr/>
                </p:nvSpPr>
                <p:spPr>
                  <a:xfrm>
                    <a:off x="3580713" y="2195274"/>
                    <a:ext cx="215570" cy="153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" h="504" extrusionOk="0">
                        <a:moveTo>
                          <a:pt x="249" y="496"/>
                        </a:moveTo>
                        <a:cubicBezTo>
                          <a:pt x="323" y="488"/>
                          <a:pt x="408" y="452"/>
                          <a:pt x="469" y="411"/>
                        </a:cubicBezTo>
                        <a:cubicBezTo>
                          <a:pt x="514" y="381"/>
                          <a:pt x="541" y="336"/>
                          <a:pt x="572" y="293"/>
                        </a:cubicBezTo>
                        <a:cubicBezTo>
                          <a:pt x="604" y="249"/>
                          <a:pt x="674" y="241"/>
                          <a:pt x="691" y="188"/>
                        </a:cubicBezTo>
                        <a:cubicBezTo>
                          <a:pt x="705" y="143"/>
                          <a:pt x="696" y="85"/>
                          <a:pt x="671" y="60"/>
                        </a:cubicBezTo>
                        <a:cubicBezTo>
                          <a:pt x="595" y="0"/>
                          <a:pt x="558" y="100"/>
                          <a:pt x="523" y="151"/>
                        </a:cubicBezTo>
                        <a:cubicBezTo>
                          <a:pt x="487" y="202"/>
                          <a:pt x="439" y="252"/>
                          <a:pt x="386" y="283"/>
                        </a:cubicBezTo>
                        <a:cubicBezTo>
                          <a:pt x="303" y="332"/>
                          <a:pt x="198" y="311"/>
                          <a:pt x="107" y="343"/>
                        </a:cubicBezTo>
                        <a:cubicBezTo>
                          <a:pt x="70" y="356"/>
                          <a:pt x="0" y="380"/>
                          <a:pt x="43" y="429"/>
                        </a:cubicBezTo>
                        <a:cubicBezTo>
                          <a:pt x="89" y="480"/>
                          <a:pt x="183" y="503"/>
                          <a:pt x="249" y="4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7" name="Google Shape;2687;p53">
                    <a:extLst>
                      <a:ext uri="{FF2B5EF4-FFF2-40B4-BE49-F238E27FC236}">
                        <a16:creationId xmlns:a16="http://schemas.microsoft.com/office/drawing/2014/main" id="{E666ACF5-5631-4493-D89A-F6274F43566A}"/>
                      </a:ext>
                    </a:extLst>
                  </p:cNvPr>
                  <p:cNvSpPr/>
                  <p:nvPr/>
                </p:nvSpPr>
                <p:spPr>
                  <a:xfrm>
                    <a:off x="3746818" y="2335729"/>
                    <a:ext cx="176792" cy="9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15" extrusionOk="0">
                        <a:moveTo>
                          <a:pt x="67" y="83"/>
                        </a:moveTo>
                        <a:cubicBezTo>
                          <a:pt x="56" y="124"/>
                          <a:pt x="42" y="157"/>
                          <a:pt x="26" y="196"/>
                        </a:cubicBezTo>
                        <a:cubicBezTo>
                          <a:pt x="16" y="218"/>
                          <a:pt x="0" y="265"/>
                          <a:pt x="19" y="285"/>
                        </a:cubicBezTo>
                        <a:cubicBezTo>
                          <a:pt x="47" y="314"/>
                          <a:pt x="136" y="298"/>
                          <a:pt x="169" y="290"/>
                        </a:cubicBezTo>
                        <a:cubicBezTo>
                          <a:pt x="230" y="275"/>
                          <a:pt x="288" y="259"/>
                          <a:pt x="346" y="236"/>
                        </a:cubicBezTo>
                        <a:cubicBezTo>
                          <a:pt x="386" y="220"/>
                          <a:pt x="578" y="122"/>
                          <a:pt x="468" y="95"/>
                        </a:cubicBezTo>
                        <a:cubicBezTo>
                          <a:pt x="380" y="119"/>
                          <a:pt x="294" y="89"/>
                          <a:pt x="219" y="43"/>
                        </a:cubicBezTo>
                        <a:cubicBezTo>
                          <a:pt x="194" y="28"/>
                          <a:pt x="162" y="0"/>
                          <a:pt x="130" y="3"/>
                        </a:cubicBezTo>
                        <a:cubicBezTo>
                          <a:pt x="93" y="7"/>
                          <a:pt x="77" y="50"/>
                          <a:pt x="67" y="8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8" name="Google Shape;2688;p53">
                    <a:extLst>
                      <a:ext uri="{FF2B5EF4-FFF2-40B4-BE49-F238E27FC236}">
                        <a16:creationId xmlns:a16="http://schemas.microsoft.com/office/drawing/2014/main" id="{F7FD8BBD-5700-D955-8C45-6B242406E5DF}"/>
                      </a:ext>
                    </a:extLst>
                  </p:cNvPr>
                  <p:cNvSpPr/>
                  <p:nvPr/>
                </p:nvSpPr>
                <p:spPr>
                  <a:xfrm>
                    <a:off x="3690636" y="2423972"/>
                    <a:ext cx="96487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312" extrusionOk="0">
                        <a:moveTo>
                          <a:pt x="98" y="3"/>
                        </a:moveTo>
                        <a:cubicBezTo>
                          <a:pt x="68" y="4"/>
                          <a:pt x="38" y="13"/>
                          <a:pt x="22" y="41"/>
                        </a:cubicBezTo>
                        <a:cubicBezTo>
                          <a:pt x="0" y="79"/>
                          <a:pt x="19" y="104"/>
                          <a:pt x="39" y="137"/>
                        </a:cubicBezTo>
                        <a:cubicBezTo>
                          <a:pt x="67" y="184"/>
                          <a:pt x="53" y="276"/>
                          <a:pt x="114" y="294"/>
                        </a:cubicBezTo>
                        <a:cubicBezTo>
                          <a:pt x="171" y="311"/>
                          <a:pt x="272" y="296"/>
                          <a:pt x="300" y="235"/>
                        </a:cubicBezTo>
                        <a:cubicBezTo>
                          <a:pt x="315" y="202"/>
                          <a:pt x="301" y="186"/>
                          <a:pt x="287" y="157"/>
                        </a:cubicBezTo>
                        <a:cubicBezTo>
                          <a:pt x="277" y="134"/>
                          <a:pt x="280" y="99"/>
                          <a:pt x="268" y="81"/>
                        </a:cubicBezTo>
                        <a:cubicBezTo>
                          <a:pt x="226" y="49"/>
                          <a:pt x="152" y="0"/>
                          <a:pt x="98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9" name="Google Shape;2689;p53">
                    <a:extLst>
                      <a:ext uri="{FF2B5EF4-FFF2-40B4-BE49-F238E27FC236}">
                        <a16:creationId xmlns:a16="http://schemas.microsoft.com/office/drawing/2014/main" id="{B7A06C5B-CEF0-CA87-F756-7F38465C2F55}"/>
                      </a:ext>
                    </a:extLst>
                  </p:cNvPr>
                  <p:cNvSpPr/>
                  <p:nvPr/>
                </p:nvSpPr>
                <p:spPr>
                  <a:xfrm>
                    <a:off x="3781932" y="2454505"/>
                    <a:ext cx="143815" cy="970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" h="318" extrusionOk="0">
                        <a:moveTo>
                          <a:pt x="374" y="130"/>
                        </a:moveTo>
                        <a:cubicBezTo>
                          <a:pt x="402" y="116"/>
                          <a:pt x="437" y="102"/>
                          <a:pt x="454" y="73"/>
                        </a:cubicBezTo>
                        <a:cubicBezTo>
                          <a:pt x="468" y="50"/>
                          <a:pt x="470" y="0"/>
                          <a:pt x="445" y="17"/>
                        </a:cubicBezTo>
                        <a:cubicBezTo>
                          <a:pt x="394" y="44"/>
                          <a:pt x="355" y="66"/>
                          <a:pt x="297" y="76"/>
                        </a:cubicBezTo>
                        <a:lnTo>
                          <a:pt x="297" y="76"/>
                        </a:lnTo>
                        <a:cubicBezTo>
                          <a:pt x="251" y="84"/>
                          <a:pt x="205" y="90"/>
                          <a:pt x="159" y="92"/>
                        </a:cubicBezTo>
                        <a:cubicBezTo>
                          <a:pt x="85" y="96"/>
                          <a:pt x="28" y="117"/>
                          <a:pt x="16" y="200"/>
                        </a:cubicBezTo>
                        <a:cubicBezTo>
                          <a:pt x="0" y="303"/>
                          <a:pt x="118" y="317"/>
                          <a:pt x="176" y="256"/>
                        </a:cubicBezTo>
                        <a:cubicBezTo>
                          <a:pt x="233" y="195"/>
                          <a:pt x="299" y="167"/>
                          <a:pt x="374" y="13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0" name="Google Shape;2690;p53">
                    <a:extLst>
                      <a:ext uri="{FF2B5EF4-FFF2-40B4-BE49-F238E27FC236}">
                        <a16:creationId xmlns:a16="http://schemas.microsoft.com/office/drawing/2014/main" id="{3AA7AFF8-6AE3-A4ED-58FA-09FBF775E64D}"/>
                      </a:ext>
                    </a:extLst>
                  </p:cNvPr>
                  <p:cNvSpPr/>
                  <p:nvPr/>
                </p:nvSpPr>
                <p:spPr>
                  <a:xfrm>
                    <a:off x="3673842" y="2518932"/>
                    <a:ext cx="146869" cy="76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249" extrusionOk="0">
                        <a:moveTo>
                          <a:pt x="133" y="144"/>
                        </a:moveTo>
                        <a:cubicBezTo>
                          <a:pt x="195" y="193"/>
                          <a:pt x="275" y="248"/>
                          <a:pt x="360" y="239"/>
                        </a:cubicBezTo>
                        <a:cubicBezTo>
                          <a:pt x="388" y="236"/>
                          <a:pt x="440" y="225"/>
                          <a:pt x="459" y="201"/>
                        </a:cubicBezTo>
                        <a:cubicBezTo>
                          <a:pt x="480" y="172"/>
                          <a:pt x="463" y="130"/>
                          <a:pt x="448" y="124"/>
                        </a:cubicBezTo>
                        <a:cubicBezTo>
                          <a:pt x="374" y="109"/>
                          <a:pt x="320" y="53"/>
                          <a:pt x="245" y="46"/>
                        </a:cubicBezTo>
                        <a:cubicBezTo>
                          <a:pt x="178" y="41"/>
                          <a:pt x="115" y="8"/>
                          <a:pt x="51" y="3"/>
                        </a:cubicBezTo>
                        <a:cubicBezTo>
                          <a:pt x="11" y="0"/>
                          <a:pt x="0" y="22"/>
                          <a:pt x="25" y="55"/>
                        </a:cubicBezTo>
                        <a:cubicBezTo>
                          <a:pt x="50" y="89"/>
                          <a:pt x="99" y="117"/>
                          <a:pt x="133" y="1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1" name="Google Shape;2691;p53">
                    <a:extLst>
                      <a:ext uri="{FF2B5EF4-FFF2-40B4-BE49-F238E27FC236}">
                        <a16:creationId xmlns:a16="http://schemas.microsoft.com/office/drawing/2014/main" id="{1B124A3F-61B2-D398-12DC-DD511552D159}"/>
                      </a:ext>
                    </a:extLst>
                  </p:cNvPr>
                  <p:cNvSpPr/>
                  <p:nvPr/>
                </p:nvSpPr>
                <p:spPr>
                  <a:xfrm>
                    <a:off x="3188962" y="1957416"/>
                    <a:ext cx="7236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" h="283" extrusionOk="0">
                        <a:moveTo>
                          <a:pt x="164" y="236"/>
                        </a:moveTo>
                        <a:cubicBezTo>
                          <a:pt x="196" y="203"/>
                          <a:pt x="230" y="137"/>
                          <a:pt x="232" y="90"/>
                        </a:cubicBezTo>
                        <a:cubicBezTo>
                          <a:pt x="236" y="25"/>
                          <a:pt x="198" y="28"/>
                          <a:pt x="154" y="0"/>
                        </a:cubicBezTo>
                        <a:cubicBezTo>
                          <a:pt x="92" y="0"/>
                          <a:pt x="39" y="20"/>
                          <a:pt x="22" y="85"/>
                        </a:cubicBezTo>
                        <a:cubicBezTo>
                          <a:pt x="10" y="130"/>
                          <a:pt x="0" y="169"/>
                          <a:pt x="34" y="206"/>
                        </a:cubicBezTo>
                        <a:cubicBezTo>
                          <a:pt x="71" y="247"/>
                          <a:pt x="117" y="282"/>
                          <a:pt x="164" y="2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2" name="Google Shape;2692;p53">
                    <a:extLst>
                      <a:ext uri="{FF2B5EF4-FFF2-40B4-BE49-F238E27FC236}">
                        <a16:creationId xmlns:a16="http://schemas.microsoft.com/office/drawing/2014/main" id="{9BCC4888-C30A-BFB9-A009-308F2B20905F}"/>
                      </a:ext>
                    </a:extLst>
                  </p:cNvPr>
                  <p:cNvSpPr/>
                  <p:nvPr/>
                </p:nvSpPr>
                <p:spPr>
                  <a:xfrm>
                    <a:off x="3273541" y="2016041"/>
                    <a:ext cx="150838" cy="79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262" extrusionOk="0">
                        <a:moveTo>
                          <a:pt x="94" y="260"/>
                        </a:moveTo>
                        <a:lnTo>
                          <a:pt x="94" y="260"/>
                        </a:lnTo>
                        <a:cubicBezTo>
                          <a:pt x="102" y="261"/>
                          <a:pt x="111" y="261"/>
                          <a:pt x="119" y="261"/>
                        </a:cubicBezTo>
                        <a:cubicBezTo>
                          <a:pt x="168" y="261"/>
                          <a:pt x="216" y="253"/>
                          <a:pt x="261" y="237"/>
                        </a:cubicBezTo>
                        <a:cubicBezTo>
                          <a:pt x="320" y="217"/>
                          <a:pt x="338" y="192"/>
                          <a:pt x="379" y="148"/>
                        </a:cubicBezTo>
                        <a:cubicBezTo>
                          <a:pt x="400" y="125"/>
                          <a:pt x="433" y="113"/>
                          <a:pt x="455" y="90"/>
                        </a:cubicBezTo>
                        <a:cubicBezTo>
                          <a:pt x="472" y="71"/>
                          <a:pt x="493" y="0"/>
                          <a:pt x="457" y="24"/>
                        </a:cubicBezTo>
                        <a:cubicBezTo>
                          <a:pt x="438" y="30"/>
                          <a:pt x="422" y="46"/>
                          <a:pt x="402" y="53"/>
                        </a:cubicBezTo>
                        <a:cubicBezTo>
                          <a:pt x="377" y="61"/>
                          <a:pt x="349" y="64"/>
                          <a:pt x="323" y="67"/>
                        </a:cubicBezTo>
                        <a:cubicBezTo>
                          <a:pt x="289" y="70"/>
                          <a:pt x="253" y="72"/>
                          <a:pt x="220" y="80"/>
                        </a:cubicBezTo>
                        <a:cubicBezTo>
                          <a:pt x="156" y="95"/>
                          <a:pt x="131" y="173"/>
                          <a:pt x="62" y="185"/>
                        </a:cubicBezTo>
                        <a:cubicBezTo>
                          <a:pt x="38" y="189"/>
                          <a:pt x="0" y="177"/>
                          <a:pt x="1" y="216"/>
                        </a:cubicBezTo>
                        <a:cubicBezTo>
                          <a:pt x="3" y="257"/>
                          <a:pt x="65" y="259"/>
                          <a:pt x="94" y="26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3" name="Google Shape;2693;p53">
                    <a:extLst>
                      <a:ext uri="{FF2B5EF4-FFF2-40B4-BE49-F238E27FC236}">
                        <a16:creationId xmlns:a16="http://schemas.microsoft.com/office/drawing/2014/main" id="{87F62C2C-5544-38C0-319C-33BA72434E33}"/>
                      </a:ext>
                    </a:extLst>
                  </p:cNvPr>
                  <p:cNvSpPr/>
                  <p:nvPr/>
                </p:nvSpPr>
                <p:spPr>
                  <a:xfrm>
                    <a:off x="3309571" y="1913142"/>
                    <a:ext cx="113281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" h="159" extrusionOk="0">
                        <a:moveTo>
                          <a:pt x="143" y="142"/>
                        </a:moveTo>
                        <a:cubicBezTo>
                          <a:pt x="195" y="158"/>
                          <a:pt x="262" y="147"/>
                          <a:pt x="313" y="132"/>
                        </a:cubicBezTo>
                        <a:cubicBezTo>
                          <a:pt x="337" y="125"/>
                          <a:pt x="362" y="119"/>
                          <a:pt x="366" y="90"/>
                        </a:cubicBezTo>
                        <a:cubicBezTo>
                          <a:pt x="370" y="63"/>
                          <a:pt x="350" y="48"/>
                          <a:pt x="339" y="50"/>
                        </a:cubicBezTo>
                        <a:cubicBezTo>
                          <a:pt x="292" y="76"/>
                          <a:pt x="215" y="81"/>
                          <a:pt x="162" y="69"/>
                        </a:cubicBezTo>
                        <a:cubicBezTo>
                          <a:pt x="133" y="63"/>
                          <a:pt x="68" y="0"/>
                          <a:pt x="45" y="24"/>
                        </a:cubicBezTo>
                        <a:cubicBezTo>
                          <a:pt x="0" y="70"/>
                          <a:pt x="111" y="133"/>
                          <a:pt x="143" y="14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4" name="Google Shape;2694;p53">
                    <a:extLst>
                      <a:ext uri="{FF2B5EF4-FFF2-40B4-BE49-F238E27FC236}">
                        <a16:creationId xmlns:a16="http://schemas.microsoft.com/office/drawing/2014/main" id="{C1C7F95E-1900-A5B9-497E-1525058D4193}"/>
                      </a:ext>
                    </a:extLst>
                  </p:cNvPr>
                  <p:cNvSpPr/>
                  <p:nvPr/>
                </p:nvSpPr>
                <p:spPr>
                  <a:xfrm>
                    <a:off x="3458272" y="1905814"/>
                    <a:ext cx="63205" cy="63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209" extrusionOk="0">
                        <a:moveTo>
                          <a:pt x="141" y="5"/>
                        </a:moveTo>
                        <a:cubicBezTo>
                          <a:pt x="82" y="5"/>
                          <a:pt x="16" y="0"/>
                          <a:pt x="6" y="70"/>
                        </a:cubicBezTo>
                        <a:cubicBezTo>
                          <a:pt x="0" y="114"/>
                          <a:pt x="26" y="146"/>
                          <a:pt x="65" y="165"/>
                        </a:cubicBezTo>
                        <a:cubicBezTo>
                          <a:pt x="156" y="208"/>
                          <a:pt x="206" y="19"/>
                          <a:pt x="141" y="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5" name="Google Shape;2695;p53">
                    <a:extLst>
                      <a:ext uri="{FF2B5EF4-FFF2-40B4-BE49-F238E27FC236}">
                        <a16:creationId xmlns:a16="http://schemas.microsoft.com/office/drawing/2014/main" id="{BB3E7EAA-A934-2EA1-3CED-3615EC9A117E}"/>
                      </a:ext>
                    </a:extLst>
                  </p:cNvPr>
                  <p:cNvSpPr/>
                  <p:nvPr/>
                </p:nvSpPr>
                <p:spPr>
                  <a:xfrm>
                    <a:off x="3458883" y="1977263"/>
                    <a:ext cx="74503" cy="116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83" extrusionOk="0">
                        <a:moveTo>
                          <a:pt x="201" y="0"/>
                        </a:moveTo>
                        <a:cubicBezTo>
                          <a:pt x="132" y="0"/>
                          <a:pt x="118" y="12"/>
                          <a:pt x="103" y="78"/>
                        </a:cubicBezTo>
                        <a:cubicBezTo>
                          <a:pt x="89" y="136"/>
                          <a:pt x="84" y="195"/>
                          <a:pt x="70" y="253"/>
                        </a:cubicBezTo>
                        <a:cubicBezTo>
                          <a:pt x="62" y="284"/>
                          <a:pt x="0" y="382"/>
                          <a:pt x="54" y="371"/>
                        </a:cubicBezTo>
                        <a:cubicBezTo>
                          <a:pt x="144" y="352"/>
                          <a:pt x="152" y="216"/>
                          <a:pt x="181" y="151"/>
                        </a:cubicBezTo>
                        <a:cubicBezTo>
                          <a:pt x="194" y="122"/>
                          <a:pt x="215" y="92"/>
                          <a:pt x="226" y="63"/>
                        </a:cubicBezTo>
                        <a:cubicBezTo>
                          <a:pt x="243" y="22"/>
                          <a:pt x="211" y="31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6" name="Google Shape;2696;p53">
                    <a:extLst>
                      <a:ext uri="{FF2B5EF4-FFF2-40B4-BE49-F238E27FC236}">
                        <a16:creationId xmlns:a16="http://schemas.microsoft.com/office/drawing/2014/main" id="{76D0B0D6-B1F2-C049-D56F-1B269E767E12}"/>
                      </a:ext>
                    </a:extLst>
                  </p:cNvPr>
                  <p:cNvSpPr/>
                  <p:nvPr/>
                </p:nvSpPr>
                <p:spPr>
                  <a:xfrm>
                    <a:off x="3484836" y="1723832"/>
                    <a:ext cx="89770" cy="84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" h="277" extrusionOk="0">
                        <a:moveTo>
                          <a:pt x="168" y="187"/>
                        </a:moveTo>
                        <a:cubicBezTo>
                          <a:pt x="212" y="167"/>
                          <a:pt x="254" y="139"/>
                          <a:pt x="274" y="93"/>
                        </a:cubicBezTo>
                        <a:cubicBezTo>
                          <a:pt x="293" y="46"/>
                          <a:pt x="274" y="0"/>
                          <a:pt x="237" y="7"/>
                        </a:cubicBezTo>
                        <a:cubicBezTo>
                          <a:pt x="189" y="38"/>
                          <a:pt x="144" y="91"/>
                          <a:pt x="103" y="131"/>
                        </a:cubicBezTo>
                        <a:cubicBezTo>
                          <a:pt x="81" y="153"/>
                          <a:pt x="10" y="186"/>
                          <a:pt x="6" y="219"/>
                        </a:cubicBezTo>
                        <a:cubicBezTo>
                          <a:pt x="0" y="276"/>
                          <a:pt x="144" y="198"/>
                          <a:pt x="168" y="1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7" name="Google Shape;2697;p53">
                    <a:extLst>
                      <a:ext uri="{FF2B5EF4-FFF2-40B4-BE49-F238E27FC236}">
                        <a16:creationId xmlns:a16="http://schemas.microsoft.com/office/drawing/2014/main" id="{C5AC8987-16CE-1CA0-32F1-BA5B2E2556D8}"/>
                      </a:ext>
                    </a:extLst>
                  </p:cNvPr>
                  <p:cNvSpPr/>
                  <p:nvPr/>
                </p:nvSpPr>
                <p:spPr>
                  <a:xfrm>
                    <a:off x="3391402" y="1805663"/>
                    <a:ext cx="87327" cy="89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92" extrusionOk="0">
                        <a:moveTo>
                          <a:pt x="110" y="208"/>
                        </a:moveTo>
                        <a:cubicBezTo>
                          <a:pt x="118" y="179"/>
                          <a:pt x="108" y="149"/>
                          <a:pt x="126" y="123"/>
                        </a:cubicBezTo>
                        <a:cubicBezTo>
                          <a:pt x="140" y="103"/>
                          <a:pt x="165" y="90"/>
                          <a:pt x="186" y="78"/>
                        </a:cubicBezTo>
                        <a:cubicBezTo>
                          <a:pt x="207" y="66"/>
                          <a:pt x="233" y="58"/>
                          <a:pt x="251" y="44"/>
                        </a:cubicBezTo>
                        <a:cubicBezTo>
                          <a:pt x="267" y="31"/>
                          <a:pt x="285" y="0"/>
                          <a:pt x="242" y="2"/>
                        </a:cubicBezTo>
                        <a:cubicBezTo>
                          <a:pt x="161" y="52"/>
                          <a:pt x="0" y="55"/>
                          <a:pt x="19" y="189"/>
                        </a:cubicBezTo>
                        <a:cubicBezTo>
                          <a:pt x="27" y="251"/>
                          <a:pt x="86" y="291"/>
                          <a:pt x="110" y="2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8" name="Google Shape;2698;p53">
                    <a:extLst>
                      <a:ext uri="{FF2B5EF4-FFF2-40B4-BE49-F238E27FC236}">
                        <a16:creationId xmlns:a16="http://schemas.microsoft.com/office/drawing/2014/main" id="{406D89BC-D5C2-B0DF-F7DF-2B6A89FF40B9}"/>
                      </a:ext>
                    </a:extLst>
                  </p:cNvPr>
                  <p:cNvSpPr/>
                  <p:nvPr/>
                </p:nvSpPr>
                <p:spPr>
                  <a:xfrm>
                    <a:off x="3577965" y="1970240"/>
                    <a:ext cx="87633" cy="65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" h="214" extrusionOk="0">
                        <a:moveTo>
                          <a:pt x="155" y="182"/>
                        </a:moveTo>
                        <a:cubicBezTo>
                          <a:pt x="209" y="171"/>
                          <a:pt x="272" y="133"/>
                          <a:pt x="280" y="76"/>
                        </a:cubicBezTo>
                        <a:cubicBezTo>
                          <a:pt x="286" y="31"/>
                          <a:pt x="263" y="18"/>
                          <a:pt x="224" y="13"/>
                        </a:cubicBezTo>
                        <a:cubicBezTo>
                          <a:pt x="115" y="0"/>
                          <a:pt x="0" y="213"/>
                          <a:pt x="155" y="1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9" name="Google Shape;2699;p53">
                    <a:extLst>
                      <a:ext uri="{FF2B5EF4-FFF2-40B4-BE49-F238E27FC236}">
                        <a16:creationId xmlns:a16="http://schemas.microsoft.com/office/drawing/2014/main" id="{4A052AB6-569F-51FF-5F46-70907B2280E6}"/>
                      </a:ext>
                    </a:extLst>
                  </p:cNvPr>
                  <p:cNvSpPr/>
                  <p:nvPr/>
                </p:nvSpPr>
                <p:spPr>
                  <a:xfrm>
                    <a:off x="3731551" y="1945813"/>
                    <a:ext cx="61373" cy="11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362" extrusionOk="0">
                        <a:moveTo>
                          <a:pt x="79" y="148"/>
                        </a:moveTo>
                        <a:cubicBezTo>
                          <a:pt x="90" y="124"/>
                          <a:pt x="107" y="96"/>
                          <a:pt x="127" y="80"/>
                        </a:cubicBezTo>
                        <a:cubicBezTo>
                          <a:pt x="143" y="68"/>
                          <a:pt x="200" y="35"/>
                          <a:pt x="147" y="15"/>
                        </a:cubicBezTo>
                        <a:cubicBezTo>
                          <a:pt x="105" y="9"/>
                          <a:pt x="55" y="0"/>
                          <a:pt x="23" y="37"/>
                        </a:cubicBezTo>
                        <a:cubicBezTo>
                          <a:pt x="0" y="64"/>
                          <a:pt x="3" y="115"/>
                          <a:pt x="6" y="147"/>
                        </a:cubicBezTo>
                        <a:cubicBezTo>
                          <a:pt x="13" y="217"/>
                          <a:pt x="22" y="272"/>
                          <a:pt x="7" y="343"/>
                        </a:cubicBezTo>
                        <a:cubicBezTo>
                          <a:pt x="58" y="361"/>
                          <a:pt x="63" y="183"/>
                          <a:pt x="79" y="1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0" name="Google Shape;2700;p53">
                    <a:extLst>
                      <a:ext uri="{FF2B5EF4-FFF2-40B4-BE49-F238E27FC236}">
                        <a16:creationId xmlns:a16="http://schemas.microsoft.com/office/drawing/2014/main" id="{AD1E08C3-A881-B47A-89F5-58709889A2B3}"/>
                      </a:ext>
                    </a:extLst>
                  </p:cNvPr>
                  <p:cNvSpPr/>
                  <p:nvPr/>
                </p:nvSpPr>
                <p:spPr>
                  <a:xfrm>
                    <a:off x="3496745" y="2107336"/>
                    <a:ext cx="196944" cy="5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" h="178" extrusionOk="0">
                        <a:moveTo>
                          <a:pt x="56" y="96"/>
                        </a:moveTo>
                        <a:cubicBezTo>
                          <a:pt x="8" y="110"/>
                          <a:pt x="0" y="148"/>
                          <a:pt x="60" y="151"/>
                        </a:cubicBezTo>
                        <a:cubicBezTo>
                          <a:pt x="125" y="155"/>
                          <a:pt x="191" y="132"/>
                          <a:pt x="257" y="132"/>
                        </a:cubicBezTo>
                        <a:cubicBezTo>
                          <a:pt x="306" y="131"/>
                          <a:pt x="333" y="149"/>
                          <a:pt x="381" y="165"/>
                        </a:cubicBezTo>
                        <a:lnTo>
                          <a:pt x="381" y="165"/>
                        </a:lnTo>
                        <a:cubicBezTo>
                          <a:pt x="403" y="173"/>
                          <a:pt x="427" y="177"/>
                          <a:pt x="451" y="177"/>
                        </a:cubicBezTo>
                        <a:cubicBezTo>
                          <a:pt x="481" y="177"/>
                          <a:pt x="511" y="171"/>
                          <a:pt x="539" y="158"/>
                        </a:cubicBezTo>
                        <a:cubicBezTo>
                          <a:pt x="575" y="141"/>
                          <a:pt x="637" y="103"/>
                          <a:pt x="640" y="56"/>
                        </a:cubicBezTo>
                        <a:cubicBezTo>
                          <a:pt x="644" y="6"/>
                          <a:pt x="585" y="0"/>
                          <a:pt x="572" y="4"/>
                        </a:cubicBezTo>
                        <a:cubicBezTo>
                          <a:pt x="521" y="3"/>
                          <a:pt x="461" y="23"/>
                          <a:pt x="410" y="30"/>
                        </a:cubicBezTo>
                        <a:cubicBezTo>
                          <a:pt x="368" y="35"/>
                          <a:pt x="327" y="43"/>
                          <a:pt x="285" y="51"/>
                        </a:cubicBezTo>
                        <a:cubicBezTo>
                          <a:pt x="210" y="66"/>
                          <a:pt x="129" y="73"/>
                          <a:pt x="56" y="9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1" name="Google Shape;2701;p53">
                    <a:extLst>
                      <a:ext uri="{FF2B5EF4-FFF2-40B4-BE49-F238E27FC236}">
                        <a16:creationId xmlns:a16="http://schemas.microsoft.com/office/drawing/2014/main" id="{913C8272-9237-08CC-C227-18F40128B411}"/>
                      </a:ext>
                    </a:extLst>
                  </p:cNvPr>
                  <p:cNvSpPr/>
                  <p:nvPr/>
                </p:nvSpPr>
                <p:spPr>
                  <a:xfrm>
                    <a:off x="3691552" y="2061841"/>
                    <a:ext cx="63816" cy="48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60" extrusionOk="0">
                        <a:moveTo>
                          <a:pt x="66" y="132"/>
                        </a:moveTo>
                        <a:cubicBezTo>
                          <a:pt x="86" y="121"/>
                          <a:pt x="92" y="99"/>
                          <a:pt x="108" y="85"/>
                        </a:cubicBezTo>
                        <a:cubicBezTo>
                          <a:pt x="120" y="74"/>
                          <a:pt x="134" y="70"/>
                          <a:pt x="148" y="62"/>
                        </a:cubicBezTo>
                        <a:cubicBezTo>
                          <a:pt x="165" y="51"/>
                          <a:pt x="208" y="0"/>
                          <a:pt x="150" y="5"/>
                        </a:cubicBezTo>
                        <a:cubicBezTo>
                          <a:pt x="112" y="16"/>
                          <a:pt x="65" y="57"/>
                          <a:pt x="35" y="84"/>
                        </a:cubicBezTo>
                        <a:cubicBezTo>
                          <a:pt x="0" y="116"/>
                          <a:pt x="17" y="159"/>
                          <a:pt x="66" y="13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2" name="Google Shape;2702;p53">
                    <a:extLst>
                      <a:ext uri="{FF2B5EF4-FFF2-40B4-BE49-F238E27FC236}">
                        <a16:creationId xmlns:a16="http://schemas.microsoft.com/office/drawing/2014/main" id="{909A12EC-D8E0-F71A-E69F-6F56CE6565A3}"/>
                      </a:ext>
                    </a:extLst>
                  </p:cNvPr>
                  <p:cNvSpPr/>
                  <p:nvPr/>
                </p:nvSpPr>
                <p:spPr>
                  <a:xfrm>
                    <a:off x="3610026" y="1694520"/>
                    <a:ext cx="91297" cy="80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264" extrusionOk="0">
                        <a:moveTo>
                          <a:pt x="118" y="133"/>
                        </a:moveTo>
                        <a:cubicBezTo>
                          <a:pt x="143" y="162"/>
                          <a:pt x="162" y="214"/>
                          <a:pt x="195" y="234"/>
                        </a:cubicBezTo>
                        <a:cubicBezTo>
                          <a:pt x="244" y="263"/>
                          <a:pt x="298" y="205"/>
                          <a:pt x="257" y="182"/>
                        </a:cubicBezTo>
                        <a:cubicBezTo>
                          <a:pt x="237" y="131"/>
                          <a:pt x="195" y="86"/>
                          <a:pt x="150" y="56"/>
                        </a:cubicBezTo>
                        <a:cubicBezTo>
                          <a:pt x="130" y="42"/>
                          <a:pt x="54" y="0"/>
                          <a:pt x="31" y="25"/>
                        </a:cubicBezTo>
                        <a:cubicBezTo>
                          <a:pt x="0" y="57"/>
                          <a:pt x="101" y="114"/>
                          <a:pt x="118" y="13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3" name="Google Shape;2703;p53">
                    <a:extLst>
                      <a:ext uri="{FF2B5EF4-FFF2-40B4-BE49-F238E27FC236}">
                        <a16:creationId xmlns:a16="http://schemas.microsoft.com/office/drawing/2014/main" id="{1D3AB218-A480-E103-E617-C362114919B5}"/>
                      </a:ext>
                    </a:extLst>
                  </p:cNvPr>
                  <p:cNvSpPr/>
                  <p:nvPr/>
                </p:nvSpPr>
                <p:spPr>
                  <a:xfrm>
                    <a:off x="3576744" y="1840777"/>
                    <a:ext cx="120609" cy="57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188" extrusionOk="0">
                        <a:moveTo>
                          <a:pt x="134" y="136"/>
                        </a:moveTo>
                        <a:cubicBezTo>
                          <a:pt x="168" y="118"/>
                          <a:pt x="210" y="111"/>
                          <a:pt x="247" y="103"/>
                        </a:cubicBezTo>
                        <a:cubicBezTo>
                          <a:pt x="280" y="96"/>
                          <a:pt x="318" y="96"/>
                          <a:pt x="349" y="86"/>
                        </a:cubicBezTo>
                        <a:cubicBezTo>
                          <a:pt x="394" y="71"/>
                          <a:pt x="365" y="64"/>
                          <a:pt x="353" y="28"/>
                        </a:cubicBezTo>
                        <a:cubicBezTo>
                          <a:pt x="276" y="30"/>
                          <a:pt x="196" y="0"/>
                          <a:pt x="122" y="21"/>
                        </a:cubicBezTo>
                        <a:cubicBezTo>
                          <a:pt x="59" y="39"/>
                          <a:pt x="0" y="117"/>
                          <a:pt x="9" y="185"/>
                        </a:cubicBezTo>
                        <a:cubicBezTo>
                          <a:pt x="62" y="187"/>
                          <a:pt x="89" y="159"/>
                          <a:pt x="13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4" name="Google Shape;2704;p53">
                    <a:extLst>
                      <a:ext uri="{FF2B5EF4-FFF2-40B4-BE49-F238E27FC236}">
                        <a16:creationId xmlns:a16="http://schemas.microsoft.com/office/drawing/2014/main" id="{725F34B0-09FB-8689-FFA1-C1E120075D18}"/>
                      </a:ext>
                    </a:extLst>
                  </p:cNvPr>
                  <p:cNvSpPr/>
                  <p:nvPr/>
                </p:nvSpPr>
                <p:spPr>
                  <a:xfrm>
                    <a:off x="3707429" y="1851769"/>
                    <a:ext cx="222288" cy="83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" h="274" extrusionOk="0">
                        <a:moveTo>
                          <a:pt x="46" y="34"/>
                        </a:moveTo>
                        <a:cubicBezTo>
                          <a:pt x="81" y="59"/>
                          <a:pt x="160" y="46"/>
                          <a:pt x="203" y="57"/>
                        </a:cubicBezTo>
                        <a:cubicBezTo>
                          <a:pt x="242" y="67"/>
                          <a:pt x="274" y="86"/>
                          <a:pt x="306" y="107"/>
                        </a:cubicBezTo>
                        <a:cubicBezTo>
                          <a:pt x="361" y="141"/>
                          <a:pt x="411" y="183"/>
                          <a:pt x="474" y="203"/>
                        </a:cubicBezTo>
                        <a:cubicBezTo>
                          <a:pt x="540" y="225"/>
                          <a:pt x="670" y="273"/>
                          <a:pt x="727" y="218"/>
                        </a:cubicBezTo>
                        <a:cubicBezTo>
                          <a:pt x="699" y="166"/>
                          <a:pt x="596" y="163"/>
                          <a:pt x="547" y="131"/>
                        </a:cubicBezTo>
                        <a:lnTo>
                          <a:pt x="547" y="131"/>
                        </a:lnTo>
                        <a:cubicBezTo>
                          <a:pt x="532" y="121"/>
                          <a:pt x="516" y="112"/>
                          <a:pt x="501" y="103"/>
                        </a:cubicBezTo>
                        <a:cubicBezTo>
                          <a:pt x="472" y="86"/>
                          <a:pt x="443" y="71"/>
                          <a:pt x="413" y="57"/>
                        </a:cubicBezTo>
                        <a:cubicBezTo>
                          <a:pt x="338" y="46"/>
                          <a:pt x="267" y="16"/>
                          <a:pt x="192" y="11"/>
                        </a:cubicBezTo>
                        <a:cubicBezTo>
                          <a:pt x="158" y="10"/>
                          <a:pt x="124" y="11"/>
                          <a:pt x="91" y="8"/>
                        </a:cubicBezTo>
                        <a:cubicBezTo>
                          <a:pt x="70" y="6"/>
                          <a:pt x="0" y="0"/>
                          <a:pt x="46" y="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5" name="Google Shape;2705;p53">
                    <a:extLst>
                      <a:ext uri="{FF2B5EF4-FFF2-40B4-BE49-F238E27FC236}">
                        <a16:creationId xmlns:a16="http://schemas.microsoft.com/office/drawing/2014/main" id="{76CD9FA6-D701-02EC-1ADC-D0931B5F2F67}"/>
                      </a:ext>
                    </a:extLst>
                  </p:cNvPr>
                  <p:cNvSpPr/>
                  <p:nvPr/>
                </p:nvSpPr>
                <p:spPr>
                  <a:xfrm>
                    <a:off x="3794757" y="1989476"/>
                    <a:ext cx="199082" cy="47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55" extrusionOk="0">
                        <a:moveTo>
                          <a:pt x="93" y="75"/>
                        </a:moveTo>
                        <a:cubicBezTo>
                          <a:pt x="75" y="83"/>
                          <a:pt x="0" y="115"/>
                          <a:pt x="27" y="137"/>
                        </a:cubicBezTo>
                        <a:cubicBezTo>
                          <a:pt x="48" y="154"/>
                          <a:pt x="151" y="106"/>
                          <a:pt x="178" y="101"/>
                        </a:cubicBezTo>
                        <a:cubicBezTo>
                          <a:pt x="275" y="87"/>
                          <a:pt x="361" y="123"/>
                          <a:pt x="456" y="124"/>
                        </a:cubicBezTo>
                        <a:cubicBezTo>
                          <a:pt x="507" y="125"/>
                          <a:pt x="558" y="113"/>
                          <a:pt x="601" y="85"/>
                        </a:cubicBezTo>
                        <a:cubicBezTo>
                          <a:pt x="651" y="52"/>
                          <a:pt x="649" y="15"/>
                          <a:pt x="599" y="33"/>
                        </a:cubicBezTo>
                        <a:cubicBezTo>
                          <a:pt x="442" y="123"/>
                          <a:pt x="258" y="0"/>
                          <a:pt x="93" y="7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6" name="Google Shape;2706;p53">
                    <a:extLst>
                      <a:ext uri="{FF2B5EF4-FFF2-40B4-BE49-F238E27FC236}">
                        <a16:creationId xmlns:a16="http://schemas.microsoft.com/office/drawing/2014/main" id="{6647CC36-681C-82B6-B747-B09213E63B35}"/>
                      </a:ext>
                    </a:extLst>
                  </p:cNvPr>
                  <p:cNvSpPr/>
                  <p:nvPr/>
                </p:nvSpPr>
                <p:spPr>
                  <a:xfrm>
                    <a:off x="4162996" y="1918332"/>
                    <a:ext cx="88549" cy="100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28" extrusionOk="0">
                        <a:moveTo>
                          <a:pt x="147" y="282"/>
                        </a:moveTo>
                        <a:cubicBezTo>
                          <a:pt x="194" y="236"/>
                          <a:pt x="176" y="189"/>
                          <a:pt x="197" y="134"/>
                        </a:cubicBezTo>
                        <a:cubicBezTo>
                          <a:pt x="202" y="121"/>
                          <a:pt x="289" y="0"/>
                          <a:pt x="239" y="0"/>
                        </a:cubicBezTo>
                        <a:cubicBezTo>
                          <a:pt x="177" y="12"/>
                          <a:pt x="99" y="78"/>
                          <a:pt x="50" y="117"/>
                        </a:cubicBezTo>
                        <a:lnTo>
                          <a:pt x="50" y="117"/>
                        </a:lnTo>
                        <a:cubicBezTo>
                          <a:pt x="37" y="127"/>
                          <a:pt x="26" y="140"/>
                          <a:pt x="18" y="154"/>
                        </a:cubicBezTo>
                        <a:cubicBezTo>
                          <a:pt x="6" y="174"/>
                          <a:pt x="0" y="197"/>
                          <a:pt x="0" y="221"/>
                        </a:cubicBezTo>
                        <a:cubicBezTo>
                          <a:pt x="0" y="231"/>
                          <a:pt x="1" y="242"/>
                          <a:pt x="4" y="252"/>
                        </a:cubicBezTo>
                        <a:cubicBezTo>
                          <a:pt x="21" y="323"/>
                          <a:pt x="99" y="327"/>
                          <a:pt x="147" y="28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7" name="Google Shape;2707;p53">
                    <a:extLst>
                      <a:ext uri="{FF2B5EF4-FFF2-40B4-BE49-F238E27FC236}">
                        <a16:creationId xmlns:a16="http://schemas.microsoft.com/office/drawing/2014/main" id="{9DAFA0B5-FF6C-FCC7-89B0-933641B9739F}"/>
                      </a:ext>
                    </a:extLst>
                  </p:cNvPr>
                  <p:cNvSpPr/>
                  <p:nvPr/>
                </p:nvSpPr>
                <p:spPr>
                  <a:xfrm>
                    <a:off x="3830481" y="2089322"/>
                    <a:ext cx="155418" cy="121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" h="399" extrusionOk="0">
                        <a:moveTo>
                          <a:pt x="464" y="89"/>
                        </a:moveTo>
                        <a:cubicBezTo>
                          <a:pt x="508" y="54"/>
                          <a:pt x="486" y="0"/>
                          <a:pt x="459" y="7"/>
                        </a:cubicBezTo>
                        <a:cubicBezTo>
                          <a:pt x="384" y="66"/>
                          <a:pt x="243" y="63"/>
                          <a:pt x="153" y="50"/>
                        </a:cubicBezTo>
                        <a:cubicBezTo>
                          <a:pt x="125" y="46"/>
                          <a:pt x="65" y="36"/>
                          <a:pt x="38" y="46"/>
                        </a:cubicBezTo>
                        <a:cubicBezTo>
                          <a:pt x="0" y="61"/>
                          <a:pt x="7" y="107"/>
                          <a:pt x="24" y="137"/>
                        </a:cubicBezTo>
                        <a:cubicBezTo>
                          <a:pt x="43" y="169"/>
                          <a:pt x="67" y="195"/>
                          <a:pt x="82" y="230"/>
                        </a:cubicBezTo>
                        <a:cubicBezTo>
                          <a:pt x="97" y="266"/>
                          <a:pt x="97" y="307"/>
                          <a:pt x="113" y="341"/>
                        </a:cubicBezTo>
                        <a:cubicBezTo>
                          <a:pt x="138" y="395"/>
                          <a:pt x="187" y="398"/>
                          <a:pt x="230" y="361"/>
                        </a:cubicBezTo>
                        <a:cubicBezTo>
                          <a:pt x="273" y="324"/>
                          <a:pt x="286" y="266"/>
                          <a:pt x="315" y="220"/>
                        </a:cubicBezTo>
                        <a:cubicBezTo>
                          <a:pt x="354" y="159"/>
                          <a:pt x="409" y="132"/>
                          <a:pt x="464" y="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8" name="Google Shape;2708;p53">
                    <a:extLst>
                      <a:ext uri="{FF2B5EF4-FFF2-40B4-BE49-F238E27FC236}">
                        <a16:creationId xmlns:a16="http://schemas.microsoft.com/office/drawing/2014/main" id="{0D1B69FE-3269-34AE-7C28-C8D8E5EECA9E}"/>
                      </a:ext>
                    </a:extLst>
                  </p:cNvPr>
                  <p:cNvSpPr/>
                  <p:nvPr/>
                </p:nvSpPr>
                <p:spPr>
                  <a:xfrm>
                    <a:off x="3803917" y="2212373"/>
                    <a:ext cx="108090" cy="732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240" extrusionOk="0">
                        <a:moveTo>
                          <a:pt x="173" y="237"/>
                        </a:moveTo>
                        <a:cubicBezTo>
                          <a:pt x="234" y="233"/>
                          <a:pt x="307" y="208"/>
                          <a:pt x="320" y="145"/>
                        </a:cubicBezTo>
                        <a:cubicBezTo>
                          <a:pt x="323" y="132"/>
                          <a:pt x="320" y="119"/>
                          <a:pt x="324" y="106"/>
                        </a:cubicBezTo>
                        <a:cubicBezTo>
                          <a:pt x="329" y="91"/>
                          <a:pt x="343" y="81"/>
                          <a:pt x="347" y="66"/>
                        </a:cubicBezTo>
                        <a:cubicBezTo>
                          <a:pt x="353" y="47"/>
                          <a:pt x="332" y="0"/>
                          <a:pt x="323" y="17"/>
                        </a:cubicBezTo>
                        <a:cubicBezTo>
                          <a:pt x="273" y="36"/>
                          <a:pt x="226" y="22"/>
                          <a:pt x="195" y="71"/>
                        </a:cubicBezTo>
                        <a:cubicBezTo>
                          <a:pt x="163" y="119"/>
                          <a:pt x="144" y="158"/>
                          <a:pt x="91" y="185"/>
                        </a:cubicBezTo>
                        <a:cubicBezTo>
                          <a:pt x="0" y="231"/>
                          <a:pt x="129" y="239"/>
                          <a:pt x="173" y="2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9" name="Google Shape;2709;p53">
                    <a:extLst>
                      <a:ext uri="{FF2B5EF4-FFF2-40B4-BE49-F238E27FC236}">
                        <a16:creationId xmlns:a16="http://schemas.microsoft.com/office/drawing/2014/main" id="{7EB72E53-69E8-CAC1-618D-56A4450C1683}"/>
                      </a:ext>
                    </a:extLst>
                  </p:cNvPr>
                  <p:cNvSpPr/>
                  <p:nvPr/>
                </p:nvSpPr>
                <p:spPr>
                  <a:xfrm>
                    <a:off x="4000556" y="1920470"/>
                    <a:ext cx="90075" cy="169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554" extrusionOk="0">
                        <a:moveTo>
                          <a:pt x="224" y="393"/>
                        </a:moveTo>
                        <a:cubicBezTo>
                          <a:pt x="236" y="344"/>
                          <a:pt x="225" y="289"/>
                          <a:pt x="234" y="239"/>
                        </a:cubicBezTo>
                        <a:cubicBezTo>
                          <a:pt x="243" y="187"/>
                          <a:pt x="255" y="133"/>
                          <a:pt x="272" y="84"/>
                        </a:cubicBezTo>
                        <a:cubicBezTo>
                          <a:pt x="278" y="68"/>
                          <a:pt x="294" y="36"/>
                          <a:pt x="285" y="20"/>
                        </a:cubicBezTo>
                        <a:cubicBezTo>
                          <a:pt x="275" y="1"/>
                          <a:pt x="245" y="0"/>
                          <a:pt x="247" y="3"/>
                        </a:cubicBezTo>
                        <a:lnTo>
                          <a:pt x="247" y="3"/>
                        </a:lnTo>
                        <a:cubicBezTo>
                          <a:pt x="211" y="46"/>
                          <a:pt x="171" y="85"/>
                          <a:pt x="129" y="121"/>
                        </a:cubicBezTo>
                        <a:cubicBezTo>
                          <a:pt x="102" y="144"/>
                          <a:pt x="62" y="168"/>
                          <a:pt x="50" y="199"/>
                        </a:cubicBezTo>
                        <a:cubicBezTo>
                          <a:pt x="34" y="242"/>
                          <a:pt x="75" y="251"/>
                          <a:pt x="89" y="284"/>
                        </a:cubicBezTo>
                        <a:cubicBezTo>
                          <a:pt x="108" y="327"/>
                          <a:pt x="87" y="359"/>
                          <a:pt x="69" y="396"/>
                        </a:cubicBezTo>
                        <a:cubicBezTo>
                          <a:pt x="54" y="425"/>
                          <a:pt x="12" y="468"/>
                          <a:pt x="8" y="498"/>
                        </a:cubicBezTo>
                        <a:cubicBezTo>
                          <a:pt x="0" y="553"/>
                          <a:pt x="99" y="492"/>
                          <a:pt x="124" y="480"/>
                        </a:cubicBezTo>
                        <a:cubicBezTo>
                          <a:pt x="164" y="459"/>
                          <a:pt x="212" y="441"/>
                          <a:pt x="224" y="39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0" name="Google Shape;2710;p53">
                    <a:extLst>
                      <a:ext uri="{FF2B5EF4-FFF2-40B4-BE49-F238E27FC236}">
                        <a16:creationId xmlns:a16="http://schemas.microsoft.com/office/drawing/2014/main" id="{63CC6317-927E-BB91-0D1B-3D55CA531889}"/>
                      </a:ext>
                    </a:extLst>
                  </p:cNvPr>
                  <p:cNvSpPr/>
                  <p:nvPr/>
                </p:nvSpPr>
                <p:spPr>
                  <a:xfrm>
                    <a:off x="4084829" y="1830090"/>
                    <a:ext cx="145953" cy="86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282" extrusionOk="0">
                        <a:moveTo>
                          <a:pt x="50" y="174"/>
                        </a:moveTo>
                        <a:cubicBezTo>
                          <a:pt x="0" y="281"/>
                          <a:pt x="120" y="231"/>
                          <a:pt x="171" y="199"/>
                        </a:cubicBezTo>
                        <a:cubicBezTo>
                          <a:pt x="226" y="164"/>
                          <a:pt x="279" y="146"/>
                          <a:pt x="340" y="123"/>
                        </a:cubicBezTo>
                        <a:cubicBezTo>
                          <a:pt x="378" y="108"/>
                          <a:pt x="415" y="89"/>
                          <a:pt x="445" y="62"/>
                        </a:cubicBezTo>
                        <a:cubicBezTo>
                          <a:pt x="451" y="56"/>
                          <a:pt x="477" y="31"/>
                          <a:pt x="475" y="20"/>
                        </a:cubicBezTo>
                        <a:cubicBezTo>
                          <a:pt x="471" y="3"/>
                          <a:pt x="443" y="10"/>
                          <a:pt x="433" y="0"/>
                        </a:cubicBezTo>
                        <a:cubicBezTo>
                          <a:pt x="307" y="0"/>
                          <a:pt x="109" y="49"/>
                          <a:pt x="50" y="1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1" name="Google Shape;2711;p53">
                    <a:extLst>
                      <a:ext uri="{FF2B5EF4-FFF2-40B4-BE49-F238E27FC236}">
                        <a16:creationId xmlns:a16="http://schemas.microsoft.com/office/drawing/2014/main" id="{80E16E6B-8654-A988-9DC1-D46C699B1540}"/>
                      </a:ext>
                    </a:extLst>
                  </p:cNvPr>
                  <p:cNvSpPr/>
                  <p:nvPr/>
                </p:nvSpPr>
                <p:spPr>
                  <a:xfrm>
                    <a:off x="4247881" y="1822151"/>
                    <a:ext cx="82747" cy="80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" h="263" extrusionOk="0">
                        <a:moveTo>
                          <a:pt x="217" y="0"/>
                        </a:moveTo>
                        <a:cubicBezTo>
                          <a:pt x="176" y="4"/>
                          <a:pt x="107" y="25"/>
                          <a:pt x="73" y="50"/>
                        </a:cubicBezTo>
                        <a:cubicBezTo>
                          <a:pt x="43" y="72"/>
                          <a:pt x="32" y="116"/>
                          <a:pt x="22" y="153"/>
                        </a:cubicBezTo>
                        <a:cubicBezTo>
                          <a:pt x="12" y="189"/>
                          <a:pt x="0" y="262"/>
                          <a:pt x="56" y="203"/>
                        </a:cubicBezTo>
                        <a:cubicBezTo>
                          <a:pt x="75" y="183"/>
                          <a:pt x="79" y="156"/>
                          <a:pt x="97" y="136"/>
                        </a:cubicBezTo>
                        <a:cubicBezTo>
                          <a:pt x="115" y="116"/>
                          <a:pt x="138" y="112"/>
                          <a:pt x="162" y="101"/>
                        </a:cubicBezTo>
                        <a:cubicBezTo>
                          <a:pt x="182" y="92"/>
                          <a:pt x="270" y="2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2" name="Google Shape;2712;p53">
                    <a:extLst>
                      <a:ext uri="{FF2B5EF4-FFF2-40B4-BE49-F238E27FC236}">
                        <a16:creationId xmlns:a16="http://schemas.microsoft.com/office/drawing/2014/main" id="{80E596AA-E68D-CB5B-0DF8-662D539AE4AA}"/>
                      </a:ext>
                    </a:extLst>
                  </p:cNvPr>
                  <p:cNvSpPr/>
                  <p:nvPr/>
                </p:nvSpPr>
                <p:spPr>
                  <a:xfrm>
                    <a:off x="4299789" y="1803831"/>
                    <a:ext cx="77862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482" extrusionOk="0">
                        <a:moveTo>
                          <a:pt x="7" y="447"/>
                        </a:moveTo>
                        <a:cubicBezTo>
                          <a:pt x="18" y="481"/>
                          <a:pt x="80" y="450"/>
                          <a:pt x="97" y="440"/>
                        </a:cubicBezTo>
                        <a:cubicBezTo>
                          <a:pt x="173" y="391"/>
                          <a:pt x="170" y="305"/>
                          <a:pt x="193" y="227"/>
                        </a:cubicBezTo>
                        <a:cubicBezTo>
                          <a:pt x="206" y="186"/>
                          <a:pt x="254" y="69"/>
                          <a:pt x="184" y="34"/>
                        </a:cubicBezTo>
                        <a:cubicBezTo>
                          <a:pt x="114" y="0"/>
                          <a:pt x="128" y="182"/>
                          <a:pt x="125" y="212"/>
                        </a:cubicBezTo>
                        <a:cubicBezTo>
                          <a:pt x="118" y="283"/>
                          <a:pt x="107" y="328"/>
                          <a:pt x="54" y="378"/>
                        </a:cubicBezTo>
                        <a:cubicBezTo>
                          <a:pt x="42" y="390"/>
                          <a:pt x="0" y="425"/>
                          <a:pt x="7" y="4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3" name="Google Shape;2713;p53">
                    <a:extLst>
                      <a:ext uri="{FF2B5EF4-FFF2-40B4-BE49-F238E27FC236}">
                        <a16:creationId xmlns:a16="http://schemas.microsoft.com/office/drawing/2014/main" id="{A0293AE8-CE05-E07E-0F16-968B680F4618}"/>
                      </a:ext>
                    </a:extLst>
                  </p:cNvPr>
                  <p:cNvSpPr/>
                  <p:nvPr/>
                </p:nvSpPr>
                <p:spPr>
                  <a:xfrm>
                    <a:off x="3948953" y="1720474"/>
                    <a:ext cx="185952" cy="123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04" extrusionOk="0">
                        <a:moveTo>
                          <a:pt x="375" y="99"/>
                        </a:moveTo>
                        <a:cubicBezTo>
                          <a:pt x="310" y="175"/>
                          <a:pt x="254" y="252"/>
                          <a:pt x="167" y="304"/>
                        </a:cubicBezTo>
                        <a:cubicBezTo>
                          <a:pt x="134" y="323"/>
                          <a:pt x="94" y="333"/>
                          <a:pt x="63" y="356"/>
                        </a:cubicBezTo>
                        <a:cubicBezTo>
                          <a:pt x="0" y="403"/>
                          <a:pt x="90" y="402"/>
                          <a:pt x="127" y="395"/>
                        </a:cubicBezTo>
                        <a:cubicBezTo>
                          <a:pt x="189" y="384"/>
                          <a:pt x="261" y="349"/>
                          <a:pt x="304" y="304"/>
                        </a:cubicBezTo>
                        <a:cubicBezTo>
                          <a:pt x="346" y="261"/>
                          <a:pt x="364" y="202"/>
                          <a:pt x="407" y="161"/>
                        </a:cubicBezTo>
                        <a:cubicBezTo>
                          <a:pt x="442" y="128"/>
                          <a:pt x="490" y="112"/>
                          <a:pt x="537" y="110"/>
                        </a:cubicBezTo>
                        <a:cubicBezTo>
                          <a:pt x="553" y="109"/>
                          <a:pt x="583" y="117"/>
                          <a:pt x="593" y="104"/>
                        </a:cubicBezTo>
                        <a:cubicBezTo>
                          <a:pt x="608" y="86"/>
                          <a:pt x="589" y="60"/>
                          <a:pt x="586" y="58"/>
                        </a:cubicBezTo>
                        <a:cubicBezTo>
                          <a:pt x="509" y="0"/>
                          <a:pt x="434" y="29"/>
                          <a:pt x="375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4" name="Google Shape;2714;p53">
                    <a:extLst>
                      <a:ext uri="{FF2B5EF4-FFF2-40B4-BE49-F238E27FC236}">
                        <a16:creationId xmlns:a16="http://schemas.microsoft.com/office/drawing/2014/main" id="{74DEEDF4-EBBD-AB73-C4F9-5BD4B5847766}"/>
                      </a:ext>
                    </a:extLst>
                  </p:cNvPr>
                  <p:cNvSpPr/>
                  <p:nvPr/>
                </p:nvSpPr>
                <p:spPr>
                  <a:xfrm>
                    <a:off x="3935518" y="1893295"/>
                    <a:ext cx="61373" cy="42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138" extrusionOk="0">
                        <a:moveTo>
                          <a:pt x="151" y="13"/>
                        </a:moveTo>
                        <a:cubicBezTo>
                          <a:pt x="123" y="34"/>
                          <a:pt x="0" y="72"/>
                          <a:pt x="11" y="117"/>
                        </a:cubicBezTo>
                        <a:cubicBezTo>
                          <a:pt x="54" y="137"/>
                          <a:pt x="137" y="101"/>
                          <a:pt x="169" y="70"/>
                        </a:cubicBezTo>
                        <a:cubicBezTo>
                          <a:pt x="180" y="61"/>
                          <a:pt x="200" y="34"/>
                          <a:pt x="197" y="20"/>
                        </a:cubicBezTo>
                        <a:lnTo>
                          <a:pt x="197" y="20"/>
                        </a:lnTo>
                        <a:cubicBezTo>
                          <a:pt x="197" y="17"/>
                          <a:pt x="196" y="15"/>
                          <a:pt x="195" y="13"/>
                        </a:cubicBezTo>
                        <a:cubicBezTo>
                          <a:pt x="193" y="9"/>
                          <a:pt x="189" y="6"/>
                          <a:pt x="186" y="4"/>
                        </a:cubicBezTo>
                        <a:cubicBezTo>
                          <a:pt x="182" y="1"/>
                          <a:pt x="177" y="0"/>
                          <a:pt x="173" y="0"/>
                        </a:cubicBezTo>
                        <a:cubicBezTo>
                          <a:pt x="168" y="0"/>
                          <a:pt x="165" y="1"/>
                          <a:pt x="161" y="4"/>
                        </a:cubicBezTo>
                        <a:cubicBezTo>
                          <a:pt x="157" y="6"/>
                          <a:pt x="154" y="9"/>
                          <a:pt x="152" y="13"/>
                        </a:cubicBezTo>
                        <a:lnTo>
                          <a:pt x="151" y="1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5" name="Google Shape;2715;p53">
                    <a:extLst>
                      <a:ext uri="{FF2B5EF4-FFF2-40B4-BE49-F238E27FC236}">
                        <a16:creationId xmlns:a16="http://schemas.microsoft.com/office/drawing/2014/main" id="{04E68628-CC63-6725-213E-DF9BAFBCA551}"/>
                      </a:ext>
                    </a:extLst>
                  </p:cNvPr>
                  <p:cNvSpPr/>
                  <p:nvPr/>
                </p:nvSpPr>
                <p:spPr>
                  <a:xfrm>
                    <a:off x="4201469" y="1671925"/>
                    <a:ext cx="130075" cy="95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12" extrusionOk="0">
                        <a:moveTo>
                          <a:pt x="298" y="9"/>
                        </a:moveTo>
                        <a:lnTo>
                          <a:pt x="298" y="9"/>
                        </a:lnTo>
                        <a:cubicBezTo>
                          <a:pt x="276" y="3"/>
                          <a:pt x="252" y="0"/>
                          <a:pt x="229" y="0"/>
                        </a:cubicBezTo>
                        <a:cubicBezTo>
                          <a:pt x="210" y="0"/>
                          <a:pt x="192" y="2"/>
                          <a:pt x="174" y="5"/>
                        </a:cubicBezTo>
                        <a:cubicBezTo>
                          <a:pt x="135" y="14"/>
                          <a:pt x="84" y="0"/>
                          <a:pt x="48" y="18"/>
                        </a:cubicBezTo>
                        <a:cubicBezTo>
                          <a:pt x="0" y="41"/>
                          <a:pt x="23" y="83"/>
                          <a:pt x="64" y="94"/>
                        </a:cubicBezTo>
                        <a:cubicBezTo>
                          <a:pt x="115" y="107"/>
                          <a:pt x="172" y="100"/>
                          <a:pt x="222" y="115"/>
                        </a:cubicBezTo>
                        <a:cubicBezTo>
                          <a:pt x="258" y="126"/>
                          <a:pt x="281" y="143"/>
                          <a:pt x="271" y="182"/>
                        </a:cubicBezTo>
                        <a:cubicBezTo>
                          <a:pt x="264" y="209"/>
                          <a:pt x="215" y="242"/>
                          <a:pt x="215" y="264"/>
                        </a:cubicBezTo>
                        <a:cubicBezTo>
                          <a:pt x="214" y="311"/>
                          <a:pt x="313" y="272"/>
                          <a:pt x="332" y="263"/>
                        </a:cubicBezTo>
                        <a:cubicBezTo>
                          <a:pt x="369" y="245"/>
                          <a:pt x="407" y="210"/>
                          <a:pt x="413" y="166"/>
                        </a:cubicBezTo>
                        <a:cubicBezTo>
                          <a:pt x="425" y="79"/>
                          <a:pt x="368" y="29"/>
                          <a:pt x="298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6" name="Google Shape;2716;p53">
                    <a:extLst>
                      <a:ext uri="{FF2B5EF4-FFF2-40B4-BE49-F238E27FC236}">
                        <a16:creationId xmlns:a16="http://schemas.microsoft.com/office/drawing/2014/main" id="{EE771B8B-553C-A002-58B4-B38353070BE2}"/>
                      </a:ext>
                    </a:extLst>
                  </p:cNvPr>
                  <p:cNvSpPr/>
                  <p:nvPr/>
                </p:nvSpPr>
                <p:spPr>
                  <a:xfrm>
                    <a:off x="4055517" y="1605056"/>
                    <a:ext cx="131907" cy="61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" h="201" extrusionOk="0">
                        <a:moveTo>
                          <a:pt x="217" y="41"/>
                        </a:moveTo>
                        <a:cubicBezTo>
                          <a:pt x="159" y="66"/>
                          <a:pt x="110" y="106"/>
                          <a:pt x="54" y="135"/>
                        </a:cubicBezTo>
                        <a:cubicBezTo>
                          <a:pt x="42" y="141"/>
                          <a:pt x="0" y="158"/>
                          <a:pt x="7" y="177"/>
                        </a:cubicBezTo>
                        <a:cubicBezTo>
                          <a:pt x="16" y="200"/>
                          <a:pt x="85" y="171"/>
                          <a:pt x="100" y="166"/>
                        </a:cubicBezTo>
                        <a:cubicBezTo>
                          <a:pt x="157" y="148"/>
                          <a:pt x="210" y="125"/>
                          <a:pt x="267" y="111"/>
                        </a:cubicBezTo>
                        <a:cubicBezTo>
                          <a:pt x="302" y="103"/>
                          <a:pt x="340" y="93"/>
                          <a:pt x="372" y="78"/>
                        </a:cubicBezTo>
                        <a:cubicBezTo>
                          <a:pt x="390" y="69"/>
                          <a:pt x="431" y="33"/>
                          <a:pt x="411" y="29"/>
                        </a:cubicBezTo>
                        <a:cubicBezTo>
                          <a:pt x="358" y="0"/>
                          <a:pt x="270" y="18"/>
                          <a:pt x="217" y="4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7" name="Google Shape;2717;p53">
                    <a:extLst>
                      <a:ext uri="{FF2B5EF4-FFF2-40B4-BE49-F238E27FC236}">
                        <a16:creationId xmlns:a16="http://schemas.microsoft.com/office/drawing/2014/main" id="{CC65218D-AE76-AD63-0C1D-C63CD137B71C}"/>
                      </a:ext>
                    </a:extLst>
                  </p:cNvPr>
                  <p:cNvSpPr/>
                  <p:nvPr/>
                </p:nvSpPr>
                <p:spPr>
                  <a:xfrm>
                    <a:off x="3825901" y="1670398"/>
                    <a:ext cx="211601" cy="116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" h="381" extrusionOk="0">
                        <a:moveTo>
                          <a:pt x="36" y="287"/>
                        </a:moveTo>
                        <a:cubicBezTo>
                          <a:pt x="0" y="369"/>
                          <a:pt x="119" y="380"/>
                          <a:pt x="167" y="369"/>
                        </a:cubicBezTo>
                        <a:cubicBezTo>
                          <a:pt x="241" y="352"/>
                          <a:pt x="306" y="328"/>
                          <a:pt x="366" y="281"/>
                        </a:cubicBezTo>
                        <a:cubicBezTo>
                          <a:pt x="414" y="244"/>
                          <a:pt x="453" y="198"/>
                          <a:pt x="504" y="162"/>
                        </a:cubicBezTo>
                        <a:cubicBezTo>
                          <a:pt x="548" y="130"/>
                          <a:pt x="592" y="99"/>
                          <a:pt x="638" y="71"/>
                        </a:cubicBezTo>
                        <a:cubicBezTo>
                          <a:pt x="652" y="63"/>
                          <a:pt x="683" y="49"/>
                          <a:pt x="686" y="32"/>
                        </a:cubicBezTo>
                        <a:cubicBezTo>
                          <a:pt x="692" y="0"/>
                          <a:pt x="655" y="2"/>
                          <a:pt x="668" y="9"/>
                        </a:cubicBezTo>
                        <a:cubicBezTo>
                          <a:pt x="502" y="82"/>
                          <a:pt x="351" y="183"/>
                          <a:pt x="173" y="222"/>
                        </a:cubicBezTo>
                        <a:cubicBezTo>
                          <a:pt x="135" y="230"/>
                          <a:pt x="53" y="249"/>
                          <a:pt x="36" y="28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8" name="Google Shape;2718;p53">
                    <a:extLst>
                      <a:ext uri="{FF2B5EF4-FFF2-40B4-BE49-F238E27FC236}">
                        <a16:creationId xmlns:a16="http://schemas.microsoft.com/office/drawing/2014/main" id="{83F0B3EA-8B7C-9CFC-AE29-C934678DFC11}"/>
                      </a:ext>
                    </a:extLst>
                  </p:cNvPr>
                  <p:cNvSpPr/>
                  <p:nvPr/>
                </p:nvSpPr>
                <p:spPr>
                  <a:xfrm>
                    <a:off x="3716284" y="1586431"/>
                    <a:ext cx="104121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" h="192" extrusionOk="0">
                        <a:moveTo>
                          <a:pt x="123" y="176"/>
                        </a:moveTo>
                        <a:cubicBezTo>
                          <a:pt x="172" y="156"/>
                          <a:pt x="222" y="133"/>
                          <a:pt x="271" y="113"/>
                        </a:cubicBezTo>
                        <a:cubicBezTo>
                          <a:pt x="288" y="106"/>
                          <a:pt x="328" y="87"/>
                          <a:pt x="333" y="67"/>
                        </a:cubicBezTo>
                        <a:cubicBezTo>
                          <a:pt x="340" y="45"/>
                          <a:pt x="321" y="30"/>
                          <a:pt x="312" y="28"/>
                        </a:cubicBezTo>
                        <a:cubicBezTo>
                          <a:pt x="237" y="0"/>
                          <a:pt x="37" y="35"/>
                          <a:pt x="14" y="130"/>
                        </a:cubicBezTo>
                        <a:cubicBezTo>
                          <a:pt x="0" y="191"/>
                          <a:pt x="86" y="191"/>
                          <a:pt x="123" y="1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9" name="Google Shape;2719;p53">
                    <a:extLst>
                      <a:ext uri="{FF2B5EF4-FFF2-40B4-BE49-F238E27FC236}">
                        <a16:creationId xmlns:a16="http://schemas.microsoft.com/office/drawing/2014/main" id="{EBB63000-C062-C365-1E3E-AFBA470816B1}"/>
                      </a:ext>
                    </a:extLst>
                  </p:cNvPr>
                  <p:cNvSpPr/>
                  <p:nvPr/>
                </p:nvSpPr>
                <p:spPr>
                  <a:xfrm>
                    <a:off x="3853382" y="1563225"/>
                    <a:ext cx="114808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" h="343" extrusionOk="0">
                        <a:moveTo>
                          <a:pt x="78" y="334"/>
                        </a:moveTo>
                        <a:cubicBezTo>
                          <a:pt x="128" y="323"/>
                          <a:pt x="171" y="289"/>
                          <a:pt x="216" y="266"/>
                        </a:cubicBezTo>
                        <a:cubicBezTo>
                          <a:pt x="268" y="240"/>
                          <a:pt x="375" y="213"/>
                          <a:pt x="371" y="143"/>
                        </a:cubicBezTo>
                        <a:cubicBezTo>
                          <a:pt x="370" y="125"/>
                          <a:pt x="371" y="17"/>
                          <a:pt x="356" y="4"/>
                        </a:cubicBezTo>
                        <a:lnTo>
                          <a:pt x="356" y="4"/>
                        </a:lnTo>
                        <a:cubicBezTo>
                          <a:pt x="355" y="4"/>
                          <a:pt x="354" y="3"/>
                          <a:pt x="353" y="2"/>
                        </a:cubicBezTo>
                        <a:cubicBezTo>
                          <a:pt x="350" y="0"/>
                          <a:pt x="346" y="0"/>
                          <a:pt x="343" y="0"/>
                        </a:cubicBezTo>
                        <a:cubicBezTo>
                          <a:pt x="339" y="0"/>
                          <a:pt x="336" y="0"/>
                          <a:pt x="333" y="2"/>
                        </a:cubicBezTo>
                        <a:lnTo>
                          <a:pt x="332" y="3"/>
                        </a:lnTo>
                        <a:cubicBezTo>
                          <a:pt x="300" y="21"/>
                          <a:pt x="266" y="99"/>
                          <a:pt x="259" y="115"/>
                        </a:cubicBezTo>
                        <a:cubicBezTo>
                          <a:pt x="244" y="147"/>
                          <a:pt x="228" y="165"/>
                          <a:pt x="201" y="189"/>
                        </a:cubicBezTo>
                        <a:cubicBezTo>
                          <a:pt x="152" y="233"/>
                          <a:pt x="90" y="257"/>
                          <a:pt x="41" y="299"/>
                        </a:cubicBezTo>
                        <a:cubicBezTo>
                          <a:pt x="0" y="335"/>
                          <a:pt x="37" y="342"/>
                          <a:pt x="78" y="3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0" name="Google Shape;2720;p53">
                    <a:extLst>
                      <a:ext uri="{FF2B5EF4-FFF2-40B4-BE49-F238E27FC236}">
                        <a16:creationId xmlns:a16="http://schemas.microsoft.com/office/drawing/2014/main" id="{EB9F5C5B-DFA5-0670-8594-9E5BC85B130B}"/>
                      </a:ext>
                    </a:extLst>
                  </p:cNvPr>
                  <p:cNvSpPr/>
                  <p:nvPr/>
                </p:nvSpPr>
                <p:spPr>
                  <a:xfrm>
                    <a:off x="3730024" y="1651773"/>
                    <a:ext cx="126716" cy="35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" h="115" extrusionOk="0">
                        <a:moveTo>
                          <a:pt x="205" y="39"/>
                        </a:moveTo>
                        <a:cubicBezTo>
                          <a:pt x="166" y="28"/>
                          <a:pt x="125" y="0"/>
                          <a:pt x="83" y="1"/>
                        </a:cubicBezTo>
                        <a:cubicBezTo>
                          <a:pt x="0" y="2"/>
                          <a:pt x="83" y="74"/>
                          <a:pt x="117" y="89"/>
                        </a:cubicBezTo>
                        <a:cubicBezTo>
                          <a:pt x="177" y="114"/>
                          <a:pt x="251" y="110"/>
                          <a:pt x="314" y="96"/>
                        </a:cubicBezTo>
                        <a:cubicBezTo>
                          <a:pt x="332" y="92"/>
                          <a:pt x="380" y="86"/>
                          <a:pt x="393" y="71"/>
                        </a:cubicBezTo>
                        <a:cubicBezTo>
                          <a:pt x="414" y="43"/>
                          <a:pt x="381" y="41"/>
                          <a:pt x="362" y="44"/>
                        </a:cubicBezTo>
                        <a:cubicBezTo>
                          <a:pt x="305" y="41"/>
                          <a:pt x="263" y="57"/>
                          <a:pt x="205" y="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1" name="Google Shape;2721;p53">
                    <a:extLst>
                      <a:ext uri="{FF2B5EF4-FFF2-40B4-BE49-F238E27FC236}">
                        <a16:creationId xmlns:a16="http://schemas.microsoft.com/office/drawing/2014/main" id="{DE044B58-30A1-C3A7-00D2-3101FD878C60}"/>
                      </a:ext>
                    </a:extLst>
                  </p:cNvPr>
                  <p:cNvSpPr/>
                  <p:nvPr/>
                </p:nvSpPr>
                <p:spPr>
                  <a:xfrm>
                    <a:off x="4010632" y="1507348"/>
                    <a:ext cx="178929" cy="48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6" h="159" extrusionOk="0">
                        <a:moveTo>
                          <a:pt x="146" y="156"/>
                        </a:moveTo>
                        <a:cubicBezTo>
                          <a:pt x="243" y="158"/>
                          <a:pt x="328" y="109"/>
                          <a:pt x="420" y="87"/>
                        </a:cubicBezTo>
                        <a:cubicBezTo>
                          <a:pt x="452" y="80"/>
                          <a:pt x="520" y="83"/>
                          <a:pt x="545" y="58"/>
                        </a:cubicBezTo>
                        <a:cubicBezTo>
                          <a:pt x="585" y="18"/>
                          <a:pt x="501" y="0"/>
                          <a:pt x="496" y="9"/>
                        </a:cubicBezTo>
                        <a:cubicBezTo>
                          <a:pt x="418" y="43"/>
                          <a:pt x="355" y="83"/>
                          <a:pt x="269" y="87"/>
                        </a:cubicBezTo>
                        <a:cubicBezTo>
                          <a:pt x="200" y="91"/>
                          <a:pt x="139" y="64"/>
                          <a:pt x="71" y="63"/>
                        </a:cubicBezTo>
                        <a:cubicBezTo>
                          <a:pt x="39" y="62"/>
                          <a:pt x="0" y="66"/>
                          <a:pt x="21" y="107"/>
                        </a:cubicBezTo>
                        <a:cubicBezTo>
                          <a:pt x="42" y="148"/>
                          <a:pt x="104" y="155"/>
                          <a:pt x="146" y="15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2" name="Google Shape;2722;p53">
                    <a:extLst>
                      <a:ext uri="{FF2B5EF4-FFF2-40B4-BE49-F238E27FC236}">
                        <a16:creationId xmlns:a16="http://schemas.microsoft.com/office/drawing/2014/main" id="{52BD6397-CFD7-B9ED-2266-B9A690448F36}"/>
                      </a:ext>
                    </a:extLst>
                  </p:cNvPr>
                  <p:cNvSpPr/>
                  <p:nvPr/>
                </p:nvSpPr>
                <p:spPr>
                  <a:xfrm>
                    <a:off x="4178874" y="1496051"/>
                    <a:ext cx="156639" cy="40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" h="132" extrusionOk="0">
                        <a:moveTo>
                          <a:pt x="183" y="115"/>
                        </a:moveTo>
                        <a:cubicBezTo>
                          <a:pt x="258" y="131"/>
                          <a:pt x="319" y="120"/>
                          <a:pt x="390" y="95"/>
                        </a:cubicBezTo>
                        <a:cubicBezTo>
                          <a:pt x="422" y="84"/>
                          <a:pt x="451" y="80"/>
                          <a:pt x="482" y="71"/>
                        </a:cubicBezTo>
                        <a:cubicBezTo>
                          <a:pt x="495" y="68"/>
                          <a:pt x="512" y="74"/>
                          <a:pt x="512" y="55"/>
                        </a:cubicBezTo>
                        <a:cubicBezTo>
                          <a:pt x="511" y="37"/>
                          <a:pt x="491" y="37"/>
                          <a:pt x="489" y="45"/>
                        </a:cubicBezTo>
                        <a:cubicBezTo>
                          <a:pt x="452" y="45"/>
                          <a:pt x="417" y="64"/>
                          <a:pt x="380" y="65"/>
                        </a:cubicBezTo>
                        <a:cubicBezTo>
                          <a:pt x="338" y="67"/>
                          <a:pt x="291" y="56"/>
                          <a:pt x="250" y="48"/>
                        </a:cubicBezTo>
                        <a:cubicBezTo>
                          <a:pt x="204" y="39"/>
                          <a:pt x="107" y="0"/>
                          <a:pt x="66" y="32"/>
                        </a:cubicBezTo>
                        <a:cubicBezTo>
                          <a:pt x="0" y="83"/>
                          <a:pt x="153" y="109"/>
                          <a:pt x="183" y="11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3" name="Google Shape;2723;p53">
                    <a:extLst>
                      <a:ext uri="{FF2B5EF4-FFF2-40B4-BE49-F238E27FC236}">
                        <a16:creationId xmlns:a16="http://schemas.microsoft.com/office/drawing/2014/main" id="{8DB54A2B-595A-36E2-BBB9-F7592524F5BA}"/>
                      </a:ext>
                    </a:extLst>
                  </p:cNvPr>
                  <p:cNvSpPr/>
                  <p:nvPr/>
                </p:nvSpPr>
                <p:spPr>
                  <a:xfrm>
                    <a:off x="4384979" y="1503073"/>
                    <a:ext cx="48549" cy="58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191" extrusionOk="0">
                        <a:moveTo>
                          <a:pt x="116" y="113"/>
                        </a:moveTo>
                        <a:cubicBezTo>
                          <a:pt x="133" y="91"/>
                          <a:pt x="158" y="54"/>
                          <a:pt x="119" y="22"/>
                        </a:cubicBezTo>
                        <a:cubicBezTo>
                          <a:pt x="71" y="0"/>
                          <a:pt x="50" y="23"/>
                          <a:pt x="34" y="65"/>
                        </a:cubicBezTo>
                        <a:cubicBezTo>
                          <a:pt x="26" y="85"/>
                          <a:pt x="0" y="132"/>
                          <a:pt x="14" y="153"/>
                        </a:cubicBezTo>
                        <a:cubicBezTo>
                          <a:pt x="38" y="190"/>
                          <a:pt x="100" y="133"/>
                          <a:pt x="116" y="1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4" name="Google Shape;2724;p53">
                    <a:extLst>
                      <a:ext uri="{FF2B5EF4-FFF2-40B4-BE49-F238E27FC236}">
                        <a16:creationId xmlns:a16="http://schemas.microsoft.com/office/drawing/2014/main" id="{DA15CE68-47C6-F56F-A6BA-D3BA612D0B3E}"/>
                      </a:ext>
                    </a:extLst>
                  </p:cNvPr>
                  <p:cNvSpPr/>
                  <p:nvPr/>
                </p:nvSpPr>
                <p:spPr>
                  <a:xfrm>
                    <a:off x="4355666" y="1588873"/>
                    <a:ext cx="36946" cy="48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58" extrusionOk="0">
                        <a:moveTo>
                          <a:pt x="64" y="136"/>
                        </a:moveTo>
                        <a:cubicBezTo>
                          <a:pt x="91" y="157"/>
                          <a:pt x="120" y="118"/>
                          <a:pt x="118" y="92"/>
                        </a:cubicBezTo>
                        <a:cubicBezTo>
                          <a:pt x="117" y="67"/>
                          <a:pt x="89" y="42"/>
                          <a:pt x="69" y="30"/>
                        </a:cubicBezTo>
                        <a:cubicBezTo>
                          <a:pt x="63" y="26"/>
                          <a:pt x="7" y="0"/>
                          <a:pt x="5" y="14"/>
                        </a:cubicBezTo>
                        <a:cubicBezTo>
                          <a:pt x="0" y="52"/>
                          <a:pt x="21" y="56"/>
                          <a:pt x="40" y="83"/>
                        </a:cubicBezTo>
                        <a:cubicBezTo>
                          <a:pt x="50" y="96"/>
                          <a:pt x="52" y="127"/>
                          <a:pt x="64" y="1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5" name="Google Shape;2725;p53">
                    <a:extLst>
                      <a:ext uri="{FF2B5EF4-FFF2-40B4-BE49-F238E27FC236}">
                        <a16:creationId xmlns:a16="http://schemas.microsoft.com/office/drawing/2014/main" id="{76592ED3-C275-E3EF-6C48-E412B5F0F0F3}"/>
                      </a:ext>
                    </a:extLst>
                  </p:cNvPr>
                  <p:cNvSpPr/>
                  <p:nvPr/>
                </p:nvSpPr>
                <p:spPr>
                  <a:xfrm>
                    <a:off x="4468947" y="1514066"/>
                    <a:ext cx="208242" cy="92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" h="302" extrusionOk="0">
                        <a:moveTo>
                          <a:pt x="126" y="226"/>
                        </a:moveTo>
                        <a:cubicBezTo>
                          <a:pt x="179" y="184"/>
                          <a:pt x="230" y="157"/>
                          <a:pt x="292" y="131"/>
                        </a:cubicBezTo>
                        <a:cubicBezTo>
                          <a:pt x="335" y="114"/>
                          <a:pt x="381" y="97"/>
                          <a:pt x="430" y="101"/>
                        </a:cubicBezTo>
                        <a:cubicBezTo>
                          <a:pt x="477" y="106"/>
                          <a:pt x="521" y="121"/>
                          <a:pt x="569" y="121"/>
                        </a:cubicBezTo>
                        <a:cubicBezTo>
                          <a:pt x="681" y="121"/>
                          <a:pt x="603" y="15"/>
                          <a:pt x="536" y="6"/>
                        </a:cubicBezTo>
                        <a:lnTo>
                          <a:pt x="535" y="6"/>
                        </a:lnTo>
                        <a:cubicBezTo>
                          <a:pt x="478" y="0"/>
                          <a:pt x="414" y="33"/>
                          <a:pt x="367" y="60"/>
                        </a:cubicBezTo>
                        <a:cubicBezTo>
                          <a:pt x="322" y="86"/>
                          <a:pt x="278" y="107"/>
                          <a:pt x="227" y="118"/>
                        </a:cubicBezTo>
                        <a:cubicBezTo>
                          <a:pt x="168" y="132"/>
                          <a:pt x="29" y="152"/>
                          <a:pt x="14" y="227"/>
                        </a:cubicBezTo>
                        <a:cubicBezTo>
                          <a:pt x="0" y="301"/>
                          <a:pt x="100" y="246"/>
                          <a:pt x="126" y="2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6" name="Google Shape;2726;p53">
                    <a:extLst>
                      <a:ext uri="{FF2B5EF4-FFF2-40B4-BE49-F238E27FC236}">
                        <a16:creationId xmlns:a16="http://schemas.microsoft.com/office/drawing/2014/main" id="{B6E0A313-9954-14A7-F5F0-DA8107513F2B}"/>
                      </a:ext>
                    </a:extLst>
                  </p:cNvPr>
                  <p:cNvSpPr/>
                  <p:nvPr/>
                </p:nvSpPr>
                <p:spPr>
                  <a:xfrm>
                    <a:off x="4411848" y="1606888"/>
                    <a:ext cx="69618" cy="66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" h="217" extrusionOk="0">
                        <a:moveTo>
                          <a:pt x="50" y="213"/>
                        </a:moveTo>
                        <a:cubicBezTo>
                          <a:pt x="77" y="216"/>
                          <a:pt x="149" y="108"/>
                          <a:pt x="166" y="89"/>
                        </a:cubicBezTo>
                        <a:cubicBezTo>
                          <a:pt x="182" y="71"/>
                          <a:pt x="227" y="13"/>
                          <a:pt x="168" y="0"/>
                        </a:cubicBezTo>
                        <a:cubicBezTo>
                          <a:pt x="122" y="11"/>
                          <a:pt x="0" y="207"/>
                          <a:pt x="50" y="21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7" name="Google Shape;2727;p53">
                    <a:extLst>
                      <a:ext uri="{FF2B5EF4-FFF2-40B4-BE49-F238E27FC236}">
                        <a16:creationId xmlns:a16="http://schemas.microsoft.com/office/drawing/2014/main" id="{380F0E92-2227-7766-AF5A-72140271B24D}"/>
                      </a:ext>
                    </a:extLst>
                  </p:cNvPr>
                  <p:cNvSpPr/>
                  <p:nvPr/>
                </p:nvSpPr>
                <p:spPr>
                  <a:xfrm>
                    <a:off x="4411238" y="1674978"/>
                    <a:ext cx="123357" cy="69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228" extrusionOk="0">
                        <a:moveTo>
                          <a:pt x="279" y="0"/>
                        </a:moveTo>
                        <a:cubicBezTo>
                          <a:pt x="221" y="1"/>
                          <a:pt x="138" y="43"/>
                          <a:pt x="95" y="81"/>
                        </a:cubicBezTo>
                        <a:cubicBezTo>
                          <a:pt x="75" y="99"/>
                          <a:pt x="0" y="198"/>
                          <a:pt x="46" y="217"/>
                        </a:cubicBezTo>
                        <a:cubicBezTo>
                          <a:pt x="72" y="227"/>
                          <a:pt x="132" y="167"/>
                          <a:pt x="152" y="154"/>
                        </a:cubicBezTo>
                        <a:lnTo>
                          <a:pt x="152" y="154"/>
                        </a:lnTo>
                        <a:cubicBezTo>
                          <a:pt x="156" y="151"/>
                          <a:pt x="160" y="149"/>
                          <a:pt x="165" y="146"/>
                        </a:cubicBezTo>
                        <a:cubicBezTo>
                          <a:pt x="191" y="131"/>
                          <a:pt x="219" y="120"/>
                          <a:pt x="249" y="115"/>
                        </a:cubicBezTo>
                        <a:cubicBezTo>
                          <a:pt x="287" y="108"/>
                          <a:pt x="403" y="139"/>
                          <a:pt x="403" y="82"/>
                        </a:cubicBezTo>
                        <a:cubicBezTo>
                          <a:pt x="403" y="18"/>
                          <a:pt x="318" y="7"/>
                          <a:pt x="2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8" name="Google Shape;2728;p53">
                    <a:extLst>
                      <a:ext uri="{FF2B5EF4-FFF2-40B4-BE49-F238E27FC236}">
                        <a16:creationId xmlns:a16="http://schemas.microsoft.com/office/drawing/2014/main" id="{9C9C0517-7900-4E78-9BBF-146B97D24CB4}"/>
                      </a:ext>
                    </a:extLst>
                  </p:cNvPr>
                  <p:cNvSpPr/>
                  <p:nvPr/>
                </p:nvSpPr>
                <p:spPr>
                  <a:xfrm>
                    <a:off x="4544061" y="1696657"/>
                    <a:ext cx="100457" cy="24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81" extrusionOk="0">
                        <a:moveTo>
                          <a:pt x="315" y="31"/>
                        </a:moveTo>
                        <a:cubicBezTo>
                          <a:pt x="270" y="33"/>
                          <a:pt x="221" y="25"/>
                          <a:pt x="176" y="21"/>
                        </a:cubicBezTo>
                        <a:cubicBezTo>
                          <a:pt x="142" y="18"/>
                          <a:pt x="87" y="0"/>
                          <a:pt x="55" y="8"/>
                        </a:cubicBezTo>
                        <a:cubicBezTo>
                          <a:pt x="0" y="20"/>
                          <a:pt x="54" y="47"/>
                          <a:pt x="80" y="52"/>
                        </a:cubicBezTo>
                        <a:cubicBezTo>
                          <a:pt x="119" y="60"/>
                          <a:pt x="161" y="62"/>
                          <a:pt x="201" y="67"/>
                        </a:cubicBezTo>
                        <a:cubicBezTo>
                          <a:pt x="233" y="70"/>
                          <a:pt x="308" y="80"/>
                          <a:pt x="328" y="47"/>
                        </a:cubicBezTo>
                        <a:cubicBezTo>
                          <a:pt x="322" y="39"/>
                          <a:pt x="312" y="34"/>
                          <a:pt x="315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9" name="Google Shape;2729;p53">
                    <a:extLst>
                      <a:ext uri="{FF2B5EF4-FFF2-40B4-BE49-F238E27FC236}">
                        <a16:creationId xmlns:a16="http://schemas.microsoft.com/office/drawing/2014/main" id="{E61C53D0-F80D-760E-ADE0-3B00DE7C130B}"/>
                      </a:ext>
                    </a:extLst>
                  </p:cNvPr>
                  <p:cNvSpPr/>
                  <p:nvPr/>
                </p:nvSpPr>
                <p:spPr>
                  <a:xfrm>
                    <a:off x="4680853" y="1728718"/>
                    <a:ext cx="50992" cy="63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208" extrusionOk="0">
                        <a:moveTo>
                          <a:pt x="73" y="11"/>
                        </a:moveTo>
                        <a:cubicBezTo>
                          <a:pt x="34" y="0"/>
                          <a:pt x="0" y="19"/>
                          <a:pt x="1" y="62"/>
                        </a:cubicBezTo>
                        <a:cubicBezTo>
                          <a:pt x="2" y="97"/>
                          <a:pt x="43" y="116"/>
                          <a:pt x="68" y="138"/>
                        </a:cubicBezTo>
                        <a:cubicBezTo>
                          <a:pt x="84" y="153"/>
                          <a:pt x="108" y="207"/>
                          <a:pt x="129" y="199"/>
                        </a:cubicBezTo>
                        <a:cubicBezTo>
                          <a:pt x="166" y="185"/>
                          <a:pt x="137" y="108"/>
                          <a:pt x="127" y="87"/>
                        </a:cubicBezTo>
                        <a:lnTo>
                          <a:pt x="127" y="87"/>
                        </a:lnTo>
                        <a:cubicBezTo>
                          <a:pt x="124" y="79"/>
                          <a:pt x="120" y="71"/>
                          <a:pt x="116" y="64"/>
                        </a:cubicBezTo>
                        <a:cubicBezTo>
                          <a:pt x="105" y="44"/>
                          <a:pt x="90" y="26"/>
                          <a:pt x="73" y="1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0" name="Google Shape;2730;p53">
                    <a:extLst>
                      <a:ext uri="{FF2B5EF4-FFF2-40B4-BE49-F238E27FC236}">
                        <a16:creationId xmlns:a16="http://schemas.microsoft.com/office/drawing/2014/main" id="{57E5F111-B947-DF50-8BE1-561CEEAA605D}"/>
                      </a:ext>
                    </a:extLst>
                  </p:cNvPr>
                  <p:cNvSpPr/>
                  <p:nvPr/>
                </p:nvSpPr>
                <p:spPr>
                  <a:xfrm>
                    <a:off x="4570931" y="1599865"/>
                    <a:ext cx="152059" cy="412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" h="135" extrusionOk="0">
                        <a:moveTo>
                          <a:pt x="60" y="27"/>
                        </a:moveTo>
                        <a:cubicBezTo>
                          <a:pt x="0" y="97"/>
                          <a:pt x="160" y="106"/>
                          <a:pt x="189" y="109"/>
                        </a:cubicBezTo>
                        <a:cubicBezTo>
                          <a:pt x="256" y="115"/>
                          <a:pt x="333" y="134"/>
                          <a:pt x="401" y="125"/>
                        </a:cubicBezTo>
                        <a:cubicBezTo>
                          <a:pt x="427" y="122"/>
                          <a:pt x="461" y="106"/>
                          <a:pt x="476" y="82"/>
                        </a:cubicBezTo>
                        <a:cubicBezTo>
                          <a:pt x="488" y="64"/>
                          <a:pt x="497" y="19"/>
                          <a:pt x="466" y="17"/>
                        </a:cubicBezTo>
                        <a:cubicBezTo>
                          <a:pt x="378" y="24"/>
                          <a:pt x="293" y="38"/>
                          <a:pt x="204" y="24"/>
                        </a:cubicBezTo>
                        <a:cubicBezTo>
                          <a:pt x="173" y="19"/>
                          <a:pt x="84" y="0"/>
                          <a:pt x="60" y="2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1" name="Google Shape;2731;p53">
                    <a:extLst>
                      <a:ext uri="{FF2B5EF4-FFF2-40B4-BE49-F238E27FC236}">
                        <a16:creationId xmlns:a16="http://schemas.microsoft.com/office/drawing/2014/main" id="{C20BBC66-5621-7C60-330A-2B3B7D5C721A}"/>
                      </a:ext>
                    </a:extLst>
                  </p:cNvPr>
                  <p:cNvSpPr/>
                  <p:nvPr/>
                </p:nvSpPr>
                <p:spPr>
                  <a:xfrm>
                    <a:off x="4721768" y="1570248"/>
                    <a:ext cx="157861" cy="52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171" extrusionOk="0">
                        <a:moveTo>
                          <a:pt x="72" y="104"/>
                        </a:moveTo>
                        <a:cubicBezTo>
                          <a:pt x="113" y="113"/>
                          <a:pt x="172" y="75"/>
                          <a:pt x="214" y="71"/>
                        </a:cubicBezTo>
                        <a:lnTo>
                          <a:pt x="214" y="71"/>
                        </a:lnTo>
                        <a:cubicBezTo>
                          <a:pt x="225" y="70"/>
                          <a:pt x="237" y="69"/>
                          <a:pt x="248" y="69"/>
                        </a:cubicBezTo>
                        <a:cubicBezTo>
                          <a:pt x="273" y="69"/>
                          <a:pt x="297" y="72"/>
                          <a:pt x="321" y="78"/>
                        </a:cubicBezTo>
                        <a:cubicBezTo>
                          <a:pt x="351" y="85"/>
                          <a:pt x="381" y="94"/>
                          <a:pt x="405" y="114"/>
                        </a:cubicBezTo>
                        <a:cubicBezTo>
                          <a:pt x="424" y="130"/>
                          <a:pt x="445" y="170"/>
                          <a:pt x="474" y="170"/>
                        </a:cubicBezTo>
                        <a:cubicBezTo>
                          <a:pt x="516" y="168"/>
                          <a:pt x="493" y="115"/>
                          <a:pt x="476" y="94"/>
                        </a:cubicBezTo>
                        <a:cubicBezTo>
                          <a:pt x="451" y="64"/>
                          <a:pt x="424" y="52"/>
                          <a:pt x="405" y="38"/>
                        </a:cubicBezTo>
                        <a:cubicBezTo>
                          <a:pt x="341" y="0"/>
                          <a:pt x="249" y="3"/>
                          <a:pt x="178" y="22"/>
                        </a:cubicBezTo>
                        <a:cubicBezTo>
                          <a:pt x="155" y="29"/>
                          <a:pt x="0" y="88"/>
                          <a:pt x="72" y="1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2" name="Google Shape;2732;p53">
                    <a:extLst>
                      <a:ext uri="{FF2B5EF4-FFF2-40B4-BE49-F238E27FC236}">
                        <a16:creationId xmlns:a16="http://schemas.microsoft.com/office/drawing/2014/main" id="{758CCC9E-D444-D0AF-B3EC-CE145663B025}"/>
                      </a:ext>
                    </a:extLst>
                  </p:cNvPr>
                  <p:cNvSpPr/>
                  <p:nvPr/>
                </p:nvSpPr>
                <p:spPr>
                  <a:xfrm>
                    <a:off x="4765432" y="1649635"/>
                    <a:ext cx="99846" cy="11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" h="375" extrusionOk="0">
                        <a:moveTo>
                          <a:pt x="96" y="369"/>
                        </a:moveTo>
                        <a:cubicBezTo>
                          <a:pt x="168" y="360"/>
                          <a:pt x="153" y="218"/>
                          <a:pt x="185" y="173"/>
                        </a:cubicBezTo>
                        <a:cubicBezTo>
                          <a:pt x="198" y="155"/>
                          <a:pt x="326" y="34"/>
                          <a:pt x="255" y="31"/>
                        </a:cubicBezTo>
                        <a:cubicBezTo>
                          <a:pt x="201" y="19"/>
                          <a:pt x="67" y="0"/>
                          <a:pt x="33" y="60"/>
                        </a:cubicBezTo>
                        <a:cubicBezTo>
                          <a:pt x="0" y="119"/>
                          <a:pt x="75" y="168"/>
                          <a:pt x="85" y="220"/>
                        </a:cubicBezTo>
                        <a:cubicBezTo>
                          <a:pt x="91" y="248"/>
                          <a:pt x="92" y="278"/>
                          <a:pt x="85" y="306"/>
                        </a:cubicBezTo>
                        <a:cubicBezTo>
                          <a:pt x="79" y="328"/>
                          <a:pt x="53" y="374"/>
                          <a:pt x="96" y="36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3" name="Google Shape;2733;p53">
                    <a:extLst>
                      <a:ext uri="{FF2B5EF4-FFF2-40B4-BE49-F238E27FC236}">
                        <a16:creationId xmlns:a16="http://schemas.microsoft.com/office/drawing/2014/main" id="{BF0DA809-F72B-19C9-552F-8BA5806D42E6}"/>
                      </a:ext>
                    </a:extLst>
                  </p:cNvPr>
                  <p:cNvSpPr/>
                  <p:nvPr/>
                </p:nvSpPr>
                <p:spPr>
                  <a:xfrm>
                    <a:off x="4723906" y="1782152"/>
                    <a:ext cx="76335" cy="76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" h="252" extrusionOk="0">
                        <a:moveTo>
                          <a:pt x="100" y="134"/>
                        </a:moveTo>
                        <a:cubicBezTo>
                          <a:pt x="121" y="113"/>
                          <a:pt x="249" y="59"/>
                          <a:pt x="210" y="7"/>
                        </a:cubicBezTo>
                        <a:lnTo>
                          <a:pt x="210" y="7"/>
                        </a:lnTo>
                        <a:cubicBezTo>
                          <a:pt x="209" y="5"/>
                          <a:pt x="208" y="4"/>
                          <a:pt x="206" y="3"/>
                        </a:cubicBezTo>
                        <a:cubicBezTo>
                          <a:pt x="204" y="1"/>
                          <a:pt x="201" y="1"/>
                          <a:pt x="198" y="1"/>
                        </a:cubicBezTo>
                        <a:lnTo>
                          <a:pt x="198" y="1"/>
                        </a:lnTo>
                        <a:cubicBezTo>
                          <a:pt x="165" y="0"/>
                          <a:pt x="96" y="68"/>
                          <a:pt x="78" y="80"/>
                        </a:cubicBezTo>
                        <a:cubicBezTo>
                          <a:pt x="44" y="103"/>
                          <a:pt x="0" y="126"/>
                          <a:pt x="8" y="175"/>
                        </a:cubicBezTo>
                        <a:cubicBezTo>
                          <a:pt x="20" y="251"/>
                          <a:pt x="80" y="154"/>
                          <a:pt x="100" y="1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4" name="Google Shape;2734;p53">
                    <a:extLst>
                      <a:ext uri="{FF2B5EF4-FFF2-40B4-BE49-F238E27FC236}">
                        <a16:creationId xmlns:a16="http://schemas.microsoft.com/office/drawing/2014/main" id="{3DE60AA5-2E3C-9E38-D801-A160A33F949E}"/>
                      </a:ext>
                    </a:extLst>
                  </p:cNvPr>
                  <p:cNvSpPr/>
                  <p:nvPr/>
                </p:nvSpPr>
                <p:spPr>
                  <a:xfrm>
                    <a:off x="4734287" y="1852990"/>
                    <a:ext cx="123357" cy="5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" h="164" extrusionOk="0">
                        <a:moveTo>
                          <a:pt x="29" y="10"/>
                        </a:moveTo>
                        <a:cubicBezTo>
                          <a:pt x="3" y="24"/>
                          <a:pt x="0" y="52"/>
                          <a:pt x="25" y="63"/>
                        </a:cubicBezTo>
                        <a:cubicBezTo>
                          <a:pt x="53" y="75"/>
                          <a:pt x="101" y="58"/>
                          <a:pt x="131" y="60"/>
                        </a:cubicBezTo>
                        <a:cubicBezTo>
                          <a:pt x="164" y="62"/>
                          <a:pt x="194" y="72"/>
                          <a:pt x="225" y="84"/>
                        </a:cubicBezTo>
                        <a:cubicBezTo>
                          <a:pt x="246" y="93"/>
                          <a:pt x="346" y="163"/>
                          <a:pt x="362" y="152"/>
                        </a:cubicBezTo>
                        <a:cubicBezTo>
                          <a:pt x="403" y="124"/>
                          <a:pt x="292" y="36"/>
                          <a:pt x="272" y="33"/>
                        </a:cubicBezTo>
                        <a:cubicBezTo>
                          <a:pt x="217" y="14"/>
                          <a:pt x="164" y="7"/>
                          <a:pt x="105" y="7"/>
                        </a:cubicBezTo>
                        <a:cubicBezTo>
                          <a:pt x="85" y="7"/>
                          <a:pt x="47" y="0"/>
                          <a:pt x="29" y="1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5" name="Google Shape;2735;p53">
                    <a:extLst>
                      <a:ext uri="{FF2B5EF4-FFF2-40B4-BE49-F238E27FC236}">
                        <a16:creationId xmlns:a16="http://schemas.microsoft.com/office/drawing/2014/main" id="{A94E9219-E8F6-3DDC-46E9-579D4622A445}"/>
                      </a:ext>
                    </a:extLst>
                  </p:cNvPr>
                  <p:cNvSpPr/>
                  <p:nvPr/>
                </p:nvSpPr>
                <p:spPr>
                  <a:xfrm>
                    <a:off x="4925125" y="1667040"/>
                    <a:ext cx="122136" cy="6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21" extrusionOk="0">
                        <a:moveTo>
                          <a:pt x="191" y="138"/>
                        </a:moveTo>
                        <a:cubicBezTo>
                          <a:pt x="248" y="149"/>
                          <a:pt x="297" y="220"/>
                          <a:pt x="355" y="216"/>
                        </a:cubicBezTo>
                        <a:cubicBezTo>
                          <a:pt x="385" y="215"/>
                          <a:pt x="399" y="193"/>
                          <a:pt x="398" y="164"/>
                        </a:cubicBezTo>
                        <a:cubicBezTo>
                          <a:pt x="396" y="133"/>
                          <a:pt x="374" y="125"/>
                          <a:pt x="365" y="95"/>
                        </a:cubicBezTo>
                        <a:cubicBezTo>
                          <a:pt x="296" y="56"/>
                          <a:pt x="260" y="0"/>
                          <a:pt x="172" y="3"/>
                        </a:cubicBezTo>
                        <a:cubicBezTo>
                          <a:pt x="119" y="6"/>
                          <a:pt x="14" y="47"/>
                          <a:pt x="7" y="107"/>
                        </a:cubicBezTo>
                        <a:cubicBezTo>
                          <a:pt x="0" y="176"/>
                          <a:pt x="147" y="129"/>
                          <a:pt x="191" y="1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6" name="Google Shape;2736;p53">
                    <a:extLst>
                      <a:ext uri="{FF2B5EF4-FFF2-40B4-BE49-F238E27FC236}">
                        <a16:creationId xmlns:a16="http://schemas.microsoft.com/office/drawing/2014/main" id="{5D76DD39-26DD-CCE4-4A34-A25DD12C726F}"/>
                      </a:ext>
                    </a:extLst>
                  </p:cNvPr>
                  <p:cNvSpPr/>
                  <p:nvPr/>
                </p:nvSpPr>
                <p:spPr>
                  <a:xfrm>
                    <a:off x="4955659" y="1757114"/>
                    <a:ext cx="173128" cy="11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64" extrusionOk="0">
                        <a:moveTo>
                          <a:pt x="18" y="274"/>
                        </a:moveTo>
                        <a:cubicBezTo>
                          <a:pt x="0" y="354"/>
                          <a:pt x="197" y="363"/>
                          <a:pt x="242" y="361"/>
                        </a:cubicBezTo>
                        <a:cubicBezTo>
                          <a:pt x="315" y="357"/>
                          <a:pt x="394" y="335"/>
                          <a:pt x="455" y="293"/>
                        </a:cubicBezTo>
                        <a:cubicBezTo>
                          <a:pt x="511" y="255"/>
                          <a:pt x="537" y="201"/>
                          <a:pt x="556" y="137"/>
                        </a:cubicBezTo>
                        <a:cubicBezTo>
                          <a:pt x="566" y="101"/>
                          <a:pt x="565" y="0"/>
                          <a:pt x="504" y="27"/>
                        </a:cubicBezTo>
                        <a:cubicBezTo>
                          <a:pt x="486" y="35"/>
                          <a:pt x="470" y="68"/>
                          <a:pt x="460" y="85"/>
                        </a:cubicBezTo>
                        <a:cubicBezTo>
                          <a:pt x="455" y="95"/>
                          <a:pt x="449" y="104"/>
                          <a:pt x="443" y="114"/>
                        </a:cubicBezTo>
                        <a:lnTo>
                          <a:pt x="443" y="114"/>
                        </a:lnTo>
                        <a:cubicBezTo>
                          <a:pt x="442" y="116"/>
                          <a:pt x="442" y="118"/>
                          <a:pt x="441" y="119"/>
                        </a:cubicBezTo>
                        <a:cubicBezTo>
                          <a:pt x="432" y="134"/>
                          <a:pt x="422" y="147"/>
                          <a:pt x="410" y="158"/>
                        </a:cubicBezTo>
                        <a:cubicBezTo>
                          <a:pt x="388" y="179"/>
                          <a:pt x="357" y="193"/>
                          <a:pt x="331" y="208"/>
                        </a:cubicBezTo>
                        <a:cubicBezTo>
                          <a:pt x="297" y="227"/>
                          <a:pt x="257" y="234"/>
                          <a:pt x="218" y="236"/>
                        </a:cubicBezTo>
                        <a:cubicBezTo>
                          <a:pt x="173" y="238"/>
                          <a:pt x="31" y="210"/>
                          <a:pt x="18" y="2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7" name="Google Shape;2737;p53">
                    <a:extLst>
                      <a:ext uri="{FF2B5EF4-FFF2-40B4-BE49-F238E27FC236}">
                        <a16:creationId xmlns:a16="http://schemas.microsoft.com/office/drawing/2014/main" id="{B4E3B273-02D1-B69B-5404-432172C3B790}"/>
                      </a:ext>
                    </a:extLst>
                  </p:cNvPr>
                  <p:cNvSpPr/>
                  <p:nvPr/>
                </p:nvSpPr>
                <p:spPr>
                  <a:xfrm>
                    <a:off x="5175809" y="1778488"/>
                    <a:ext cx="60763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" h="293" extrusionOk="0">
                        <a:moveTo>
                          <a:pt x="57" y="271"/>
                        </a:moveTo>
                        <a:cubicBezTo>
                          <a:pt x="91" y="287"/>
                          <a:pt x="147" y="292"/>
                          <a:pt x="175" y="260"/>
                        </a:cubicBezTo>
                        <a:cubicBezTo>
                          <a:pt x="198" y="234"/>
                          <a:pt x="179" y="210"/>
                          <a:pt x="167" y="187"/>
                        </a:cubicBezTo>
                        <a:lnTo>
                          <a:pt x="167" y="187"/>
                        </a:lnTo>
                        <a:cubicBezTo>
                          <a:pt x="165" y="181"/>
                          <a:pt x="163" y="175"/>
                          <a:pt x="161" y="169"/>
                        </a:cubicBezTo>
                        <a:cubicBezTo>
                          <a:pt x="156" y="148"/>
                          <a:pt x="157" y="125"/>
                          <a:pt x="152" y="104"/>
                        </a:cubicBezTo>
                        <a:cubicBezTo>
                          <a:pt x="145" y="70"/>
                          <a:pt x="132" y="37"/>
                          <a:pt x="102" y="17"/>
                        </a:cubicBezTo>
                        <a:cubicBezTo>
                          <a:pt x="75" y="0"/>
                          <a:pt x="31" y="1"/>
                          <a:pt x="15" y="32"/>
                        </a:cubicBezTo>
                        <a:cubicBezTo>
                          <a:pt x="3" y="54"/>
                          <a:pt x="10" y="97"/>
                          <a:pt x="12" y="122"/>
                        </a:cubicBezTo>
                        <a:cubicBezTo>
                          <a:pt x="17" y="176"/>
                          <a:pt x="0" y="243"/>
                          <a:pt x="57" y="27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8" name="Google Shape;2738;p53">
                    <a:extLst>
                      <a:ext uri="{FF2B5EF4-FFF2-40B4-BE49-F238E27FC236}">
                        <a16:creationId xmlns:a16="http://schemas.microsoft.com/office/drawing/2014/main" id="{5D6ED2F6-478A-B376-E6F5-EAFAE96EC49A}"/>
                      </a:ext>
                    </a:extLst>
                  </p:cNvPr>
                  <p:cNvSpPr/>
                  <p:nvPr/>
                </p:nvSpPr>
                <p:spPr>
                  <a:xfrm>
                    <a:off x="4889095" y="1801083"/>
                    <a:ext cx="65343" cy="10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43" extrusionOk="0">
                        <a:moveTo>
                          <a:pt x="54" y="145"/>
                        </a:moveTo>
                        <a:cubicBezTo>
                          <a:pt x="73" y="170"/>
                          <a:pt x="82" y="190"/>
                          <a:pt x="92" y="219"/>
                        </a:cubicBezTo>
                        <a:cubicBezTo>
                          <a:pt x="103" y="251"/>
                          <a:pt x="115" y="340"/>
                          <a:pt x="160" y="341"/>
                        </a:cubicBezTo>
                        <a:cubicBezTo>
                          <a:pt x="213" y="342"/>
                          <a:pt x="203" y="218"/>
                          <a:pt x="201" y="177"/>
                        </a:cubicBezTo>
                        <a:cubicBezTo>
                          <a:pt x="192" y="122"/>
                          <a:pt x="181" y="53"/>
                          <a:pt x="123" y="26"/>
                        </a:cubicBezTo>
                        <a:cubicBezTo>
                          <a:pt x="68" y="0"/>
                          <a:pt x="0" y="2"/>
                          <a:pt x="14" y="79"/>
                        </a:cubicBezTo>
                        <a:cubicBezTo>
                          <a:pt x="19" y="107"/>
                          <a:pt x="36" y="124"/>
                          <a:pt x="54" y="1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9" name="Google Shape;2739;p53">
                    <a:extLst>
                      <a:ext uri="{FF2B5EF4-FFF2-40B4-BE49-F238E27FC236}">
                        <a16:creationId xmlns:a16="http://schemas.microsoft.com/office/drawing/2014/main" id="{60660C87-55F7-3BD3-7995-E68D843D1C55}"/>
                      </a:ext>
                    </a:extLst>
                  </p:cNvPr>
                  <p:cNvSpPr/>
                  <p:nvPr/>
                </p:nvSpPr>
                <p:spPr>
                  <a:xfrm>
                    <a:off x="4944972" y="1903371"/>
                    <a:ext cx="97098" cy="68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" h="223" extrusionOk="0">
                        <a:moveTo>
                          <a:pt x="294" y="207"/>
                        </a:moveTo>
                        <a:cubicBezTo>
                          <a:pt x="308" y="196"/>
                          <a:pt x="317" y="167"/>
                          <a:pt x="294" y="150"/>
                        </a:cubicBezTo>
                        <a:cubicBezTo>
                          <a:pt x="239" y="129"/>
                          <a:pt x="188" y="107"/>
                          <a:pt x="142" y="72"/>
                        </a:cubicBezTo>
                        <a:cubicBezTo>
                          <a:pt x="117" y="53"/>
                          <a:pt x="53" y="0"/>
                          <a:pt x="26" y="41"/>
                        </a:cubicBezTo>
                        <a:cubicBezTo>
                          <a:pt x="0" y="82"/>
                          <a:pt x="60" y="137"/>
                          <a:pt x="87" y="157"/>
                        </a:cubicBezTo>
                        <a:cubicBezTo>
                          <a:pt x="133" y="191"/>
                          <a:pt x="164" y="208"/>
                          <a:pt x="221" y="213"/>
                        </a:cubicBezTo>
                        <a:cubicBezTo>
                          <a:pt x="242" y="214"/>
                          <a:pt x="276" y="222"/>
                          <a:pt x="294" y="2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0" name="Google Shape;2740;p53">
                    <a:extLst>
                      <a:ext uri="{FF2B5EF4-FFF2-40B4-BE49-F238E27FC236}">
                        <a16:creationId xmlns:a16="http://schemas.microsoft.com/office/drawing/2014/main" id="{F3903BCC-4ACE-0097-3997-66CE3AF1320C}"/>
                      </a:ext>
                    </a:extLst>
                  </p:cNvPr>
                  <p:cNvSpPr/>
                  <p:nvPr/>
                </p:nvSpPr>
                <p:spPr>
                  <a:xfrm>
                    <a:off x="5074436" y="1945813"/>
                    <a:ext cx="83358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44" extrusionOk="0">
                        <a:moveTo>
                          <a:pt x="1" y="31"/>
                        </a:moveTo>
                        <a:cubicBezTo>
                          <a:pt x="0" y="51"/>
                          <a:pt x="77" y="56"/>
                          <a:pt x="93" y="61"/>
                        </a:cubicBezTo>
                        <a:cubicBezTo>
                          <a:pt x="120" y="68"/>
                          <a:pt x="152" y="78"/>
                          <a:pt x="174" y="97"/>
                        </a:cubicBezTo>
                        <a:cubicBezTo>
                          <a:pt x="192" y="112"/>
                          <a:pt x="201" y="132"/>
                          <a:pt x="209" y="154"/>
                        </a:cubicBezTo>
                        <a:cubicBezTo>
                          <a:pt x="215" y="170"/>
                          <a:pt x="215" y="210"/>
                          <a:pt x="224" y="221"/>
                        </a:cubicBezTo>
                        <a:cubicBezTo>
                          <a:pt x="242" y="243"/>
                          <a:pt x="259" y="227"/>
                          <a:pt x="265" y="205"/>
                        </a:cubicBezTo>
                        <a:cubicBezTo>
                          <a:pt x="272" y="182"/>
                          <a:pt x="261" y="154"/>
                          <a:pt x="253" y="133"/>
                        </a:cubicBezTo>
                        <a:cubicBezTo>
                          <a:pt x="237" y="91"/>
                          <a:pt x="211" y="40"/>
                          <a:pt x="155" y="28"/>
                        </a:cubicBezTo>
                        <a:cubicBezTo>
                          <a:pt x="138" y="16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1" name="Google Shape;2741;p53">
                    <a:extLst>
                      <a:ext uri="{FF2B5EF4-FFF2-40B4-BE49-F238E27FC236}">
                        <a16:creationId xmlns:a16="http://schemas.microsoft.com/office/drawing/2014/main" id="{4592DE87-5102-12CA-B62F-9DACD4C8F925}"/>
                      </a:ext>
                    </a:extLst>
                  </p:cNvPr>
                  <p:cNvSpPr/>
                  <p:nvPr/>
                </p:nvSpPr>
                <p:spPr>
                  <a:xfrm>
                    <a:off x="4902835" y="2018483"/>
                    <a:ext cx="88549" cy="121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398" extrusionOk="0">
                        <a:moveTo>
                          <a:pt x="110" y="9"/>
                        </a:moveTo>
                        <a:cubicBezTo>
                          <a:pt x="54" y="0"/>
                          <a:pt x="24" y="131"/>
                          <a:pt x="14" y="170"/>
                        </a:cubicBezTo>
                        <a:cubicBezTo>
                          <a:pt x="0" y="226"/>
                          <a:pt x="12" y="303"/>
                          <a:pt x="54" y="346"/>
                        </a:cubicBezTo>
                        <a:cubicBezTo>
                          <a:pt x="104" y="397"/>
                          <a:pt x="186" y="368"/>
                          <a:pt x="235" y="327"/>
                        </a:cubicBezTo>
                        <a:cubicBezTo>
                          <a:pt x="288" y="283"/>
                          <a:pt x="289" y="197"/>
                          <a:pt x="259" y="137"/>
                        </a:cubicBezTo>
                        <a:cubicBezTo>
                          <a:pt x="232" y="86"/>
                          <a:pt x="166" y="21"/>
                          <a:pt x="110" y="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2" name="Google Shape;2742;p53">
                    <a:extLst>
                      <a:ext uri="{FF2B5EF4-FFF2-40B4-BE49-F238E27FC236}">
                        <a16:creationId xmlns:a16="http://schemas.microsoft.com/office/drawing/2014/main" id="{9E26CA93-0733-C109-F184-03C351FD4640}"/>
                      </a:ext>
                    </a:extLst>
                  </p:cNvPr>
                  <p:cNvSpPr/>
                  <p:nvPr/>
                </p:nvSpPr>
                <p:spPr>
                  <a:xfrm>
                    <a:off x="4721768" y="1966881"/>
                    <a:ext cx="109006" cy="144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" h="474" extrusionOk="0">
                        <a:moveTo>
                          <a:pt x="24" y="444"/>
                        </a:moveTo>
                        <a:cubicBezTo>
                          <a:pt x="62" y="473"/>
                          <a:pt x="117" y="428"/>
                          <a:pt x="146" y="407"/>
                        </a:cubicBezTo>
                        <a:cubicBezTo>
                          <a:pt x="189" y="376"/>
                          <a:pt x="231" y="342"/>
                          <a:pt x="275" y="311"/>
                        </a:cubicBezTo>
                        <a:cubicBezTo>
                          <a:pt x="315" y="283"/>
                          <a:pt x="335" y="258"/>
                          <a:pt x="343" y="211"/>
                        </a:cubicBezTo>
                        <a:cubicBezTo>
                          <a:pt x="356" y="135"/>
                          <a:pt x="323" y="60"/>
                          <a:pt x="253" y="29"/>
                        </a:cubicBezTo>
                        <a:lnTo>
                          <a:pt x="253" y="29"/>
                        </a:lnTo>
                        <a:cubicBezTo>
                          <a:pt x="247" y="27"/>
                          <a:pt x="241" y="25"/>
                          <a:pt x="235" y="23"/>
                        </a:cubicBezTo>
                        <a:cubicBezTo>
                          <a:pt x="157" y="0"/>
                          <a:pt x="74" y="25"/>
                          <a:pt x="39" y="100"/>
                        </a:cubicBezTo>
                        <a:cubicBezTo>
                          <a:pt x="6" y="170"/>
                          <a:pt x="15" y="274"/>
                          <a:pt x="15" y="351"/>
                        </a:cubicBezTo>
                        <a:cubicBezTo>
                          <a:pt x="15" y="379"/>
                          <a:pt x="0" y="426"/>
                          <a:pt x="24" y="44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3" name="Google Shape;2743;p53">
                    <a:extLst>
                      <a:ext uri="{FF2B5EF4-FFF2-40B4-BE49-F238E27FC236}">
                        <a16:creationId xmlns:a16="http://schemas.microsoft.com/office/drawing/2014/main" id="{46240FB3-6BCA-9D65-5DAF-5AA47561DD18}"/>
                      </a:ext>
                    </a:extLst>
                  </p:cNvPr>
                  <p:cNvSpPr/>
                  <p:nvPr/>
                </p:nvSpPr>
                <p:spPr>
                  <a:xfrm>
                    <a:off x="4623449" y="2121993"/>
                    <a:ext cx="106258" cy="128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" h="422" extrusionOk="0">
                        <a:moveTo>
                          <a:pt x="84" y="408"/>
                        </a:moveTo>
                        <a:cubicBezTo>
                          <a:pt x="131" y="392"/>
                          <a:pt x="148" y="357"/>
                          <a:pt x="165" y="313"/>
                        </a:cubicBezTo>
                        <a:cubicBezTo>
                          <a:pt x="192" y="241"/>
                          <a:pt x="213" y="185"/>
                          <a:pt x="277" y="139"/>
                        </a:cubicBezTo>
                        <a:cubicBezTo>
                          <a:pt x="303" y="120"/>
                          <a:pt x="330" y="107"/>
                          <a:pt x="340" y="74"/>
                        </a:cubicBezTo>
                        <a:cubicBezTo>
                          <a:pt x="347" y="49"/>
                          <a:pt x="323" y="0"/>
                          <a:pt x="314" y="18"/>
                        </a:cubicBezTo>
                        <a:cubicBezTo>
                          <a:pt x="271" y="40"/>
                          <a:pt x="242" y="98"/>
                          <a:pt x="203" y="129"/>
                        </a:cubicBezTo>
                        <a:cubicBezTo>
                          <a:pt x="170" y="154"/>
                          <a:pt x="134" y="171"/>
                          <a:pt x="103" y="198"/>
                        </a:cubicBezTo>
                        <a:cubicBezTo>
                          <a:pt x="56" y="240"/>
                          <a:pt x="0" y="307"/>
                          <a:pt x="9" y="375"/>
                        </a:cubicBezTo>
                        <a:cubicBezTo>
                          <a:pt x="14" y="417"/>
                          <a:pt x="46" y="421"/>
                          <a:pt x="84" y="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4" name="Google Shape;2744;p53">
                    <a:extLst>
                      <a:ext uri="{FF2B5EF4-FFF2-40B4-BE49-F238E27FC236}">
                        <a16:creationId xmlns:a16="http://schemas.microsoft.com/office/drawing/2014/main" id="{B21CBE18-CFB4-0100-BDB5-CF47CBEDA891}"/>
                      </a:ext>
                    </a:extLst>
                  </p:cNvPr>
                  <p:cNvSpPr/>
                  <p:nvPr/>
                </p:nvSpPr>
                <p:spPr>
                  <a:xfrm>
                    <a:off x="4739478" y="2149168"/>
                    <a:ext cx="133434" cy="132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" h="434" extrusionOk="0">
                        <a:moveTo>
                          <a:pt x="127" y="200"/>
                        </a:moveTo>
                        <a:cubicBezTo>
                          <a:pt x="84" y="234"/>
                          <a:pt x="0" y="308"/>
                          <a:pt x="59" y="365"/>
                        </a:cubicBezTo>
                        <a:cubicBezTo>
                          <a:pt x="121" y="424"/>
                          <a:pt x="228" y="433"/>
                          <a:pt x="278" y="351"/>
                        </a:cubicBezTo>
                        <a:cubicBezTo>
                          <a:pt x="298" y="318"/>
                          <a:pt x="293" y="274"/>
                          <a:pt x="304" y="238"/>
                        </a:cubicBezTo>
                        <a:cubicBezTo>
                          <a:pt x="319" y="189"/>
                          <a:pt x="353" y="176"/>
                          <a:pt x="392" y="149"/>
                        </a:cubicBezTo>
                        <a:cubicBezTo>
                          <a:pt x="420" y="130"/>
                          <a:pt x="436" y="108"/>
                          <a:pt x="426" y="73"/>
                        </a:cubicBezTo>
                        <a:cubicBezTo>
                          <a:pt x="420" y="49"/>
                          <a:pt x="368" y="0"/>
                          <a:pt x="367" y="24"/>
                        </a:cubicBezTo>
                        <a:cubicBezTo>
                          <a:pt x="326" y="31"/>
                          <a:pt x="268" y="94"/>
                          <a:pt x="235" y="120"/>
                        </a:cubicBezTo>
                        <a:cubicBezTo>
                          <a:pt x="199" y="147"/>
                          <a:pt x="162" y="173"/>
                          <a:pt x="127" y="2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5" name="Google Shape;2745;p53">
                    <a:extLst>
                      <a:ext uri="{FF2B5EF4-FFF2-40B4-BE49-F238E27FC236}">
                        <a16:creationId xmlns:a16="http://schemas.microsoft.com/office/drawing/2014/main" id="{51F8C7D3-4FAF-45A0-4B34-27D2A6E48EE8}"/>
                      </a:ext>
                    </a:extLst>
                  </p:cNvPr>
                  <p:cNvSpPr/>
                  <p:nvPr/>
                </p:nvSpPr>
                <p:spPr>
                  <a:xfrm>
                    <a:off x="4773066" y="2264585"/>
                    <a:ext cx="90686" cy="74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" h="243" extrusionOk="0">
                        <a:moveTo>
                          <a:pt x="201" y="23"/>
                        </a:moveTo>
                        <a:cubicBezTo>
                          <a:pt x="161" y="68"/>
                          <a:pt x="107" y="74"/>
                          <a:pt x="60" y="102"/>
                        </a:cubicBezTo>
                        <a:cubicBezTo>
                          <a:pt x="35" y="117"/>
                          <a:pt x="0" y="164"/>
                          <a:pt x="28" y="192"/>
                        </a:cubicBezTo>
                        <a:cubicBezTo>
                          <a:pt x="79" y="242"/>
                          <a:pt x="296" y="118"/>
                          <a:pt x="289" y="49"/>
                        </a:cubicBezTo>
                        <a:cubicBezTo>
                          <a:pt x="285" y="0"/>
                          <a:pt x="221" y="8"/>
                          <a:pt x="201" y="2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6" name="Google Shape;2746;p53">
                    <a:extLst>
                      <a:ext uri="{FF2B5EF4-FFF2-40B4-BE49-F238E27FC236}">
                        <a16:creationId xmlns:a16="http://schemas.microsoft.com/office/drawing/2014/main" id="{51FA277C-EC85-69F5-ECF8-2EC8C0E87934}"/>
                      </a:ext>
                    </a:extLst>
                  </p:cNvPr>
                  <p:cNvSpPr/>
                  <p:nvPr/>
                </p:nvSpPr>
                <p:spPr>
                  <a:xfrm>
                    <a:off x="4599633" y="2264280"/>
                    <a:ext cx="173128" cy="105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47" extrusionOk="0">
                        <a:moveTo>
                          <a:pt x="505" y="221"/>
                        </a:moveTo>
                        <a:cubicBezTo>
                          <a:pt x="526" y="212"/>
                          <a:pt x="566" y="157"/>
                          <a:pt x="516" y="152"/>
                        </a:cubicBezTo>
                        <a:cubicBezTo>
                          <a:pt x="423" y="142"/>
                          <a:pt x="370" y="103"/>
                          <a:pt x="297" y="47"/>
                        </a:cubicBezTo>
                        <a:cubicBezTo>
                          <a:pt x="236" y="0"/>
                          <a:pt x="165" y="40"/>
                          <a:pt x="110" y="80"/>
                        </a:cubicBezTo>
                        <a:cubicBezTo>
                          <a:pt x="48" y="124"/>
                          <a:pt x="0" y="223"/>
                          <a:pt x="74" y="280"/>
                        </a:cubicBezTo>
                        <a:cubicBezTo>
                          <a:pt x="159" y="346"/>
                          <a:pt x="298" y="271"/>
                          <a:pt x="388" y="250"/>
                        </a:cubicBezTo>
                        <a:cubicBezTo>
                          <a:pt x="426" y="242"/>
                          <a:pt x="470" y="237"/>
                          <a:pt x="505" y="22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7" name="Google Shape;2747;p53">
                    <a:extLst>
                      <a:ext uri="{FF2B5EF4-FFF2-40B4-BE49-F238E27FC236}">
                        <a16:creationId xmlns:a16="http://schemas.microsoft.com/office/drawing/2014/main" id="{424BC94D-FDA5-C771-751B-B1CA1EBA9F90}"/>
                      </a:ext>
                    </a:extLst>
                  </p:cNvPr>
                  <p:cNvSpPr/>
                  <p:nvPr/>
                </p:nvSpPr>
                <p:spPr>
                  <a:xfrm>
                    <a:off x="4473527" y="2109474"/>
                    <a:ext cx="174349" cy="14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" h="482" extrusionOk="0">
                        <a:moveTo>
                          <a:pt x="306" y="455"/>
                        </a:moveTo>
                        <a:cubicBezTo>
                          <a:pt x="398" y="419"/>
                          <a:pt x="361" y="288"/>
                          <a:pt x="402" y="211"/>
                        </a:cubicBezTo>
                        <a:cubicBezTo>
                          <a:pt x="419" y="178"/>
                          <a:pt x="570" y="37"/>
                          <a:pt x="533" y="0"/>
                        </a:cubicBezTo>
                        <a:cubicBezTo>
                          <a:pt x="468" y="19"/>
                          <a:pt x="421" y="98"/>
                          <a:pt x="372" y="142"/>
                        </a:cubicBezTo>
                        <a:lnTo>
                          <a:pt x="372" y="142"/>
                        </a:lnTo>
                        <a:cubicBezTo>
                          <a:pt x="347" y="164"/>
                          <a:pt x="320" y="183"/>
                          <a:pt x="292" y="200"/>
                        </a:cubicBezTo>
                        <a:cubicBezTo>
                          <a:pt x="266" y="214"/>
                          <a:pt x="241" y="227"/>
                          <a:pt x="213" y="237"/>
                        </a:cubicBezTo>
                        <a:cubicBezTo>
                          <a:pt x="158" y="257"/>
                          <a:pt x="0" y="290"/>
                          <a:pt x="55" y="382"/>
                        </a:cubicBezTo>
                        <a:cubicBezTo>
                          <a:pt x="74" y="414"/>
                          <a:pt x="124" y="437"/>
                          <a:pt x="157" y="455"/>
                        </a:cubicBezTo>
                        <a:cubicBezTo>
                          <a:pt x="204" y="481"/>
                          <a:pt x="257" y="475"/>
                          <a:pt x="306" y="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8" name="Google Shape;2748;p53">
                    <a:extLst>
                      <a:ext uri="{FF2B5EF4-FFF2-40B4-BE49-F238E27FC236}">
                        <a16:creationId xmlns:a16="http://schemas.microsoft.com/office/drawing/2014/main" id="{10BC1623-0BAB-77D2-C19A-AAE6214A8281}"/>
                      </a:ext>
                    </a:extLst>
                  </p:cNvPr>
                  <p:cNvSpPr/>
                  <p:nvPr/>
                </p:nvSpPr>
                <p:spPr>
                  <a:xfrm>
                    <a:off x="4377650" y="2196190"/>
                    <a:ext cx="111754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46" extrusionOk="0">
                        <a:moveTo>
                          <a:pt x="221" y="362"/>
                        </a:moveTo>
                        <a:cubicBezTo>
                          <a:pt x="234" y="326"/>
                          <a:pt x="221" y="285"/>
                          <a:pt x="237" y="250"/>
                        </a:cubicBezTo>
                        <a:cubicBezTo>
                          <a:pt x="252" y="217"/>
                          <a:pt x="279" y="205"/>
                          <a:pt x="307" y="185"/>
                        </a:cubicBezTo>
                        <a:cubicBezTo>
                          <a:pt x="345" y="159"/>
                          <a:pt x="365" y="32"/>
                          <a:pt x="313" y="31"/>
                        </a:cubicBezTo>
                        <a:cubicBezTo>
                          <a:pt x="219" y="0"/>
                          <a:pt x="91" y="72"/>
                          <a:pt x="48" y="156"/>
                        </a:cubicBezTo>
                        <a:cubicBezTo>
                          <a:pt x="21" y="209"/>
                          <a:pt x="0" y="323"/>
                          <a:pt x="35" y="378"/>
                        </a:cubicBezTo>
                        <a:cubicBezTo>
                          <a:pt x="77" y="445"/>
                          <a:pt x="194" y="438"/>
                          <a:pt x="221" y="3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9" name="Google Shape;2749;p53">
                    <a:extLst>
                      <a:ext uri="{FF2B5EF4-FFF2-40B4-BE49-F238E27FC236}">
                        <a16:creationId xmlns:a16="http://schemas.microsoft.com/office/drawing/2014/main" id="{6559B413-FCFF-E1C7-E391-8041A344455D}"/>
                      </a:ext>
                    </a:extLst>
                  </p:cNvPr>
                  <p:cNvSpPr/>
                  <p:nvPr/>
                </p:nvSpPr>
                <p:spPr>
                  <a:xfrm>
                    <a:off x="4357803" y="2289928"/>
                    <a:ext cx="162136" cy="116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" h="380" extrusionOk="0">
                        <a:moveTo>
                          <a:pt x="86" y="324"/>
                        </a:moveTo>
                        <a:cubicBezTo>
                          <a:pt x="189" y="365"/>
                          <a:pt x="279" y="379"/>
                          <a:pt x="386" y="350"/>
                        </a:cubicBezTo>
                        <a:cubicBezTo>
                          <a:pt x="432" y="337"/>
                          <a:pt x="477" y="329"/>
                          <a:pt x="501" y="284"/>
                        </a:cubicBezTo>
                        <a:cubicBezTo>
                          <a:pt x="522" y="247"/>
                          <a:pt x="530" y="205"/>
                          <a:pt x="512" y="165"/>
                        </a:cubicBezTo>
                        <a:cubicBezTo>
                          <a:pt x="487" y="113"/>
                          <a:pt x="402" y="0"/>
                          <a:pt x="345" y="55"/>
                        </a:cubicBezTo>
                        <a:cubicBezTo>
                          <a:pt x="312" y="141"/>
                          <a:pt x="201" y="191"/>
                          <a:pt x="119" y="219"/>
                        </a:cubicBezTo>
                        <a:cubicBezTo>
                          <a:pt x="97" y="227"/>
                          <a:pt x="46" y="231"/>
                          <a:pt x="31" y="250"/>
                        </a:cubicBezTo>
                        <a:cubicBezTo>
                          <a:pt x="0" y="288"/>
                          <a:pt x="60" y="314"/>
                          <a:pt x="86" y="3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0" name="Google Shape;2750;p53">
                    <a:extLst>
                      <a:ext uri="{FF2B5EF4-FFF2-40B4-BE49-F238E27FC236}">
                        <a16:creationId xmlns:a16="http://schemas.microsoft.com/office/drawing/2014/main" id="{6CF2DB72-8BB7-5984-E865-4C51F8E17B70}"/>
                      </a:ext>
                    </a:extLst>
                  </p:cNvPr>
                  <p:cNvSpPr/>
                  <p:nvPr/>
                </p:nvSpPr>
                <p:spPr>
                  <a:xfrm>
                    <a:off x="4253377" y="2372369"/>
                    <a:ext cx="122136" cy="58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192" extrusionOk="0">
                        <a:moveTo>
                          <a:pt x="13" y="184"/>
                        </a:moveTo>
                        <a:cubicBezTo>
                          <a:pt x="91" y="191"/>
                          <a:pt x="166" y="109"/>
                          <a:pt x="236" y="76"/>
                        </a:cubicBezTo>
                        <a:cubicBezTo>
                          <a:pt x="265" y="62"/>
                          <a:pt x="399" y="34"/>
                          <a:pt x="304" y="1"/>
                        </a:cubicBezTo>
                        <a:cubicBezTo>
                          <a:pt x="254" y="0"/>
                          <a:pt x="178" y="56"/>
                          <a:pt x="133" y="79"/>
                        </a:cubicBezTo>
                        <a:cubicBezTo>
                          <a:pt x="100" y="96"/>
                          <a:pt x="0" y="136"/>
                          <a:pt x="13" y="1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1" name="Google Shape;2751;p53">
                    <a:extLst>
                      <a:ext uri="{FF2B5EF4-FFF2-40B4-BE49-F238E27FC236}">
                        <a16:creationId xmlns:a16="http://schemas.microsoft.com/office/drawing/2014/main" id="{45E8B54C-FD64-41EC-1E64-1D3760E2FAB3}"/>
                      </a:ext>
                    </a:extLst>
                  </p:cNvPr>
                  <p:cNvSpPr/>
                  <p:nvPr/>
                </p:nvSpPr>
                <p:spPr>
                  <a:xfrm>
                    <a:off x="3927885" y="2406262"/>
                    <a:ext cx="123968" cy="178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583" extrusionOk="0">
                        <a:moveTo>
                          <a:pt x="75" y="562"/>
                        </a:moveTo>
                        <a:cubicBezTo>
                          <a:pt x="130" y="543"/>
                          <a:pt x="178" y="491"/>
                          <a:pt x="209" y="443"/>
                        </a:cubicBezTo>
                        <a:cubicBezTo>
                          <a:pt x="235" y="403"/>
                          <a:pt x="234" y="355"/>
                          <a:pt x="257" y="314"/>
                        </a:cubicBezTo>
                        <a:cubicBezTo>
                          <a:pt x="277" y="279"/>
                          <a:pt x="405" y="115"/>
                          <a:pt x="334" y="77"/>
                        </a:cubicBezTo>
                        <a:cubicBezTo>
                          <a:pt x="105" y="0"/>
                          <a:pt x="208" y="340"/>
                          <a:pt x="121" y="436"/>
                        </a:cubicBezTo>
                        <a:cubicBezTo>
                          <a:pt x="96" y="463"/>
                          <a:pt x="59" y="476"/>
                          <a:pt x="35" y="503"/>
                        </a:cubicBezTo>
                        <a:cubicBezTo>
                          <a:pt x="0" y="544"/>
                          <a:pt x="19" y="582"/>
                          <a:pt x="75" y="5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2" name="Google Shape;2752;p53">
                    <a:extLst>
                      <a:ext uri="{FF2B5EF4-FFF2-40B4-BE49-F238E27FC236}">
                        <a16:creationId xmlns:a16="http://schemas.microsoft.com/office/drawing/2014/main" id="{BFBB2CE9-30DB-E943-5539-3341C59F84B1}"/>
                      </a:ext>
                    </a:extLst>
                  </p:cNvPr>
                  <p:cNvSpPr/>
                  <p:nvPr/>
                </p:nvSpPr>
                <p:spPr>
                  <a:xfrm>
                    <a:off x="3977350" y="2263059"/>
                    <a:ext cx="61984" cy="150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" h="493" extrusionOk="0">
                        <a:moveTo>
                          <a:pt x="34" y="485"/>
                        </a:moveTo>
                        <a:cubicBezTo>
                          <a:pt x="50" y="492"/>
                          <a:pt x="91" y="475"/>
                          <a:pt x="106" y="470"/>
                        </a:cubicBezTo>
                        <a:cubicBezTo>
                          <a:pt x="139" y="461"/>
                          <a:pt x="151" y="446"/>
                          <a:pt x="165" y="415"/>
                        </a:cubicBezTo>
                        <a:cubicBezTo>
                          <a:pt x="202" y="331"/>
                          <a:pt x="176" y="200"/>
                          <a:pt x="149" y="118"/>
                        </a:cubicBezTo>
                        <a:lnTo>
                          <a:pt x="149" y="118"/>
                        </a:lnTo>
                        <a:cubicBezTo>
                          <a:pt x="145" y="104"/>
                          <a:pt x="138" y="91"/>
                          <a:pt x="132" y="79"/>
                        </a:cubicBezTo>
                        <a:cubicBezTo>
                          <a:pt x="121" y="61"/>
                          <a:pt x="109" y="45"/>
                          <a:pt x="93" y="31"/>
                        </a:cubicBezTo>
                        <a:cubicBezTo>
                          <a:pt x="62" y="0"/>
                          <a:pt x="23" y="30"/>
                          <a:pt x="18" y="64"/>
                        </a:cubicBezTo>
                        <a:cubicBezTo>
                          <a:pt x="6" y="139"/>
                          <a:pt x="34" y="210"/>
                          <a:pt x="34" y="283"/>
                        </a:cubicBezTo>
                        <a:lnTo>
                          <a:pt x="34" y="283"/>
                        </a:lnTo>
                        <a:cubicBezTo>
                          <a:pt x="34" y="312"/>
                          <a:pt x="31" y="341"/>
                          <a:pt x="25" y="370"/>
                        </a:cubicBezTo>
                        <a:cubicBezTo>
                          <a:pt x="20" y="397"/>
                          <a:pt x="0" y="470"/>
                          <a:pt x="34" y="48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3" name="Google Shape;2753;p53">
                    <a:extLst>
                      <a:ext uri="{FF2B5EF4-FFF2-40B4-BE49-F238E27FC236}">
                        <a16:creationId xmlns:a16="http://schemas.microsoft.com/office/drawing/2014/main" id="{5139E06D-5F85-037D-6893-474B64BD00D4}"/>
                      </a:ext>
                    </a:extLst>
                  </p:cNvPr>
                  <p:cNvSpPr/>
                  <p:nvPr/>
                </p:nvSpPr>
                <p:spPr>
                  <a:xfrm>
                    <a:off x="4002082" y="2176648"/>
                    <a:ext cx="122136" cy="86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83" extrusionOk="0">
                        <a:moveTo>
                          <a:pt x="281" y="276"/>
                        </a:moveTo>
                        <a:cubicBezTo>
                          <a:pt x="308" y="282"/>
                          <a:pt x="354" y="273"/>
                          <a:pt x="373" y="249"/>
                        </a:cubicBezTo>
                        <a:cubicBezTo>
                          <a:pt x="399" y="214"/>
                          <a:pt x="364" y="204"/>
                          <a:pt x="366" y="180"/>
                        </a:cubicBezTo>
                        <a:cubicBezTo>
                          <a:pt x="296" y="151"/>
                          <a:pt x="245" y="105"/>
                          <a:pt x="189" y="56"/>
                        </a:cubicBezTo>
                        <a:cubicBezTo>
                          <a:pt x="141" y="14"/>
                          <a:pt x="65" y="0"/>
                          <a:pt x="36" y="72"/>
                        </a:cubicBezTo>
                        <a:cubicBezTo>
                          <a:pt x="0" y="159"/>
                          <a:pt x="95" y="154"/>
                          <a:pt x="153" y="178"/>
                        </a:cubicBezTo>
                        <a:cubicBezTo>
                          <a:pt x="206" y="199"/>
                          <a:pt x="227" y="263"/>
                          <a:pt x="281" y="27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4" name="Google Shape;2754;p53">
                    <a:extLst>
                      <a:ext uri="{FF2B5EF4-FFF2-40B4-BE49-F238E27FC236}">
                        <a16:creationId xmlns:a16="http://schemas.microsoft.com/office/drawing/2014/main" id="{00F92478-A1CE-E731-1627-86EE7F90C67C}"/>
                      </a:ext>
                    </a:extLst>
                  </p:cNvPr>
                  <p:cNvSpPr/>
                  <p:nvPr/>
                </p:nvSpPr>
                <p:spPr>
                  <a:xfrm>
                    <a:off x="4193225" y="2203518"/>
                    <a:ext cx="135876" cy="136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46" extrusionOk="0">
                        <a:moveTo>
                          <a:pt x="168" y="436"/>
                        </a:moveTo>
                        <a:cubicBezTo>
                          <a:pt x="217" y="442"/>
                          <a:pt x="262" y="415"/>
                          <a:pt x="310" y="420"/>
                        </a:cubicBezTo>
                        <a:cubicBezTo>
                          <a:pt x="344" y="423"/>
                          <a:pt x="390" y="445"/>
                          <a:pt x="417" y="412"/>
                        </a:cubicBezTo>
                        <a:cubicBezTo>
                          <a:pt x="444" y="378"/>
                          <a:pt x="425" y="318"/>
                          <a:pt x="413" y="283"/>
                        </a:cubicBezTo>
                        <a:cubicBezTo>
                          <a:pt x="394" y="230"/>
                          <a:pt x="405" y="198"/>
                          <a:pt x="414" y="146"/>
                        </a:cubicBezTo>
                        <a:cubicBezTo>
                          <a:pt x="422" y="98"/>
                          <a:pt x="412" y="78"/>
                          <a:pt x="396" y="46"/>
                        </a:cubicBezTo>
                        <a:cubicBezTo>
                          <a:pt x="340" y="39"/>
                          <a:pt x="281" y="44"/>
                          <a:pt x="225" y="31"/>
                        </a:cubicBezTo>
                        <a:cubicBezTo>
                          <a:pt x="176" y="20"/>
                          <a:pt x="130" y="0"/>
                          <a:pt x="92" y="43"/>
                        </a:cubicBezTo>
                        <a:cubicBezTo>
                          <a:pt x="23" y="118"/>
                          <a:pt x="0" y="264"/>
                          <a:pt x="54" y="353"/>
                        </a:cubicBezTo>
                        <a:cubicBezTo>
                          <a:pt x="77" y="392"/>
                          <a:pt x="123" y="431"/>
                          <a:pt x="168" y="43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5" name="Google Shape;2755;p53">
                    <a:extLst>
                      <a:ext uri="{FF2B5EF4-FFF2-40B4-BE49-F238E27FC236}">
                        <a16:creationId xmlns:a16="http://schemas.microsoft.com/office/drawing/2014/main" id="{8012BBEF-9460-DB44-B7D6-6B1F8AB47872}"/>
                      </a:ext>
                    </a:extLst>
                  </p:cNvPr>
                  <p:cNvSpPr/>
                  <p:nvPr/>
                </p:nvSpPr>
                <p:spPr>
                  <a:xfrm>
                    <a:off x="4095822" y="2299088"/>
                    <a:ext cx="115113" cy="8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281" extrusionOk="0">
                        <a:moveTo>
                          <a:pt x="295" y="234"/>
                        </a:moveTo>
                        <a:cubicBezTo>
                          <a:pt x="328" y="232"/>
                          <a:pt x="358" y="213"/>
                          <a:pt x="367" y="179"/>
                        </a:cubicBezTo>
                        <a:cubicBezTo>
                          <a:pt x="376" y="142"/>
                          <a:pt x="341" y="123"/>
                          <a:pt x="348" y="77"/>
                        </a:cubicBezTo>
                        <a:cubicBezTo>
                          <a:pt x="316" y="33"/>
                          <a:pt x="236" y="0"/>
                          <a:pt x="177" y="15"/>
                        </a:cubicBezTo>
                        <a:cubicBezTo>
                          <a:pt x="137" y="25"/>
                          <a:pt x="142" y="60"/>
                          <a:pt x="129" y="93"/>
                        </a:cubicBezTo>
                        <a:cubicBezTo>
                          <a:pt x="114" y="129"/>
                          <a:pt x="94" y="133"/>
                          <a:pt x="59" y="143"/>
                        </a:cubicBezTo>
                        <a:cubicBezTo>
                          <a:pt x="28" y="153"/>
                          <a:pt x="0" y="171"/>
                          <a:pt x="10" y="212"/>
                        </a:cubicBezTo>
                        <a:cubicBezTo>
                          <a:pt x="19" y="249"/>
                          <a:pt x="70" y="269"/>
                          <a:pt x="106" y="274"/>
                        </a:cubicBezTo>
                        <a:cubicBezTo>
                          <a:pt x="150" y="280"/>
                          <a:pt x="169" y="254"/>
                          <a:pt x="205" y="239"/>
                        </a:cubicBezTo>
                        <a:cubicBezTo>
                          <a:pt x="235" y="225"/>
                          <a:pt x="263" y="237"/>
                          <a:pt x="295" y="23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6" name="Google Shape;2756;p53">
                    <a:extLst>
                      <a:ext uri="{FF2B5EF4-FFF2-40B4-BE49-F238E27FC236}">
                        <a16:creationId xmlns:a16="http://schemas.microsoft.com/office/drawing/2014/main" id="{409C1BE1-4019-4EE3-0D73-E38751776DFE}"/>
                      </a:ext>
                    </a:extLst>
                  </p:cNvPr>
                  <p:cNvSpPr/>
                  <p:nvPr/>
                </p:nvSpPr>
                <p:spPr>
                  <a:xfrm>
                    <a:off x="4168798" y="2388552"/>
                    <a:ext cx="2748" cy="1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" h="5" extrusionOk="0">
                        <a:moveTo>
                          <a:pt x="0" y="3"/>
                        </a:moveTo>
                        <a:cubicBezTo>
                          <a:pt x="1" y="3"/>
                          <a:pt x="2" y="3"/>
                          <a:pt x="4" y="4"/>
                        </a:cubicBezTo>
                        <a:cubicBezTo>
                          <a:pt x="8" y="1"/>
                          <a:pt x="4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7" name="Google Shape;2757;p53">
                    <a:extLst>
                      <a:ext uri="{FF2B5EF4-FFF2-40B4-BE49-F238E27FC236}">
                        <a16:creationId xmlns:a16="http://schemas.microsoft.com/office/drawing/2014/main" id="{F3A6705E-755D-0857-196A-890CB8FA8C73}"/>
                      </a:ext>
                    </a:extLst>
                  </p:cNvPr>
                  <p:cNvSpPr/>
                  <p:nvPr/>
                </p:nvSpPr>
                <p:spPr>
                  <a:xfrm>
                    <a:off x="4104371" y="2383667"/>
                    <a:ext cx="84274" cy="989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" h="324" extrusionOk="0">
                        <a:moveTo>
                          <a:pt x="56" y="97"/>
                        </a:moveTo>
                        <a:cubicBezTo>
                          <a:pt x="29" y="133"/>
                          <a:pt x="0" y="196"/>
                          <a:pt x="5" y="243"/>
                        </a:cubicBezTo>
                        <a:cubicBezTo>
                          <a:pt x="13" y="323"/>
                          <a:pt x="96" y="297"/>
                          <a:pt x="139" y="262"/>
                        </a:cubicBezTo>
                        <a:cubicBezTo>
                          <a:pt x="182" y="227"/>
                          <a:pt x="197" y="175"/>
                          <a:pt x="226" y="130"/>
                        </a:cubicBezTo>
                        <a:cubicBezTo>
                          <a:pt x="249" y="93"/>
                          <a:pt x="275" y="28"/>
                          <a:pt x="210" y="19"/>
                        </a:cubicBezTo>
                        <a:lnTo>
                          <a:pt x="211" y="19"/>
                        </a:lnTo>
                        <a:cubicBezTo>
                          <a:pt x="159" y="0"/>
                          <a:pt x="83" y="59"/>
                          <a:pt x="56" y="9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8" name="Google Shape;2758;p53">
                    <a:extLst>
                      <a:ext uri="{FF2B5EF4-FFF2-40B4-BE49-F238E27FC236}">
                        <a16:creationId xmlns:a16="http://schemas.microsoft.com/office/drawing/2014/main" id="{1F14AE73-1785-3945-39D9-6F1FE485CF16}"/>
                      </a:ext>
                    </a:extLst>
                  </p:cNvPr>
                  <p:cNvSpPr/>
                  <p:nvPr/>
                </p:nvSpPr>
                <p:spPr>
                  <a:xfrm>
                    <a:off x="4046051" y="2083825"/>
                    <a:ext cx="204578" cy="89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293" extrusionOk="0">
                        <a:moveTo>
                          <a:pt x="214" y="231"/>
                        </a:moveTo>
                        <a:cubicBezTo>
                          <a:pt x="269" y="214"/>
                          <a:pt x="325" y="220"/>
                          <a:pt x="380" y="201"/>
                        </a:cubicBezTo>
                        <a:cubicBezTo>
                          <a:pt x="430" y="184"/>
                          <a:pt x="449" y="153"/>
                          <a:pt x="483" y="116"/>
                        </a:cubicBezTo>
                        <a:cubicBezTo>
                          <a:pt x="501" y="97"/>
                          <a:pt x="669" y="34"/>
                          <a:pt x="658" y="14"/>
                        </a:cubicBezTo>
                        <a:lnTo>
                          <a:pt x="658" y="14"/>
                        </a:lnTo>
                        <a:cubicBezTo>
                          <a:pt x="657" y="12"/>
                          <a:pt x="655" y="10"/>
                          <a:pt x="653" y="9"/>
                        </a:cubicBezTo>
                        <a:cubicBezTo>
                          <a:pt x="652" y="8"/>
                          <a:pt x="651" y="8"/>
                          <a:pt x="649" y="8"/>
                        </a:cubicBezTo>
                        <a:cubicBezTo>
                          <a:pt x="623" y="0"/>
                          <a:pt x="556" y="23"/>
                          <a:pt x="539" y="28"/>
                        </a:cubicBezTo>
                        <a:cubicBezTo>
                          <a:pt x="466" y="50"/>
                          <a:pt x="390" y="62"/>
                          <a:pt x="317" y="84"/>
                        </a:cubicBezTo>
                        <a:cubicBezTo>
                          <a:pt x="235" y="108"/>
                          <a:pt x="146" y="132"/>
                          <a:pt x="73" y="176"/>
                        </a:cubicBezTo>
                        <a:cubicBezTo>
                          <a:pt x="50" y="190"/>
                          <a:pt x="0" y="233"/>
                          <a:pt x="35" y="260"/>
                        </a:cubicBezTo>
                        <a:cubicBezTo>
                          <a:pt x="76" y="292"/>
                          <a:pt x="174" y="244"/>
                          <a:pt x="214" y="2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9" name="Google Shape;2759;p53">
                    <a:extLst>
                      <a:ext uri="{FF2B5EF4-FFF2-40B4-BE49-F238E27FC236}">
                        <a16:creationId xmlns:a16="http://schemas.microsoft.com/office/drawing/2014/main" id="{6CD17FEA-011D-EACB-8601-62A9B09B6AA3}"/>
                      </a:ext>
                    </a:extLst>
                  </p:cNvPr>
                  <p:cNvSpPr/>
                  <p:nvPr/>
                </p:nvSpPr>
                <p:spPr>
                  <a:xfrm>
                    <a:off x="4344368" y="1965354"/>
                    <a:ext cx="140151" cy="745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" h="244" extrusionOk="0">
                        <a:moveTo>
                          <a:pt x="183" y="16"/>
                        </a:moveTo>
                        <a:cubicBezTo>
                          <a:pt x="143" y="32"/>
                          <a:pt x="113" y="90"/>
                          <a:pt x="83" y="120"/>
                        </a:cubicBezTo>
                        <a:cubicBezTo>
                          <a:pt x="53" y="150"/>
                          <a:pt x="4" y="178"/>
                          <a:pt x="0" y="222"/>
                        </a:cubicBezTo>
                        <a:cubicBezTo>
                          <a:pt x="47" y="243"/>
                          <a:pt x="111" y="178"/>
                          <a:pt x="157" y="165"/>
                        </a:cubicBezTo>
                        <a:cubicBezTo>
                          <a:pt x="218" y="149"/>
                          <a:pt x="285" y="146"/>
                          <a:pt x="346" y="125"/>
                        </a:cubicBezTo>
                        <a:cubicBezTo>
                          <a:pt x="373" y="116"/>
                          <a:pt x="458" y="70"/>
                          <a:pt x="401" y="49"/>
                        </a:cubicBezTo>
                        <a:cubicBezTo>
                          <a:pt x="364" y="36"/>
                          <a:pt x="317" y="62"/>
                          <a:pt x="281" y="50"/>
                        </a:cubicBezTo>
                        <a:cubicBezTo>
                          <a:pt x="245" y="39"/>
                          <a:pt x="221" y="0"/>
                          <a:pt x="183" y="1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0" name="Google Shape;2760;p53">
                    <a:extLst>
                      <a:ext uri="{FF2B5EF4-FFF2-40B4-BE49-F238E27FC236}">
                        <a16:creationId xmlns:a16="http://schemas.microsoft.com/office/drawing/2014/main" id="{A6BB7628-3A2C-CAEB-9105-8EDB648448F7}"/>
                      </a:ext>
                    </a:extLst>
                  </p:cNvPr>
                  <p:cNvSpPr/>
                  <p:nvPr/>
                </p:nvSpPr>
                <p:spPr>
                  <a:xfrm>
                    <a:off x="4442077" y="1830090"/>
                    <a:ext cx="66564" cy="131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430" extrusionOk="0">
                        <a:moveTo>
                          <a:pt x="138" y="20"/>
                        </a:moveTo>
                        <a:cubicBezTo>
                          <a:pt x="57" y="14"/>
                          <a:pt x="29" y="121"/>
                          <a:pt x="14" y="181"/>
                        </a:cubicBezTo>
                        <a:cubicBezTo>
                          <a:pt x="0" y="236"/>
                          <a:pt x="10" y="287"/>
                          <a:pt x="41" y="334"/>
                        </a:cubicBezTo>
                        <a:cubicBezTo>
                          <a:pt x="67" y="373"/>
                          <a:pt x="103" y="429"/>
                          <a:pt x="153" y="395"/>
                        </a:cubicBezTo>
                        <a:cubicBezTo>
                          <a:pt x="215" y="354"/>
                          <a:pt x="217" y="248"/>
                          <a:pt x="211" y="183"/>
                        </a:cubicBezTo>
                        <a:cubicBezTo>
                          <a:pt x="208" y="151"/>
                          <a:pt x="184" y="0"/>
                          <a:pt x="138" y="2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1" name="Google Shape;2761;p53">
                    <a:extLst>
                      <a:ext uri="{FF2B5EF4-FFF2-40B4-BE49-F238E27FC236}">
                        <a16:creationId xmlns:a16="http://schemas.microsoft.com/office/drawing/2014/main" id="{412C8F28-6858-60C5-4DC6-2D1D493E0C3E}"/>
                      </a:ext>
                    </a:extLst>
                  </p:cNvPr>
                  <p:cNvSpPr/>
                  <p:nvPr/>
                </p:nvSpPr>
                <p:spPr>
                  <a:xfrm>
                    <a:off x="4515664" y="1785816"/>
                    <a:ext cx="126411" cy="6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" h="206" extrusionOk="0">
                        <a:moveTo>
                          <a:pt x="175" y="126"/>
                        </a:moveTo>
                        <a:cubicBezTo>
                          <a:pt x="205" y="135"/>
                          <a:pt x="217" y="150"/>
                          <a:pt x="243" y="166"/>
                        </a:cubicBezTo>
                        <a:cubicBezTo>
                          <a:pt x="266" y="180"/>
                          <a:pt x="291" y="180"/>
                          <a:pt x="317" y="184"/>
                        </a:cubicBezTo>
                        <a:cubicBezTo>
                          <a:pt x="343" y="188"/>
                          <a:pt x="389" y="205"/>
                          <a:pt x="401" y="175"/>
                        </a:cubicBezTo>
                        <a:cubicBezTo>
                          <a:pt x="413" y="145"/>
                          <a:pt x="377" y="124"/>
                          <a:pt x="378" y="109"/>
                        </a:cubicBezTo>
                        <a:cubicBezTo>
                          <a:pt x="335" y="62"/>
                          <a:pt x="282" y="23"/>
                          <a:pt x="218" y="14"/>
                        </a:cubicBezTo>
                        <a:cubicBezTo>
                          <a:pt x="176" y="9"/>
                          <a:pt x="72" y="0"/>
                          <a:pt x="41" y="33"/>
                        </a:cubicBezTo>
                        <a:cubicBezTo>
                          <a:pt x="0" y="78"/>
                          <a:pt x="145" y="117"/>
                          <a:pt x="175" y="126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2" name="Google Shape;2762;p53">
                    <a:extLst>
                      <a:ext uri="{FF2B5EF4-FFF2-40B4-BE49-F238E27FC236}">
                        <a16:creationId xmlns:a16="http://schemas.microsoft.com/office/drawing/2014/main" id="{6F19714D-B828-B4DE-9AD5-8CEA1C24A5FC}"/>
                      </a:ext>
                    </a:extLst>
                  </p:cNvPr>
                  <p:cNvSpPr/>
                  <p:nvPr/>
                </p:nvSpPr>
                <p:spPr>
                  <a:xfrm>
                    <a:off x="4555358" y="1885661"/>
                    <a:ext cx="113892" cy="1557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" h="510" extrusionOk="0">
                        <a:moveTo>
                          <a:pt x="327" y="38"/>
                        </a:moveTo>
                        <a:cubicBezTo>
                          <a:pt x="280" y="45"/>
                          <a:pt x="230" y="110"/>
                          <a:pt x="192" y="138"/>
                        </a:cubicBezTo>
                        <a:lnTo>
                          <a:pt x="192" y="138"/>
                        </a:lnTo>
                        <a:cubicBezTo>
                          <a:pt x="153" y="168"/>
                          <a:pt x="117" y="200"/>
                          <a:pt x="82" y="235"/>
                        </a:cubicBezTo>
                        <a:cubicBezTo>
                          <a:pt x="35" y="282"/>
                          <a:pt x="0" y="346"/>
                          <a:pt x="10" y="416"/>
                        </a:cubicBezTo>
                        <a:cubicBezTo>
                          <a:pt x="15" y="452"/>
                          <a:pt x="36" y="489"/>
                          <a:pt x="74" y="497"/>
                        </a:cubicBezTo>
                        <a:cubicBezTo>
                          <a:pt x="131" y="509"/>
                          <a:pt x="168" y="470"/>
                          <a:pt x="202" y="431"/>
                        </a:cubicBezTo>
                        <a:cubicBezTo>
                          <a:pt x="261" y="363"/>
                          <a:pt x="279" y="272"/>
                          <a:pt x="319" y="192"/>
                        </a:cubicBezTo>
                        <a:cubicBezTo>
                          <a:pt x="335" y="160"/>
                          <a:pt x="359" y="122"/>
                          <a:pt x="365" y="87"/>
                        </a:cubicBezTo>
                        <a:cubicBezTo>
                          <a:pt x="372" y="52"/>
                          <a:pt x="353" y="0"/>
                          <a:pt x="327" y="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3" name="Google Shape;2763;p53">
                    <a:extLst>
                      <a:ext uri="{FF2B5EF4-FFF2-40B4-BE49-F238E27FC236}">
                        <a16:creationId xmlns:a16="http://schemas.microsoft.com/office/drawing/2014/main" id="{11C029CB-0DC0-D9E2-3D14-BBFAB3A4E70F}"/>
                      </a:ext>
                    </a:extLst>
                  </p:cNvPr>
                  <p:cNvSpPr/>
                  <p:nvPr/>
                </p:nvSpPr>
                <p:spPr>
                  <a:xfrm>
                    <a:off x="4324827" y="2064284"/>
                    <a:ext cx="198166" cy="115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9" h="377" extrusionOk="0">
                        <a:moveTo>
                          <a:pt x="17" y="240"/>
                        </a:moveTo>
                        <a:cubicBezTo>
                          <a:pt x="0" y="376"/>
                          <a:pt x="201" y="234"/>
                          <a:pt x="249" y="213"/>
                        </a:cubicBezTo>
                        <a:cubicBezTo>
                          <a:pt x="345" y="172"/>
                          <a:pt x="440" y="161"/>
                          <a:pt x="540" y="134"/>
                        </a:cubicBezTo>
                        <a:cubicBezTo>
                          <a:pt x="575" y="125"/>
                          <a:pt x="648" y="115"/>
                          <a:pt x="637" y="63"/>
                        </a:cubicBezTo>
                        <a:cubicBezTo>
                          <a:pt x="628" y="21"/>
                          <a:pt x="573" y="0"/>
                          <a:pt x="558" y="7"/>
                        </a:cubicBezTo>
                        <a:cubicBezTo>
                          <a:pt x="486" y="26"/>
                          <a:pt x="419" y="61"/>
                          <a:pt x="345" y="79"/>
                        </a:cubicBezTo>
                        <a:cubicBezTo>
                          <a:pt x="295" y="91"/>
                          <a:pt x="245" y="103"/>
                          <a:pt x="195" y="116"/>
                        </a:cubicBezTo>
                        <a:cubicBezTo>
                          <a:pt x="125" y="135"/>
                          <a:pt x="28" y="154"/>
                          <a:pt x="17" y="24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64" name="Google Shape;2764;p53">
                  <a:extLst>
                    <a:ext uri="{FF2B5EF4-FFF2-40B4-BE49-F238E27FC236}">
                      <a16:creationId xmlns:a16="http://schemas.microsoft.com/office/drawing/2014/main" id="{9AE1BC1B-76CF-9718-48D0-0272D830BEC0}"/>
                    </a:ext>
                  </a:extLst>
                </p:cNvPr>
                <p:cNvSpPr/>
                <p:nvPr/>
              </p:nvSpPr>
              <p:spPr>
                <a:xfrm>
                  <a:off x="3008506" y="1406436"/>
                  <a:ext cx="2757831" cy="172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5664" extrusionOk="0">
                      <a:moveTo>
                        <a:pt x="9022" y="3907"/>
                      </a:moveTo>
                      <a:cubicBezTo>
                        <a:pt x="9014" y="3628"/>
                        <a:pt x="8826" y="3562"/>
                        <a:pt x="8808" y="3527"/>
                      </a:cubicBezTo>
                      <a:cubicBezTo>
                        <a:pt x="8791" y="3492"/>
                        <a:pt x="8839" y="3343"/>
                        <a:pt x="8808" y="3186"/>
                      </a:cubicBezTo>
                      <a:cubicBezTo>
                        <a:pt x="8780" y="3039"/>
                        <a:pt x="8698" y="2999"/>
                        <a:pt x="8673" y="2856"/>
                      </a:cubicBezTo>
                      <a:cubicBezTo>
                        <a:pt x="8671" y="2845"/>
                        <a:pt x="8669" y="2835"/>
                        <a:pt x="8668" y="2823"/>
                      </a:cubicBezTo>
                      <a:cubicBezTo>
                        <a:pt x="8666" y="2805"/>
                        <a:pt x="8664" y="2789"/>
                        <a:pt x="8662" y="2773"/>
                      </a:cubicBezTo>
                      <a:cubicBezTo>
                        <a:pt x="8660" y="2766"/>
                        <a:pt x="8659" y="2759"/>
                        <a:pt x="8658" y="2752"/>
                      </a:cubicBezTo>
                      <a:cubicBezTo>
                        <a:pt x="8657" y="2745"/>
                        <a:pt x="8655" y="2737"/>
                        <a:pt x="8653" y="2730"/>
                      </a:cubicBezTo>
                      <a:cubicBezTo>
                        <a:pt x="8629" y="2620"/>
                        <a:pt x="8585" y="2557"/>
                        <a:pt x="8515" y="2522"/>
                      </a:cubicBezTo>
                      <a:cubicBezTo>
                        <a:pt x="8428" y="2478"/>
                        <a:pt x="8340" y="2478"/>
                        <a:pt x="8305" y="2268"/>
                      </a:cubicBezTo>
                      <a:cubicBezTo>
                        <a:pt x="8270" y="2058"/>
                        <a:pt x="8166" y="1966"/>
                        <a:pt x="8078" y="1905"/>
                      </a:cubicBezTo>
                      <a:cubicBezTo>
                        <a:pt x="7991" y="1843"/>
                        <a:pt x="8008" y="1796"/>
                        <a:pt x="7899" y="1578"/>
                      </a:cubicBezTo>
                      <a:cubicBezTo>
                        <a:pt x="7790" y="1359"/>
                        <a:pt x="7655" y="1451"/>
                        <a:pt x="7554" y="1394"/>
                      </a:cubicBezTo>
                      <a:cubicBezTo>
                        <a:pt x="7454" y="1337"/>
                        <a:pt x="7454" y="1162"/>
                        <a:pt x="7331" y="1018"/>
                      </a:cubicBezTo>
                      <a:cubicBezTo>
                        <a:pt x="7209" y="874"/>
                        <a:pt x="7064" y="1031"/>
                        <a:pt x="6902" y="800"/>
                      </a:cubicBezTo>
                      <a:cubicBezTo>
                        <a:pt x="6740" y="568"/>
                        <a:pt x="6653" y="529"/>
                        <a:pt x="6548" y="529"/>
                      </a:cubicBezTo>
                      <a:cubicBezTo>
                        <a:pt x="6443" y="529"/>
                        <a:pt x="6360" y="581"/>
                        <a:pt x="6194" y="406"/>
                      </a:cubicBezTo>
                      <a:cubicBezTo>
                        <a:pt x="6028" y="231"/>
                        <a:pt x="5901" y="341"/>
                        <a:pt x="5770" y="310"/>
                      </a:cubicBezTo>
                      <a:cubicBezTo>
                        <a:pt x="5639" y="279"/>
                        <a:pt x="5678" y="166"/>
                        <a:pt x="5427" y="83"/>
                      </a:cubicBezTo>
                      <a:cubicBezTo>
                        <a:pt x="5177" y="0"/>
                        <a:pt x="5110" y="192"/>
                        <a:pt x="4905" y="135"/>
                      </a:cubicBezTo>
                      <a:cubicBezTo>
                        <a:pt x="4762" y="96"/>
                        <a:pt x="4671" y="61"/>
                        <a:pt x="4588" y="59"/>
                      </a:cubicBezTo>
                      <a:lnTo>
                        <a:pt x="4575" y="59"/>
                      </a:lnTo>
                      <a:cubicBezTo>
                        <a:pt x="4543" y="60"/>
                        <a:pt x="4513" y="66"/>
                        <a:pt x="4481" y="79"/>
                      </a:cubicBezTo>
                      <a:cubicBezTo>
                        <a:pt x="4363" y="127"/>
                        <a:pt x="4237" y="184"/>
                        <a:pt x="4084" y="118"/>
                      </a:cubicBezTo>
                      <a:cubicBezTo>
                        <a:pt x="3930" y="52"/>
                        <a:pt x="3808" y="74"/>
                        <a:pt x="3681" y="149"/>
                      </a:cubicBezTo>
                      <a:cubicBezTo>
                        <a:pt x="3554" y="223"/>
                        <a:pt x="3585" y="210"/>
                        <a:pt x="3231" y="188"/>
                      </a:cubicBezTo>
                      <a:cubicBezTo>
                        <a:pt x="2877" y="166"/>
                        <a:pt x="2959" y="393"/>
                        <a:pt x="2824" y="433"/>
                      </a:cubicBezTo>
                      <a:cubicBezTo>
                        <a:pt x="2688" y="472"/>
                        <a:pt x="2571" y="389"/>
                        <a:pt x="2396" y="433"/>
                      </a:cubicBezTo>
                      <a:cubicBezTo>
                        <a:pt x="2221" y="476"/>
                        <a:pt x="2159" y="634"/>
                        <a:pt x="2081" y="673"/>
                      </a:cubicBezTo>
                      <a:cubicBezTo>
                        <a:pt x="2002" y="712"/>
                        <a:pt x="1941" y="664"/>
                        <a:pt x="1718" y="730"/>
                      </a:cubicBezTo>
                      <a:cubicBezTo>
                        <a:pt x="1495" y="795"/>
                        <a:pt x="1500" y="996"/>
                        <a:pt x="1395" y="1075"/>
                      </a:cubicBezTo>
                      <a:cubicBezTo>
                        <a:pt x="1290" y="1154"/>
                        <a:pt x="1159" y="1040"/>
                        <a:pt x="962" y="1211"/>
                      </a:cubicBezTo>
                      <a:cubicBezTo>
                        <a:pt x="765" y="1381"/>
                        <a:pt x="914" y="1450"/>
                        <a:pt x="700" y="1516"/>
                      </a:cubicBezTo>
                      <a:cubicBezTo>
                        <a:pt x="486" y="1581"/>
                        <a:pt x="406" y="1717"/>
                        <a:pt x="389" y="1835"/>
                      </a:cubicBezTo>
                      <a:cubicBezTo>
                        <a:pt x="371" y="1952"/>
                        <a:pt x="459" y="1953"/>
                        <a:pt x="241" y="2137"/>
                      </a:cubicBezTo>
                      <a:cubicBezTo>
                        <a:pt x="22" y="2320"/>
                        <a:pt x="22" y="2460"/>
                        <a:pt x="92" y="2644"/>
                      </a:cubicBezTo>
                      <a:cubicBezTo>
                        <a:pt x="162" y="2827"/>
                        <a:pt x="44" y="2937"/>
                        <a:pt x="22" y="3164"/>
                      </a:cubicBezTo>
                      <a:cubicBezTo>
                        <a:pt x="0" y="3391"/>
                        <a:pt x="170" y="3631"/>
                        <a:pt x="376" y="3732"/>
                      </a:cubicBezTo>
                      <a:cubicBezTo>
                        <a:pt x="581" y="3832"/>
                        <a:pt x="541" y="3804"/>
                        <a:pt x="630" y="3958"/>
                      </a:cubicBezTo>
                      <a:cubicBezTo>
                        <a:pt x="718" y="4112"/>
                        <a:pt x="813" y="4227"/>
                        <a:pt x="1043" y="4260"/>
                      </a:cubicBezTo>
                      <a:cubicBezTo>
                        <a:pt x="1272" y="4293"/>
                        <a:pt x="1168" y="4295"/>
                        <a:pt x="1404" y="4395"/>
                      </a:cubicBezTo>
                      <a:cubicBezTo>
                        <a:pt x="1640" y="4496"/>
                        <a:pt x="1727" y="4391"/>
                        <a:pt x="1788" y="4445"/>
                      </a:cubicBezTo>
                      <a:cubicBezTo>
                        <a:pt x="1849" y="4499"/>
                        <a:pt x="1805" y="4636"/>
                        <a:pt x="1976" y="4806"/>
                      </a:cubicBezTo>
                      <a:cubicBezTo>
                        <a:pt x="2146" y="4977"/>
                        <a:pt x="2242" y="4841"/>
                        <a:pt x="2308" y="4959"/>
                      </a:cubicBezTo>
                      <a:cubicBezTo>
                        <a:pt x="2373" y="5077"/>
                        <a:pt x="2234" y="5243"/>
                        <a:pt x="2654" y="5453"/>
                      </a:cubicBezTo>
                      <a:cubicBezTo>
                        <a:pt x="3073" y="5663"/>
                        <a:pt x="2990" y="5403"/>
                        <a:pt x="3292" y="5468"/>
                      </a:cubicBezTo>
                      <a:cubicBezTo>
                        <a:pt x="3594" y="5534"/>
                        <a:pt x="3895" y="5397"/>
                        <a:pt x="4046" y="5316"/>
                      </a:cubicBezTo>
                      <a:cubicBezTo>
                        <a:pt x="4197" y="5236"/>
                        <a:pt x="4058" y="5260"/>
                        <a:pt x="4603" y="5272"/>
                      </a:cubicBezTo>
                      <a:cubicBezTo>
                        <a:pt x="5147" y="5285"/>
                        <a:pt x="5023" y="5029"/>
                        <a:pt x="5175" y="5074"/>
                      </a:cubicBezTo>
                      <a:cubicBezTo>
                        <a:pt x="5328" y="5119"/>
                        <a:pt x="5586" y="5180"/>
                        <a:pt x="5784" y="5129"/>
                      </a:cubicBezTo>
                      <a:cubicBezTo>
                        <a:pt x="5982" y="5078"/>
                        <a:pt x="6334" y="4928"/>
                        <a:pt x="6517" y="5025"/>
                      </a:cubicBezTo>
                      <a:cubicBezTo>
                        <a:pt x="6701" y="5122"/>
                        <a:pt x="7007" y="5055"/>
                        <a:pt x="7090" y="5033"/>
                      </a:cubicBezTo>
                      <a:cubicBezTo>
                        <a:pt x="7173" y="5012"/>
                        <a:pt x="7098" y="5078"/>
                        <a:pt x="7313" y="5169"/>
                      </a:cubicBezTo>
                      <a:cubicBezTo>
                        <a:pt x="7639" y="5308"/>
                        <a:pt x="7782" y="5220"/>
                        <a:pt x="7863" y="5181"/>
                      </a:cubicBezTo>
                      <a:cubicBezTo>
                        <a:pt x="7869" y="5178"/>
                        <a:pt x="7875" y="5176"/>
                        <a:pt x="7880" y="5174"/>
                      </a:cubicBezTo>
                      <a:cubicBezTo>
                        <a:pt x="7882" y="5173"/>
                        <a:pt x="7883" y="5172"/>
                        <a:pt x="7885" y="5172"/>
                      </a:cubicBezTo>
                      <a:cubicBezTo>
                        <a:pt x="7889" y="5170"/>
                        <a:pt x="7893" y="5169"/>
                        <a:pt x="7896" y="5168"/>
                      </a:cubicBezTo>
                      <a:lnTo>
                        <a:pt x="7896" y="5168"/>
                      </a:lnTo>
                      <a:cubicBezTo>
                        <a:pt x="7898" y="5167"/>
                        <a:pt x="7901" y="5167"/>
                        <a:pt x="7903" y="5166"/>
                      </a:cubicBezTo>
                      <a:lnTo>
                        <a:pt x="7903" y="5166"/>
                      </a:lnTo>
                      <a:cubicBezTo>
                        <a:pt x="7906" y="5166"/>
                        <a:pt x="7908" y="5165"/>
                        <a:pt x="7911" y="5165"/>
                      </a:cubicBezTo>
                      <a:lnTo>
                        <a:pt x="7911" y="5165"/>
                      </a:lnTo>
                      <a:cubicBezTo>
                        <a:pt x="7911" y="5165"/>
                        <a:pt x="7912" y="5165"/>
                        <a:pt x="7913" y="5165"/>
                      </a:cubicBezTo>
                      <a:cubicBezTo>
                        <a:pt x="7917" y="5165"/>
                        <a:pt x="7920" y="5166"/>
                        <a:pt x="7924" y="5167"/>
                      </a:cubicBezTo>
                      <a:cubicBezTo>
                        <a:pt x="7932" y="5169"/>
                        <a:pt x="7940" y="5173"/>
                        <a:pt x="7950" y="5176"/>
                      </a:cubicBezTo>
                      <a:cubicBezTo>
                        <a:pt x="7954" y="5178"/>
                        <a:pt x="7958" y="5180"/>
                        <a:pt x="7963" y="5182"/>
                      </a:cubicBezTo>
                      <a:cubicBezTo>
                        <a:pt x="8043" y="5217"/>
                        <a:pt x="8179" y="5288"/>
                        <a:pt x="8371" y="5269"/>
                      </a:cubicBezTo>
                      <a:cubicBezTo>
                        <a:pt x="8598" y="5247"/>
                        <a:pt x="8686" y="5081"/>
                        <a:pt x="8738" y="4924"/>
                      </a:cubicBezTo>
                      <a:cubicBezTo>
                        <a:pt x="8739" y="4922"/>
                        <a:pt x="8739" y="4921"/>
                        <a:pt x="8740" y="4920"/>
                      </a:cubicBezTo>
                      <a:cubicBezTo>
                        <a:pt x="8792" y="4768"/>
                        <a:pt x="8874" y="4856"/>
                        <a:pt x="8939" y="4653"/>
                      </a:cubicBezTo>
                      <a:cubicBezTo>
                        <a:pt x="9005" y="4449"/>
                        <a:pt x="8895" y="4282"/>
                        <a:pt x="8895" y="4221"/>
                      </a:cubicBezTo>
                      <a:cubicBezTo>
                        <a:pt x="8895" y="4160"/>
                        <a:pt x="9031" y="4187"/>
                        <a:pt x="9022" y="3907"/>
                      </a:cubicBezTo>
                      <a:moveTo>
                        <a:pt x="2142" y="728"/>
                      </a:moveTo>
                      <a:cubicBezTo>
                        <a:pt x="2160" y="688"/>
                        <a:pt x="2211" y="665"/>
                        <a:pt x="2244" y="639"/>
                      </a:cubicBezTo>
                      <a:cubicBezTo>
                        <a:pt x="2290" y="602"/>
                        <a:pt x="2334" y="566"/>
                        <a:pt x="2388" y="540"/>
                      </a:cubicBezTo>
                      <a:cubicBezTo>
                        <a:pt x="2447" y="510"/>
                        <a:pt x="2802" y="438"/>
                        <a:pt x="2804" y="556"/>
                      </a:cubicBezTo>
                      <a:cubicBezTo>
                        <a:pt x="2806" y="674"/>
                        <a:pt x="2535" y="782"/>
                        <a:pt x="2535" y="782"/>
                      </a:cubicBezTo>
                      <a:cubicBezTo>
                        <a:pt x="2912" y="835"/>
                        <a:pt x="3073" y="359"/>
                        <a:pt x="3129" y="323"/>
                      </a:cubicBezTo>
                      <a:cubicBezTo>
                        <a:pt x="3185" y="287"/>
                        <a:pt x="3358" y="323"/>
                        <a:pt x="3506" y="340"/>
                      </a:cubicBezTo>
                      <a:cubicBezTo>
                        <a:pt x="3653" y="356"/>
                        <a:pt x="3692" y="263"/>
                        <a:pt x="3830" y="218"/>
                      </a:cubicBezTo>
                      <a:cubicBezTo>
                        <a:pt x="3967" y="172"/>
                        <a:pt x="3991" y="235"/>
                        <a:pt x="4165" y="271"/>
                      </a:cubicBezTo>
                      <a:cubicBezTo>
                        <a:pt x="4339" y="307"/>
                        <a:pt x="4457" y="199"/>
                        <a:pt x="4588" y="186"/>
                      </a:cubicBezTo>
                      <a:cubicBezTo>
                        <a:pt x="4682" y="176"/>
                        <a:pt x="4742" y="245"/>
                        <a:pt x="4814" y="283"/>
                      </a:cubicBezTo>
                      <a:cubicBezTo>
                        <a:pt x="4780" y="346"/>
                        <a:pt x="4722" y="433"/>
                        <a:pt x="4643" y="481"/>
                      </a:cubicBezTo>
                      <a:cubicBezTo>
                        <a:pt x="4509" y="563"/>
                        <a:pt x="4453" y="487"/>
                        <a:pt x="4448" y="471"/>
                      </a:cubicBezTo>
                      <a:cubicBezTo>
                        <a:pt x="4448" y="471"/>
                        <a:pt x="4426" y="630"/>
                        <a:pt x="4594" y="576"/>
                      </a:cubicBezTo>
                      <a:cubicBezTo>
                        <a:pt x="4594" y="576"/>
                        <a:pt x="4529" y="789"/>
                        <a:pt x="4494" y="899"/>
                      </a:cubicBezTo>
                      <a:cubicBezTo>
                        <a:pt x="4494" y="899"/>
                        <a:pt x="4399" y="646"/>
                        <a:pt x="4261" y="572"/>
                      </a:cubicBezTo>
                      <a:cubicBezTo>
                        <a:pt x="4123" y="497"/>
                        <a:pt x="4521" y="540"/>
                        <a:pt x="4495" y="288"/>
                      </a:cubicBezTo>
                      <a:cubicBezTo>
                        <a:pt x="4495" y="288"/>
                        <a:pt x="4456" y="378"/>
                        <a:pt x="4329" y="415"/>
                      </a:cubicBezTo>
                      <a:cubicBezTo>
                        <a:pt x="4202" y="452"/>
                        <a:pt x="4154" y="498"/>
                        <a:pt x="4141" y="509"/>
                      </a:cubicBezTo>
                      <a:cubicBezTo>
                        <a:pt x="4139" y="511"/>
                        <a:pt x="4083" y="485"/>
                        <a:pt x="4079" y="483"/>
                      </a:cubicBezTo>
                      <a:lnTo>
                        <a:pt x="4079" y="483"/>
                      </a:lnTo>
                      <a:cubicBezTo>
                        <a:pt x="4022" y="465"/>
                        <a:pt x="3963" y="454"/>
                        <a:pt x="3903" y="451"/>
                      </a:cubicBezTo>
                      <a:cubicBezTo>
                        <a:pt x="3822" y="447"/>
                        <a:pt x="3716" y="447"/>
                        <a:pt x="3640" y="478"/>
                      </a:cubicBezTo>
                      <a:cubicBezTo>
                        <a:pt x="3568" y="508"/>
                        <a:pt x="3510" y="566"/>
                        <a:pt x="3427" y="569"/>
                      </a:cubicBezTo>
                      <a:lnTo>
                        <a:pt x="3427" y="569"/>
                      </a:lnTo>
                      <a:cubicBezTo>
                        <a:pt x="3425" y="569"/>
                        <a:pt x="3423" y="569"/>
                        <a:pt x="3421" y="569"/>
                      </a:cubicBezTo>
                      <a:cubicBezTo>
                        <a:pt x="3399" y="569"/>
                        <a:pt x="3377" y="564"/>
                        <a:pt x="3358" y="553"/>
                      </a:cubicBezTo>
                      <a:cubicBezTo>
                        <a:pt x="3357" y="552"/>
                        <a:pt x="3355" y="551"/>
                        <a:pt x="3354" y="550"/>
                      </a:cubicBezTo>
                      <a:lnTo>
                        <a:pt x="3354" y="550"/>
                      </a:lnTo>
                      <a:cubicBezTo>
                        <a:pt x="3319" y="526"/>
                        <a:pt x="3287" y="498"/>
                        <a:pt x="3258" y="467"/>
                      </a:cubicBezTo>
                      <a:cubicBezTo>
                        <a:pt x="3240" y="447"/>
                        <a:pt x="3205" y="382"/>
                        <a:pt x="3221" y="354"/>
                      </a:cubicBezTo>
                      <a:cubicBezTo>
                        <a:pt x="3198" y="393"/>
                        <a:pt x="3202" y="470"/>
                        <a:pt x="3220" y="511"/>
                      </a:cubicBezTo>
                      <a:cubicBezTo>
                        <a:pt x="3234" y="544"/>
                        <a:pt x="3274" y="565"/>
                        <a:pt x="3302" y="584"/>
                      </a:cubicBezTo>
                      <a:cubicBezTo>
                        <a:pt x="3323" y="598"/>
                        <a:pt x="3358" y="612"/>
                        <a:pt x="3352" y="640"/>
                      </a:cubicBezTo>
                      <a:cubicBezTo>
                        <a:pt x="3345" y="676"/>
                        <a:pt x="3286" y="692"/>
                        <a:pt x="3257" y="702"/>
                      </a:cubicBezTo>
                      <a:cubicBezTo>
                        <a:pt x="3212" y="717"/>
                        <a:pt x="3182" y="729"/>
                        <a:pt x="3144" y="756"/>
                      </a:cubicBezTo>
                      <a:cubicBezTo>
                        <a:pt x="3050" y="825"/>
                        <a:pt x="2931" y="884"/>
                        <a:pt x="2821" y="923"/>
                      </a:cubicBezTo>
                      <a:cubicBezTo>
                        <a:pt x="2702" y="965"/>
                        <a:pt x="2569" y="973"/>
                        <a:pt x="2444" y="959"/>
                      </a:cubicBezTo>
                      <a:cubicBezTo>
                        <a:pt x="2339" y="948"/>
                        <a:pt x="2308" y="870"/>
                        <a:pt x="2226" y="816"/>
                      </a:cubicBezTo>
                      <a:cubicBezTo>
                        <a:pt x="2193" y="795"/>
                        <a:pt x="2120" y="773"/>
                        <a:pt x="2142" y="728"/>
                      </a:cubicBezTo>
                      <a:moveTo>
                        <a:pt x="8552" y="5134"/>
                      </a:moveTo>
                      <a:cubicBezTo>
                        <a:pt x="8465" y="5208"/>
                        <a:pt x="8289" y="5264"/>
                        <a:pt x="8139" y="5205"/>
                      </a:cubicBezTo>
                      <a:cubicBezTo>
                        <a:pt x="7990" y="5146"/>
                        <a:pt x="7958" y="5040"/>
                        <a:pt x="8008" y="4979"/>
                      </a:cubicBezTo>
                      <a:cubicBezTo>
                        <a:pt x="8059" y="4919"/>
                        <a:pt x="8222" y="4891"/>
                        <a:pt x="8222" y="4891"/>
                      </a:cubicBezTo>
                      <a:cubicBezTo>
                        <a:pt x="8043" y="4900"/>
                        <a:pt x="7910" y="4969"/>
                        <a:pt x="7866" y="5059"/>
                      </a:cubicBezTo>
                      <a:cubicBezTo>
                        <a:pt x="7733" y="5113"/>
                        <a:pt x="7495" y="5118"/>
                        <a:pt x="7449" y="5114"/>
                      </a:cubicBezTo>
                      <a:cubicBezTo>
                        <a:pt x="7395" y="5108"/>
                        <a:pt x="7256" y="5030"/>
                        <a:pt x="7226" y="4826"/>
                      </a:cubicBezTo>
                      <a:cubicBezTo>
                        <a:pt x="7197" y="4623"/>
                        <a:pt x="7075" y="4626"/>
                        <a:pt x="7075" y="4626"/>
                      </a:cubicBezTo>
                      <a:cubicBezTo>
                        <a:pt x="7163" y="4656"/>
                        <a:pt x="7160" y="4762"/>
                        <a:pt x="7140" y="4902"/>
                      </a:cubicBezTo>
                      <a:cubicBezTo>
                        <a:pt x="7121" y="5043"/>
                        <a:pt x="6744" y="5036"/>
                        <a:pt x="6675" y="4957"/>
                      </a:cubicBezTo>
                      <a:cubicBezTo>
                        <a:pt x="6606" y="4879"/>
                        <a:pt x="6626" y="4649"/>
                        <a:pt x="6744" y="4560"/>
                      </a:cubicBezTo>
                      <a:cubicBezTo>
                        <a:pt x="6862" y="4471"/>
                        <a:pt x="6816" y="4290"/>
                        <a:pt x="6816" y="4290"/>
                      </a:cubicBezTo>
                      <a:cubicBezTo>
                        <a:pt x="6799" y="4394"/>
                        <a:pt x="6699" y="4484"/>
                        <a:pt x="6585" y="4516"/>
                      </a:cubicBezTo>
                      <a:cubicBezTo>
                        <a:pt x="6472" y="4548"/>
                        <a:pt x="6281" y="4372"/>
                        <a:pt x="6281" y="4372"/>
                      </a:cubicBezTo>
                      <a:cubicBezTo>
                        <a:pt x="6259" y="4573"/>
                        <a:pt x="6458" y="4567"/>
                        <a:pt x="6516" y="4643"/>
                      </a:cubicBezTo>
                      <a:cubicBezTo>
                        <a:pt x="6575" y="4720"/>
                        <a:pt x="6529" y="4888"/>
                        <a:pt x="6418" y="4891"/>
                      </a:cubicBezTo>
                      <a:cubicBezTo>
                        <a:pt x="6308" y="4895"/>
                        <a:pt x="6089" y="4858"/>
                        <a:pt x="5912" y="4945"/>
                      </a:cubicBezTo>
                      <a:cubicBezTo>
                        <a:pt x="5735" y="5033"/>
                        <a:pt x="5400" y="5063"/>
                        <a:pt x="5245" y="4969"/>
                      </a:cubicBezTo>
                      <a:cubicBezTo>
                        <a:pt x="5091" y="4875"/>
                        <a:pt x="5127" y="4591"/>
                        <a:pt x="5127" y="4591"/>
                      </a:cubicBezTo>
                      <a:cubicBezTo>
                        <a:pt x="4953" y="4772"/>
                        <a:pt x="5176" y="4921"/>
                        <a:pt x="5065" y="5063"/>
                      </a:cubicBezTo>
                      <a:cubicBezTo>
                        <a:pt x="4953" y="5206"/>
                        <a:pt x="4511" y="5198"/>
                        <a:pt x="4395" y="5171"/>
                      </a:cubicBezTo>
                      <a:cubicBezTo>
                        <a:pt x="4278" y="5145"/>
                        <a:pt x="4220" y="5099"/>
                        <a:pt x="4230" y="5056"/>
                      </a:cubicBezTo>
                      <a:cubicBezTo>
                        <a:pt x="4240" y="5011"/>
                        <a:pt x="4322" y="5012"/>
                        <a:pt x="4356" y="5010"/>
                      </a:cubicBezTo>
                      <a:cubicBezTo>
                        <a:pt x="4424" y="5004"/>
                        <a:pt x="4503" y="4999"/>
                        <a:pt x="4558" y="4953"/>
                      </a:cubicBezTo>
                      <a:cubicBezTo>
                        <a:pt x="4584" y="4932"/>
                        <a:pt x="4610" y="4907"/>
                        <a:pt x="4625" y="4879"/>
                      </a:cubicBezTo>
                      <a:cubicBezTo>
                        <a:pt x="4588" y="4890"/>
                        <a:pt x="4554" y="4921"/>
                        <a:pt x="4515" y="4934"/>
                      </a:cubicBezTo>
                      <a:lnTo>
                        <a:pt x="4515" y="4934"/>
                      </a:lnTo>
                      <a:cubicBezTo>
                        <a:pt x="4459" y="4951"/>
                        <a:pt x="4400" y="4961"/>
                        <a:pt x="4342" y="4963"/>
                      </a:cubicBezTo>
                      <a:cubicBezTo>
                        <a:pt x="4287" y="4966"/>
                        <a:pt x="4203" y="4968"/>
                        <a:pt x="4155" y="4937"/>
                      </a:cubicBezTo>
                      <a:cubicBezTo>
                        <a:pt x="4118" y="4913"/>
                        <a:pt x="4086" y="4872"/>
                        <a:pt x="4057" y="4840"/>
                      </a:cubicBezTo>
                      <a:lnTo>
                        <a:pt x="4057" y="4840"/>
                      </a:lnTo>
                      <a:cubicBezTo>
                        <a:pt x="4027" y="4809"/>
                        <a:pt x="3996" y="4780"/>
                        <a:pt x="3963" y="4752"/>
                      </a:cubicBezTo>
                      <a:cubicBezTo>
                        <a:pt x="3979" y="4776"/>
                        <a:pt x="3994" y="4811"/>
                        <a:pt x="4010" y="4838"/>
                      </a:cubicBezTo>
                      <a:cubicBezTo>
                        <a:pt x="4032" y="4876"/>
                        <a:pt x="4058" y="4910"/>
                        <a:pt x="4074" y="4951"/>
                      </a:cubicBezTo>
                      <a:lnTo>
                        <a:pt x="4074" y="4951"/>
                      </a:lnTo>
                      <a:cubicBezTo>
                        <a:pt x="4083" y="4971"/>
                        <a:pt x="4087" y="4992"/>
                        <a:pt x="4087" y="5014"/>
                      </a:cubicBezTo>
                      <a:cubicBezTo>
                        <a:pt x="4087" y="5033"/>
                        <a:pt x="4083" y="5053"/>
                        <a:pt x="4077" y="5071"/>
                      </a:cubicBezTo>
                      <a:cubicBezTo>
                        <a:pt x="4031" y="5201"/>
                        <a:pt x="3912" y="5300"/>
                        <a:pt x="3791" y="5357"/>
                      </a:cubicBezTo>
                      <a:cubicBezTo>
                        <a:pt x="3698" y="5401"/>
                        <a:pt x="3552" y="5452"/>
                        <a:pt x="3453" y="5397"/>
                      </a:cubicBezTo>
                      <a:cubicBezTo>
                        <a:pt x="3311" y="5319"/>
                        <a:pt x="3230" y="5148"/>
                        <a:pt x="3066" y="5079"/>
                      </a:cubicBezTo>
                      <a:cubicBezTo>
                        <a:pt x="3007" y="5054"/>
                        <a:pt x="2952" y="5055"/>
                        <a:pt x="2889" y="5058"/>
                      </a:cubicBezTo>
                      <a:cubicBezTo>
                        <a:pt x="2969" y="5116"/>
                        <a:pt x="3071" y="5150"/>
                        <a:pt x="3129" y="5235"/>
                      </a:cubicBezTo>
                      <a:cubicBezTo>
                        <a:pt x="3207" y="5352"/>
                        <a:pt x="2978" y="5401"/>
                        <a:pt x="2901" y="5402"/>
                      </a:cubicBezTo>
                      <a:cubicBezTo>
                        <a:pt x="2782" y="5405"/>
                        <a:pt x="2657" y="5365"/>
                        <a:pt x="2569" y="5285"/>
                      </a:cubicBezTo>
                      <a:cubicBezTo>
                        <a:pt x="2525" y="5246"/>
                        <a:pt x="2490" y="5196"/>
                        <a:pt x="2476" y="5138"/>
                      </a:cubicBezTo>
                      <a:cubicBezTo>
                        <a:pt x="2470" y="5116"/>
                        <a:pt x="2465" y="5096"/>
                        <a:pt x="2459" y="5077"/>
                      </a:cubicBezTo>
                      <a:cubicBezTo>
                        <a:pt x="2451" y="4994"/>
                        <a:pt x="2421" y="4817"/>
                        <a:pt x="2614" y="4709"/>
                      </a:cubicBezTo>
                      <a:cubicBezTo>
                        <a:pt x="2806" y="4602"/>
                        <a:pt x="2933" y="4711"/>
                        <a:pt x="3036" y="4715"/>
                      </a:cubicBezTo>
                      <a:cubicBezTo>
                        <a:pt x="3138" y="4719"/>
                        <a:pt x="3135" y="4647"/>
                        <a:pt x="3327" y="4833"/>
                      </a:cubicBezTo>
                      <a:cubicBezTo>
                        <a:pt x="3519" y="5019"/>
                        <a:pt x="3694" y="4905"/>
                        <a:pt x="3694" y="4905"/>
                      </a:cubicBezTo>
                      <a:cubicBezTo>
                        <a:pt x="3432" y="4934"/>
                        <a:pt x="3384" y="4757"/>
                        <a:pt x="3382" y="4654"/>
                      </a:cubicBezTo>
                      <a:cubicBezTo>
                        <a:pt x="3379" y="4552"/>
                        <a:pt x="3530" y="4370"/>
                        <a:pt x="3629" y="4314"/>
                      </a:cubicBezTo>
                      <a:cubicBezTo>
                        <a:pt x="3727" y="4257"/>
                        <a:pt x="3910" y="4259"/>
                        <a:pt x="4083" y="4411"/>
                      </a:cubicBezTo>
                      <a:cubicBezTo>
                        <a:pt x="4255" y="4564"/>
                        <a:pt x="4453" y="4549"/>
                        <a:pt x="4634" y="4467"/>
                      </a:cubicBezTo>
                      <a:cubicBezTo>
                        <a:pt x="4727" y="4426"/>
                        <a:pt x="4787" y="4337"/>
                        <a:pt x="4853" y="4264"/>
                      </a:cubicBezTo>
                      <a:cubicBezTo>
                        <a:pt x="4928" y="4182"/>
                        <a:pt x="5005" y="4128"/>
                        <a:pt x="5116" y="4118"/>
                      </a:cubicBezTo>
                      <a:cubicBezTo>
                        <a:pt x="5160" y="4114"/>
                        <a:pt x="5206" y="4109"/>
                        <a:pt x="5237" y="4144"/>
                      </a:cubicBezTo>
                      <a:cubicBezTo>
                        <a:pt x="5292" y="4205"/>
                        <a:pt x="5299" y="4308"/>
                        <a:pt x="5323" y="4381"/>
                      </a:cubicBezTo>
                      <a:cubicBezTo>
                        <a:pt x="5386" y="4567"/>
                        <a:pt x="5694" y="4685"/>
                        <a:pt x="5852" y="4547"/>
                      </a:cubicBezTo>
                      <a:cubicBezTo>
                        <a:pt x="5445" y="4623"/>
                        <a:pt x="5440" y="4375"/>
                        <a:pt x="5365" y="4253"/>
                      </a:cubicBezTo>
                      <a:cubicBezTo>
                        <a:pt x="5291" y="4130"/>
                        <a:pt x="5359" y="4124"/>
                        <a:pt x="5427" y="3971"/>
                      </a:cubicBezTo>
                      <a:cubicBezTo>
                        <a:pt x="5496" y="3818"/>
                        <a:pt x="5555" y="3745"/>
                        <a:pt x="5658" y="3706"/>
                      </a:cubicBezTo>
                      <a:cubicBezTo>
                        <a:pt x="5761" y="3666"/>
                        <a:pt x="5851" y="3786"/>
                        <a:pt x="5958" y="3815"/>
                      </a:cubicBezTo>
                      <a:cubicBezTo>
                        <a:pt x="6066" y="3843"/>
                        <a:pt x="6124" y="3756"/>
                        <a:pt x="6163" y="3684"/>
                      </a:cubicBezTo>
                      <a:cubicBezTo>
                        <a:pt x="6202" y="3611"/>
                        <a:pt x="6334" y="3569"/>
                        <a:pt x="6334" y="3569"/>
                      </a:cubicBezTo>
                      <a:cubicBezTo>
                        <a:pt x="6178" y="3558"/>
                        <a:pt x="6118" y="3724"/>
                        <a:pt x="6008" y="3739"/>
                      </a:cubicBezTo>
                      <a:cubicBezTo>
                        <a:pt x="5899" y="3754"/>
                        <a:pt x="5833" y="3571"/>
                        <a:pt x="5617" y="3610"/>
                      </a:cubicBezTo>
                      <a:cubicBezTo>
                        <a:pt x="5401" y="3649"/>
                        <a:pt x="5392" y="3854"/>
                        <a:pt x="5346" y="3929"/>
                      </a:cubicBezTo>
                      <a:cubicBezTo>
                        <a:pt x="5300" y="4003"/>
                        <a:pt x="5221" y="4071"/>
                        <a:pt x="5023" y="4043"/>
                      </a:cubicBezTo>
                      <a:cubicBezTo>
                        <a:pt x="4954" y="4033"/>
                        <a:pt x="4901" y="4017"/>
                        <a:pt x="4853" y="3966"/>
                      </a:cubicBezTo>
                      <a:lnTo>
                        <a:pt x="4853" y="3966"/>
                      </a:lnTo>
                      <a:cubicBezTo>
                        <a:pt x="4833" y="3944"/>
                        <a:pt x="4811" y="3923"/>
                        <a:pt x="4788" y="3904"/>
                      </a:cubicBezTo>
                      <a:cubicBezTo>
                        <a:pt x="4751" y="3873"/>
                        <a:pt x="4691" y="3884"/>
                        <a:pt x="4652" y="3905"/>
                      </a:cubicBezTo>
                      <a:cubicBezTo>
                        <a:pt x="4621" y="3922"/>
                        <a:pt x="4595" y="3950"/>
                        <a:pt x="4568" y="3971"/>
                      </a:cubicBezTo>
                      <a:cubicBezTo>
                        <a:pt x="4636" y="3903"/>
                        <a:pt x="4810" y="3946"/>
                        <a:pt x="4853" y="4025"/>
                      </a:cubicBezTo>
                      <a:cubicBezTo>
                        <a:pt x="4875" y="4065"/>
                        <a:pt x="4885" y="4100"/>
                        <a:pt x="4862" y="4145"/>
                      </a:cubicBezTo>
                      <a:cubicBezTo>
                        <a:pt x="4835" y="4199"/>
                        <a:pt x="4786" y="4243"/>
                        <a:pt x="4742" y="4283"/>
                      </a:cubicBezTo>
                      <a:cubicBezTo>
                        <a:pt x="4653" y="4363"/>
                        <a:pt x="4528" y="4399"/>
                        <a:pt x="4413" y="4426"/>
                      </a:cubicBezTo>
                      <a:cubicBezTo>
                        <a:pt x="4287" y="4455"/>
                        <a:pt x="4173" y="4388"/>
                        <a:pt x="4080" y="4310"/>
                      </a:cubicBezTo>
                      <a:cubicBezTo>
                        <a:pt x="3947" y="4200"/>
                        <a:pt x="3699" y="4149"/>
                        <a:pt x="3552" y="4263"/>
                      </a:cubicBezTo>
                      <a:cubicBezTo>
                        <a:pt x="3454" y="4339"/>
                        <a:pt x="3431" y="4469"/>
                        <a:pt x="3340" y="4553"/>
                      </a:cubicBezTo>
                      <a:cubicBezTo>
                        <a:pt x="3305" y="4586"/>
                        <a:pt x="3261" y="4614"/>
                        <a:pt x="3212" y="4618"/>
                      </a:cubicBezTo>
                      <a:cubicBezTo>
                        <a:pt x="3167" y="4622"/>
                        <a:pt x="3123" y="4622"/>
                        <a:pt x="3079" y="4633"/>
                      </a:cubicBezTo>
                      <a:cubicBezTo>
                        <a:pt x="3040" y="4642"/>
                        <a:pt x="3004" y="4653"/>
                        <a:pt x="2963" y="4646"/>
                      </a:cubicBezTo>
                      <a:cubicBezTo>
                        <a:pt x="2938" y="4641"/>
                        <a:pt x="2884" y="4630"/>
                        <a:pt x="2881" y="4599"/>
                      </a:cubicBezTo>
                      <a:cubicBezTo>
                        <a:pt x="2877" y="4570"/>
                        <a:pt x="2914" y="4547"/>
                        <a:pt x="2931" y="4528"/>
                      </a:cubicBezTo>
                      <a:cubicBezTo>
                        <a:pt x="2951" y="4506"/>
                        <a:pt x="2978" y="4487"/>
                        <a:pt x="2992" y="4460"/>
                      </a:cubicBezTo>
                      <a:cubicBezTo>
                        <a:pt x="3007" y="4429"/>
                        <a:pt x="3013" y="4388"/>
                        <a:pt x="3015" y="4355"/>
                      </a:cubicBezTo>
                      <a:lnTo>
                        <a:pt x="3015" y="4355"/>
                      </a:lnTo>
                      <a:cubicBezTo>
                        <a:pt x="3015" y="4349"/>
                        <a:pt x="3015" y="4344"/>
                        <a:pt x="3015" y="4339"/>
                      </a:cubicBezTo>
                      <a:cubicBezTo>
                        <a:pt x="3015" y="4313"/>
                        <a:pt x="3012" y="4288"/>
                        <a:pt x="3005" y="4263"/>
                      </a:cubicBezTo>
                      <a:cubicBezTo>
                        <a:pt x="3003" y="4254"/>
                        <a:pt x="2993" y="4240"/>
                        <a:pt x="2993" y="4231"/>
                      </a:cubicBezTo>
                      <a:cubicBezTo>
                        <a:pt x="2998" y="4376"/>
                        <a:pt x="2893" y="4555"/>
                        <a:pt x="2648" y="4597"/>
                      </a:cubicBezTo>
                      <a:cubicBezTo>
                        <a:pt x="2597" y="4605"/>
                        <a:pt x="2523" y="4619"/>
                        <a:pt x="2502" y="4672"/>
                      </a:cubicBezTo>
                      <a:cubicBezTo>
                        <a:pt x="2496" y="4687"/>
                        <a:pt x="2491" y="4702"/>
                        <a:pt x="2485" y="4717"/>
                      </a:cubicBezTo>
                      <a:cubicBezTo>
                        <a:pt x="2467" y="4763"/>
                        <a:pt x="2447" y="4809"/>
                        <a:pt x="2407" y="4842"/>
                      </a:cubicBezTo>
                      <a:cubicBezTo>
                        <a:pt x="2348" y="4890"/>
                        <a:pt x="2287" y="4821"/>
                        <a:pt x="2228" y="4802"/>
                      </a:cubicBezTo>
                      <a:cubicBezTo>
                        <a:pt x="2134" y="4772"/>
                        <a:pt x="2034" y="4746"/>
                        <a:pt x="1981" y="4654"/>
                      </a:cubicBezTo>
                      <a:cubicBezTo>
                        <a:pt x="1963" y="4622"/>
                        <a:pt x="1941" y="4566"/>
                        <a:pt x="1960" y="4530"/>
                      </a:cubicBezTo>
                      <a:cubicBezTo>
                        <a:pt x="1973" y="4507"/>
                        <a:pt x="2005" y="4492"/>
                        <a:pt x="2028" y="4483"/>
                      </a:cubicBezTo>
                      <a:lnTo>
                        <a:pt x="2028" y="4483"/>
                      </a:lnTo>
                      <a:cubicBezTo>
                        <a:pt x="2068" y="4466"/>
                        <a:pt x="2110" y="4453"/>
                        <a:pt x="2152" y="4445"/>
                      </a:cubicBezTo>
                      <a:cubicBezTo>
                        <a:pt x="2180" y="4439"/>
                        <a:pt x="2204" y="4436"/>
                        <a:pt x="2230" y="4424"/>
                      </a:cubicBezTo>
                      <a:cubicBezTo>
                        <a:pt x="2277" y="4402"/>
                        <a:pt x="2328" y="4384"/>
                        <a:pt x="2372" y="4357"/>
                      </a:cubicBezTo>
                      <a:cubicBezTo>
                        <a:pt x="2554" y="4244"/>
                        <a:pt x="2689" y="4038"/>
                        <a:pt x="2733" y="4023"/>
                      </a:cubicBezTo>
                      <a:cubicBezTo>
                        <a:pt x="2777" y="4008"/>
                        <a:pt x="3048" y="4047"/>
                        <a:pt x="3201" y="3962"/>
                      </a:cubicBezTo>
                      <a:cubicBezTo>
                        <a:pt x="3354" y="3876"/>
                        <a:pt x="3405" y="3689"/>
                        <a:pt x="3480" y="3678"/>
                      </a:cubicBezTo>
                      <a:cubicBezTo>
                        <a:pt x="3554" y="3667"/>
                        <a:pt x="3690" y="3765"/>
                        <a:pt x="3874" y="3680"/>
                      </a:cubicBezTo>
                      <a:cubicBezTo>
                        <a:pt x="4057" y="3595"/>
                        <a:pt x="4094" y="3439"/>
                        <a:pt x="4147" y="3485"/>
                      </a:cubicBezTo>
                      <a:cubicBezTo>
                        <a:pt x="4199" y="3530"/>
                        <a:pt x="4230" y="3809"/>
                        <a:pt x="3913" y="3955"/>
                      </a:cubicBezTo>
                      <a:cubicBezTo>
                        <a:pt x="3931" y="3947"/>
                        <a:pt x="3972" y="3955"/>
                        <a:pt x="3994" y="3950"/>
                      </a:cubicBezTo>
                      <a:cubicBezTo>
                        <a:pt x="4045" y="3938"/>
                        <a:pt x="4077" y="3910"/>
                        <a:pt x="4113" y="3874"/>
                      </a:cubicBezTo>
                      <a:lnTo>
                        <a:pt x="4113" y="3874"/>
                      </a:lnTo>
                      <a:cubicBezTo>
                        <a:pt x="4136" y="3852"/>
                        <a:pt x="4157" y="3827"/>
                        <a:pt x="4174" y="3800"/>
                      </a:cubicBezTo>
                      <a:cubicBezTo>
                        <a:pt x="4207" y="3749"/>
                        <a:pt x="4234" y="3688"/>
                        <a:pt x="4231" y="3626"/>
                      </a:cubicBezTo>
                      <a:cubicBezTo>
                        <a:pt x="4229" y="3586"/>
                        <a:pt x="4219" y="3549"/>
                        <a:pt x="4219" y="3509"/>
                      </a:cubicBezTo>
                      <a:cubicBezTo>
                        <a:pt x="4219" y="3467"/>
                        <a:pt x="4219" y="3445"/>
                        <a:pt x="4245" y="3411"/>
                      </a:cubicBezTo>
                      <a:cubicBezTo>
                        <a:pt x="4290" y="3353"/>
                        <a:pt x="4385" y="3323"/>
                        <a:pt x="4455" y="3342"/>
                      </a:cubicBezTo>
                      <a:cubicBezTo>
                        <a:pt x="4509" y="3356"/>
                        <a:pt x="4559" y="3387"/>
                        <a:pt x="4612" y="3402"/>
                      </a:cubicBezTo>
                      <a:cubicBezTo>
                        <a:pt x="4667" y="3418"/>
                        <a:pt x="4750" y="3414"/>
                        <a:pt x="4805" y="3401"/>
                      </a:cubicBezTo>
                      <a:lnTo>
                        <a:pt x="4805" y="3401"/>
                      </a:lnTo>
                      <a:cubicBezTo>
                        <a:pt x="4846" y="3391"/>
                        <a:pt x="4884" y="3376"/>
                        <a:pt x="4921" y="3355"/>
                      </a:cubicBezTo>
                      <a:cubicBezTo>
                        <a:pt x="4934" y="3347"/>
                        <a:pt x="4948" y="3338"/>
                        <a:pt x="4961" y="3329"/>
                      </a:cubicBezTo>
                      <a:cubicBezTo>
                        <a:pt x="4998" y="3301"/>
                        <a:pt x="5018" y="3273"/>
                        <a:pt x="5044" y="3237"/>
                      </a:cubicBezTo>
                      <a:cubicBezTo>
                        <a:pt x="5066" y="3205"/>
                        <a:pt x="5077" y="3212"/>
                        <a:pt x="5102" y="3236"/>
                      </a:cubicBezTo>
                      <a:cubicBezTo>
                        <a:pt x="5133" y="3263"/>
                        <a:pt x="5159" y="3282"/>
                        <a:pt x="5198" y="3297"/>
                      </a:cubicBezTo>
                      <a:cubicBezTo>
                        <a:pt x="5370" y="3364"/>
                        <a:pt x="5574" y="3349"/>
                        <a:pt x="5734" y="3255"/>
                      </a:cubicBezTo>
                      <a:cubicBezTo>
                        <a:pt x="5787" y="3223"/>
                        <a:pt x="5849" y="3156"/>
                        <a:pt x="5911" y="3203"/>
                      </a:cubicBezTo>
                      <a:cubicBezTo>
                        <a:pt x="5941" y="3227"/>
                        <a:pt x="5968" y="3250"/>
                        <a:pt x="6006" y="3262"/>
                      </a:cubicBezTo>
                      <a:cubicBezTo>
                        <a:pt x="6055" y="3277"/>
                        <a:pt x="6104" y="3281"/>
                        <a:pt x="6156" y="3281"/>
                      </a:cubicBezTo>
                      <a:cubicBezTo>
                        <a:pt x="6241" y="3281"/>
                        <a:pt x="6332" y="3264"/>
                        <a:pt x="6414" y="3290"/>
                      </a:cubicBezTo>
                      <a:cubicBezTo>
                        <a:pt x="6449" y="3302"/>
                        <a:pt x="6483" y="3327"/>
                        <a:pt x="6501" y="3360"/>
                      </a:cubicBezTo>
                      <a:cubicBezTo>
                        <a:pt x="6519" y="3395"/>
                        <a:pt x="6505" y="3425"/>
                        <a:pt x="6509" y="3462"/>
                      </a:cubicBezTo>
                      <a:cubicBezTo>
                        <a:pt x="6568" y="3372"/>
                        <a:pt x="6540" y="3283"/>
                        <a:pt x="6437" y="3245"/>
                      </a:cubicBezTo>
                      <a:cubicBezTo>
                        <a:pt x="6253" y="3177"/>
                        <a:pt x="6054" y="3236"/>
                        <a:pt x="5969" y="3171"/>
                      </a:cubicBezTo>
                      <a:cubicBezTo>
                        <a:pt x="5884" y="3105"/>
                        <a:pt x="6268" y="3059"/>
                        <a:pt x="6122" y="2771"/>
                      </a:cubicBezTo>
                      <a:cubicBezTo>
                        <a:pt x="6127" y="2779"/>
                        <a:pt x="6118" y="2800"/>
                        <a:pt x="6117" y="2809"/>
                      </a:cubicBezTo>
                      <a:cubicBezTo>
                        <a:pt x="6116" y="2827"/>
                        <a:pt x="6119" y="2844"/>
                        <a:pt x="6115" y="2862"/>
                      </a:cubicBezTo>
                      <a:lnTo>
                        <a:pt x="6115" y="2862"/>
                      </a:lnTo>
                      <a:cubicBezTo>
                        <a:pt x="6109" y="2892"/>
                        <a:pt x="6098" y="2922"/>
                        <a:pt x="6082" y="2949"/>
                      </a:cubicBezTo>
                      <a:cubicBezTo>
                        <a:pt x="6078" y="2956"/>
                        <a:pt x="6074" y="2962"/>
                        <a:pt x="6070" y="2968"/>
                      </a:cubicBezTo>
                      <a:cubicBezTo>
                        <a:pt x="6036" y="3018"/>
                        <a:pt x="5973" y="3054"/>
                        <a:pt x="5919" y="3077"/>
                      </a:cubicBezTo>
                      <a:cubicBezTo>
                        <a:pt x="5867" y="3099"/>
                        <a:pt x="5819" y="3096"/>
                        <a:pt x="5778" y="3137"/>
                      </a:cubicBezTo>
                      <a:cubicBezTo>
                        <a:pt x="5734" y="3182"/>
                        <a:pt x="5688" y="3210"/>
                        <a:pt x="5630" y="3236"/>
                      </a:cubicBezTo>
                      <a:cubicBezTo>
                        <a:pt x="5502" y="3294"/>
                        <a:pt x="5344" y="3285"/>
                        <a:pt x="5218" y="3229"/>
                      </a:cubicBezTo>
                      <a:cubicBezTo>
                        <a:pt x="5129" y="3190"/>
                        <a:pt x="5066" y="3097"/>
                        <a:pt x="5071" y="2997"/>
                      </a:cubicBezTo>
                      <a:cubicBezTo>
                        <a:pt x="5073" y="2946"/>
                        <a:pt x="5083" y="2910"/>
                        <a:pt x="5124" y="2881"/>
                      </a:cubicBezTo>
                      <a:cubicBezTo>
                        <a:pt x="5149" y="2863"/>
                        <a:pt x="5174" y="2841"/>
                        <a:pt x="5203" y="2829"/>
                      </a:cubicBezTo>
                      <a:cubicBezTo>
                        <a:pt x="5217" y="2823"/>
                        <a:pt x="5231" y="2823"/>
                        <a:pt x="5245" y="2819"/>
                      </a:cubicBezTo>
                      <a:cubicBezTo>
                        <a:pt x="5252" y="2816"/>
                        <a:pt x="5278" y="2796"/>
                        <a:pt x="5285" y="2798"/>
                      </a:cubicBezTo>
                      <a:cubicBezTo>
                        <a:pt x="5285" y="2798"/>
                        <a:pt x="5182" y="2758"/>
                        <a:pt x="5043" y="2895"/>
                      </a:cubicBezTo>
                      <a:cubicBezTo>
                        <a:pt x="5043" y="2895"/>
                        <a:pt x="4958" y="2788"/>
                        <a:pt x="4827" y="2819"/>
                      </a:cubicBezTo>
                      <a:cubicBezTo>
                        <a:pt x="4827" y="2819"/>
                        <a:pt x="4971" y="2876"/>
                        <a:pt x="5017" y="2983"/>
                      </a:cubicBezTo>
                      <a:cubicBezTo>
                        <a:pt x="5063" y="3090"/>
                        <a:pt x="5046" y="3166"/>
                        <a:pt x="4965" y="3236"/>
                      </a:cubicBezTo>
                      <a:cubicBezTo>
                        <a:pt x="4884" y="3306"/>
                        <a:pt x="4741" y="3389"/>
                        <a:pt x="4593" y="3333"/>
                      </a:cubicBezTo>
                      <a:cubicBezTo>
                        <a:pt x="4444" y="3276"/>
                        <a:pt x="4353" y="3234"/>
                        <a:pt x="4230" y="3313"/>
                      </a:cubicBezTo>
                      <a:cubicBezTo>
                        <a:pt x="4161" y="3357"/>
                        <a:pt x="4086" y="3403"/>
                        <a:pt x="4034" y="3468"/>
                      </a:cubicBezTo>
                      <a:cubicBezTo>
                        <a:pt x="4014" y="3493"/>
                        <a:pt x="3994" y="3517"/>
                        <a:pt x="3966" y="3534"/>
                      </a:cubicBezTo>
                      <a:cubicBezTo>
                        <a:pt x="3915" y="3565"/>
                        <a:pt x="3914" y="3520"/>
                        <a:pt x="3916" y="3480"/>
                      </a:cubicBezTo>
                      <a:cubicBezTo>
                        <a:pt x="3918" y="3430"/>
                        <a:pt x="3927" y="3386"/>
                        <a:pt x="3939" y="3337"/>
                      </a:cubicBezTo>
                      <a:cubicBezTo>
                        <a:pt x="3953" y="3275"/>
                        <a:pt x="3973" y="3232"/>
                        <a:pt x="4030" y="3201"/>
                      </a:cubicBezTo>
                      <a:cubicBezTo>
                        <a:pt x="4068" y="3180"/>
                        <a:pt x="4108" y="3159"/>
                        <a:pt x="4150" y="3148"/>
                      </a:cubicBezTo>
                      <a:cubicBezTo>
                        <a:pt x="4187" y="3138"/>
                        <a:pt x="4229" y="3140"/>
                        <a:pt x="4267" y="3138"/>
                      </a:cubicBezTo>
                      <a:cubicBezTo>
                        <a:pt x="4267" y="3138"/>
                        <a:pt x="4121" y="3059"/>
                        <a:pt x="3974" y="3190"/>
                      </a:cubicBezTo>
                      <a:cubicBezTo>
                        <a:pt x="3915" y="3243"/>
                        <a:pt x="3902" y="3319"/>
                        <a:pt x="3892" y="3394"/>
                      </a:cubicBezTo>
                      <a:cubicBezTo>
                        <a:pt x="3883" y="3460"/>
                        <a:pt x="3879" y="3552"/>
                        <a:pt x="3830" y="3602"/>
                      </a:cubicBezTo>
                      <a:cubicBezTo>
                        <a:pt x="3793" y="3641"/>
                        <a:pt x="3738" y="3641"/>
                        <a:pt x="3688" y="3638"/>
                      </a:cubicBezTo>
                      <a:cubicBezTo>
                        <a:pt x="3610" y="3633"/>
                        <a:pt x="3509" y="3621"/>
                        <a:pt x="3476" y="3541"/>
                      </a:cubicBezTo>
                      <a:lnTo>
                        <a:pt x="3476" y="3541"/>
                      </a:lnTo>
                      <a:cubicBezTo>
                        <a:pt x="3471" y="3530"/>
                        <a:pt x="3468" y="3518"/>
                        <a:pt x="3468" y="3507"/>
                      </a:cubicBezTo>
                      <a:cubicBezTo>
                        <a:pt x="3468" y="3503"/>
                        <a:pt x="3468" y="3499"/>
                        <a:pt x="3469" y="3495"/>
                      </a:cubicBezTo>
                      <a:cubicBezTo>
                        <a:pt x="3471" y="3479"/>
                        <a:pt x="3480" y="3464"/>
                        <a:pt x="3484" y="3448"/>
                      </a:cubicBezTo>
                      <a:cubicBezTo>
                        <a:pt x="3490" y="3424"/>
                        <a:pt x="3488" y="3398"/>
                        <a:pt x="3494" y="3373"/>
                      </a:cubicBezTo>
                      <a:cubicBezTo>
                        <a:pt x="3498" y="3357"/>
                        <a:pt x="3507" y="3343"/>
                        <a:pt x="3512" y="3326"/>
                      </a:cubicBezTo>
                      <a:cubicBezTo>
                        <a:pt x="3526" y="3280"/>
                        <a:pt x="3532" y="3225"/>
                        <a:pt x="3522" y="3177"/>
                      </a:cubicBezTo>
                      <a:cubicBezTo>
                        <a:pt x="3502" y="3085"/>
                        <a:pt x="3481" y="2998"/>
                        <a:pt x="3540" y="2957"/>
                      </a:cubicBezTo>
                      <a:cubicBezTo>
                        <a:pt x="3599" y="2915"/>
                        <a:pt x="3655" y="2917"/>
                        <a:pt x="3697" y="2788"/>
                      </a:cubicBezTo>
                      <a:cubicBezTo>
                        <a:pt x="3697" y="2788"/>
                        <a:pt x="3520" y="2884"/>
                        <a:pt x="3470" y="2884"/>
                      </a:cubicBezTo>
                      <a:cubicBezTo>
                        <a:pt x="3419" y="2884"/>
                        <a:pt x="3459" y="2751"/>
                        <a:pt x="3327" y="2727"/>
                      </a:cubicBezTo>
                      <a:cubicBezTo>
                        <a:pt x="3327" y="2727"/>
                        <a:pt x="3425" y="2830"/>
                        <a:pt x="3421" y="2959"/>
                      </a:cubicBezTo>
                      <a:cubicBezTo>
                        <a:pt x="3416" y="3088"/>
                        <a:pt x="3467" y="3142"/>
                        <a:pt x="3439" y="3324"/>
                      </a:cubicBezTo>
                      <a:cubicBezTo>
                        <a:pt x="3419" y="3448"/>
                        <a:pt x="3416" y="3602"/>
                        <a:pt x="3344" y="3711"/>
                      </a:cubicBezTo>
                      <a:cubicBezTo>
                        <a:pt x="3313" y="3757"/>
                        <a:pt x="3280" y="3801"/>
                        <a:pt x="3237" y="3836"/>
                      </a:cubicBezTo>
                      <a:cubicBezTo>
                        <a:pt x="3187" y="3878"/>
                        <a:pt x="3123" y="3901"/>
                        <a:pt x="3059" y="3913"/>
                      </a:cubicBezTo>
                      <a:cubicBezTo>
                        <a:pt x="2994" y="3924"/>
                        <a:pt x="2929" y="3935"/>
                        <a:pt x="2864" y="3935"/>
                      </a:cubicBezTo>
                      <a:cubicBezTo>
                        <a:pt x="2797" y="3935"/>
                        <a:pt x="2689" y="3925"/>
                        <a:pt x="2757" y="3838"/>
                      </a:cubicBezTo>
                      <a:cubicBezTo>
                        <a:pt x="2806" y="3775"/>
                        <a:pt x="2883" y="3740"/>
                        <a:pt x="2948" y="3697"/>
                      </a:cubicBezTo>
                      <a:cubicBezTo>
                        <a:pt x="3016" y="3651"/>
                        <a:pt x="3098" y="3620"/>
                        <a:pt x="3138" y="3542"/>
                      </a:cubicBezTo>
                      <a:cubicBezTo>
                        <a:pt x="3171" y="3479"/>
                        <a:pt x="3148" y="3389"/>
                        <a:pt x="3102" y="3339"/>
                      </a:cubicBezTo>
                      <a:cubicBezTo>
                        <a:pt x="3102" y="3339"/>
                        <a:pt x="3122" y="3538"/>
                        <a:pt x="3024" y="3595"/>
                      </a:cubicBezTo>
                      <a:cubicBezTo>
                        <a:pt x="2928" y="3650"/>
                        <a:pt x="2829" y="3696"/>
                        <a:pt x="2753" y="3779"/>
                      </a:cubicBezTo>
                      <a:lnTo>
                        <a:pt x="2753" y="3779"/>
                      </a:lnTo>
                      <a:cubicBezTo>
                        <a:pt x="2730" y="3804"/>
                        <a:pt x="2710" y="3831"/>
                        <a:pt x="2693" y="3860"/>
                      </a:cubicBezTo>
                      <a:cubicBezTo>
                        <a:pt x="2677" y="3887"/>
                        <a:pt x="2681" y="3921"/>
                        <a:pt x="2663" y="3945"/>
                      </a:cubicBezTo>
                      <a:cubicBezTo>
                        <a:pt x="2630" y="3990"/>
                        <a:pt x="2562" y="3967"/>
                        <a:pt x="2518" y="3957"/>
                      </a:cubicBezTo>
                      <a:lnTo>
                        <a:pt x="2518" y="3957"/>
                      </a:lnTo>
                      <a:cubicBezTo>
                        <a:pt x="2436" y="3938"/>
                        <a:pt x="2357" y="3910"/>
                        <a:pt x="2282" y="3872"/>
                      </a:cubicBezTo>
                      <a:lnTo>
                        <a:pt x="2282" y="3872"/>
                      </a:lnTo>
                      <a:cubicBezTo>
                        <a:pt x="2274" y="3867"/>
                        <a:pt x="2265" y="3863"/>
                        <a:pt x="2256" y="3858"/>
                      </a:cubicBezTo>
                      <a:cubicBezTo>
                        <a:pt x="2226" y="3840"/>
                        <a:pt x="2197" y="3819"/>
                        <a:pt x="2171" y="3795"/>
                      </a:cubicBezTo>
                      <a:cubicBezTo>
                        <a:pt x="2133" y="3761"/>
                        <a:pt x="2117" y="3725"/>
                        <a:pt x="2088" y="3685"/>
                      </a:cubicBezTo>
                      <a:cubicBezTo>
                        <a:pt x="2042" y="3623"/>
                        <a:pt x="1954" y="3538"/>
                        <a:pt x="1873" y="3531"/>
                      </a:cubicBezTo>
                      <a:cubicBezTo>
                        <a:pt x="1821" y="3527"/>
                        <a:pt x="1770" y="3536"/>
                        <a:pt x="1719" y="3538"/>
                      </a:cubicBezTo>
                      <a:cubicBezTo>
                        <a:pt x="1666" y="3541"/>
                        <a:pt x="1626" y="3528"/>
                        <a:pt x="1576" y="3516"/>
                      </a:cubicBezTo>
                      <a:cubicBezTo>
                        <a:pt x="1533" y="3505"/>
                        <a:pt x="1490" y="3499"/>
                        <a:pt x="1447" y="3485"/>
                      </a:cubicBezTo>
                      <a:cubicBezTo>
                        <a:pt x="1395" y="3469"/>
                        <a:pt x="1344" y="3449"/>
                        <a:pt x="1293" y="3431"/>
                      </a:cubicBezTo>
                      <a:cubicBezTo>
                        <a:pt x="1144" y="3378"/>
                        <a:pt x="1048" y="3295"/>
                        <a:pt x="1028" y="3094"/>
                      </a:cubicBezTo>
                      <a:cubicBezTo>
                        <a:pt x="1028" y="3094"/>
                        <a:pt x="928" y="3468"/>
                        <a:pt x="1330" y="3516"/>
                      </a:cubicBezTo>
                      <a:cubicBezTo>
                        <a:pt x="1732" y="3564"/>
                        <a:pt x="1642" y="4028"/>
                        <a:pt x="1642" y="4028"/>
                      </a:cubicBezTo>
                      <a:cubicBezTo>
                        <a:pt x="1642" y="4028"/>
                        <a:pt x="1800" y="3910"/>
                        <a:pt x="1684" y="3617"/>
                      </a:cubicBezTo>
                      <a:cubicBezTo>
                        <a:pt x="1684" y="3617"/>
                        <a:pt x="1839" y="3536"/>
                        <a:pt x="1970" y="3652"/>
                      </a:cubicBezTo>
                      <a:cubicBezTo>
                        <a:pt x="2101" y="3767"/>
                        <a:pt x="2058" y="3907"/>
                        <a:pt x="2366" y="3984"/>
                      </a:cubicBezTo>
                      <a:cubicBezTo>
                        <a:pt x="2399" y="3992"/>
                        <a:pt x="2433" y="3999"/>
                        <a:pt x="2466" y="4008"/>
                      </a:cubicBezTo>
                      <a:cubicBezTo>
                        <a:pt x="2490" y="4014"/>
                        <a:pt x="2535" y="4027"/>
                        <a:pt x="2545" y="4054"/>
                      </a:cubicBezTo>
                      <a:cubicBezTo>
                        <a:pt x="2552" y="4073"/>
                        <a:pt x="2540" y="4096"/>
                        <a:pt x="2532" y="4113"/>
                      </a:cubicBezTo>
                      <a:cubicBezTo>
                        <a:pt x="2524" y="4130"/>
                        <a:pt x="2509" y="4145"/>
                        <a:pt x="2503" y="4163"/>
                      </a:cubicBezTo>
                      <a:cubicBezTo>
                        <a:pt x="2496" y="4184"/>
                        <a:pt x="2496" y="4198"/>
                        <a:pt x="2481" y="4217"/>
                      </a:cubicBezTo>
                      <a:cubicBezTo>
                        <a:pt x="2433" y="4276"/>
                        <a:pt x="2345" y="4328"/>
                        <a:pt x="2273" y="4348"/>
                      </a:cubicBezTo>
                      <a:cubicBezTo>
                        <a:pt x="2221" y="4363"/>
                        <a:pt x="2172" y="4363"/>
                        <a:pt x="2119" y="4366"/>
                      </a:cubicBezTo>
                      <a:cubicBezTo>
                        <a:pt x="2075" y="4369"/>
                        <a:pt x="2032" y="4382"/>
                        <a:pt x="1989" y="4391"/>
                      </a:cubicBezTo>
                      <a:cubicBezTo>
                        <a:pt x="1961" y="4396"/>
                        <a:pt x="1904" y="4412"/>
                        <a:pt x="1883" y="4383"/>
                      </a:cubicBezTo>
                      <a:cubicBezTo>
                        <a:pt x="1868" y="4362"/>
                        <a:pt x="1884" y="4321"/>
                        <a:pt x="1891" y="4298"/>
                      </a:cubicBezTo>
                      <a:cubicBezTo>
                        <a:pt x="1908" y="4238"/>
                        <a:pt x="1925" y="4177"/>
                        <a:pt x="1922" y="4114"/>
                      </a:cubicBezTo>
                      <a:lnTo>
                        <a:pt x="1922" y="4114"/>
                      </a:lnTo>
                      <a:cubicBezTo>
                        <a:pt x="1920" y="4088"/>
                        <a:pt x="1917" y="4062"/>
                        <a:pt x="1912" y="4037"/>
                      </a:cubicBezTo>
                      <a:cubicBezTo>
                        <a:pt x="1908" y="4023"/>
                        <a:pt x="1893" y="4006"/>
                        <a:pt x="1893" y="3992"/>
                      </a:cubicBezTo>
                      <a:cubicBezTo>
                        <a:pt x="1906" y="4352"/>
                        <a:pt x="1739" y="4300"/>
                        <a:pt x="1621" y="4313"/>
                      </a:cubicBezTo>
                      <a:cubicBezTo>
                        <a:pt x="1503" y="4326"/>
                        <a:pt x="1400" y="4292"/>
                        <a:pt x="1407" y="4096"/>
                      </a:cubicBezTo>
                      <a:cubicBezTo>
                        <a:pt x="1413" y="3899"/>
                        <a:pt x="1299" y="3854"/>
                        <a:pt x="1299" y="3854"/>
                      </a:cubicBezTo>
                      <a:cubicBezTo>
                        <a:pt x="1407" y="4024"/>
                        <a:pt x="1263" y="4169"/>
                        <a:pt x="1191" y="4172"/>
                      </a:cubicBezTo>
                      <a:cubicBezTo>
                        <a:pt x="1119" y="4175"/>
                        <a:pt x="948" y="4129"/>
                        <a:pt x="903" y="3988"/>
                      </a:cubicBezTo>
                      <a:cubicBezTo>
                        <a:pt x="857" y="3847"/>
                        <a:pt x="1027" y="3742"/>
                        <a:pt x="922" y="3579"/>
                      </a:cubicBezTo>
                      <a:cubicBezTo>
                        <a:pt x="817" y="3415"/>
                        <a:pt x="689" y="3457"/>
                        <a:pt x="689" y="3457"/>
                      </a:cubicBezTo>
                      <a:cubicBezTo>
                        <a:pt x="876" y="3526"/>
                        <a:pt x="873" y="3733"/>
                        <a:pt x="752" y="3795"/>
                      </a:cubicBezTo>
                      <a:cubicBezTo>
                        <a:pt x="630" y="3857"/>
                        <a:pt x="430" y="3673"/>
                        <a:pt x="247" y="3411"/>
                      </a:cubicBezTo>
                      <a:cubicBezTo>
                        <a:pt x="63" y="3148"/>
                        <a:pt x="184" y="2838"/>
                        <a:pt x="204" y="2786"/>
                      </a:cubicBezTo>
                      <a:cubicBezTo>
                        <a:pt x="224" y="2733"/>
                        <a:pt x="291" y="2736"/>
                        <a:pt x="447" y="2629"/>
                      </a:cubicBezTo>
                      <a:cubicBezTo>
                        <a:pt x="602" y="2522"/>
                        <a:pt x="486" y="2340"/>
                        <a:pt x="486" y="2340"/>
                      </a:cubicBezTo>
                      <a:cubicBezTo>
                        <a:pt x="536" y="2432"/>
                        <a:pt x="323" y="2797"/>
                        <a:pt x="210" y="2530"/>
                      </a:cubicBezTo>
                      <a:cubicBezTo>
                        <a:pt x="96" y="2263"/>
                        <a:pt x="313" y="2205"/>
                        <a:pt x="401" y="2152"/>
                      </a:cubicBezTo>
                      <a:lnTo>
                        <a:pt x="401" y="2152"/>
                      </a:lnTo>
                      <a:cubicBezTo>
                        <a:pt x="406" y="2149"/>
                        <a:pt x="411" y="2145"/>
                        <a:pt x="415" y="2141"/>
                      </a:cubicBezTo>
                      <a:cubicBezTo>
                        <a:pt x="509" y="2145"/>
                        <a:pt x="661" y="2163"/>
                        <a:pt x="744" y="2244"/>
                      </a:cubicBezTo>
                      <a:cubicBezTo>
                        <a:pt x="868" y="2367"/>
                        <a:pt x="849" y="2374"/>
                        <a:pt x="814" y="2436"/>
                      </a:cubicBezTo>
                      <a:cubicBezTo>
                        <a:pt x="779" y="2497"/>
                        <a:pt x="687" y="2622"/>
                        <a:pt x="884" y="2758"/>
                      </a:cubicBezTo>
                      <a:cubicBezTo>
                        <a:pt x="884" y="2758"/>
                        <a:pt x="803" y="2624"/>
                        <a:pt x="864" y="2517"/>
                      </a:cubicBezTo>
                      <a:cubicBezTo>
                        <a:pt x="925" y="2410"/>
                        <a:pt x="908" y="2423"/>
                        <a:pt x="978" y="2432"/>
                      </a:cubicBezTo>
                      <a:cubicBezTo>
                        <a:pt x="1048" y="2441"/>
                        <a:pt x="1209" y="2458"/>
                        <a:pt x="1371" y="2286"/>
                      </a:cubicBezTo>
                      <a:cubicBezTo>
                        <a:pt x="1532" y="2113"/>
                        <a:pt x="1479" y="1910"/>
                        <a:pt x="1479" y="1910"/>
                      </a:cubicBezTo>
                      <a:cubicBezTo>
                        <a:pt x="1479" y="1910"/>
                        <a:pt x="1415" y="2329"/>
                        <a:pt x="1076" y="2327"/>
                      </a:cubicBezTo>
                      <a:cubicBezTo>
                        <a:pt x="737" y="2325"/>
                        <a:pt x="873" y="2227"/>
                        <a:pt x="667" y="2119"/>
                      </a:cubicBezTo>
                      <a:cubicBezTo>
                        <a:pt x="571" y="2068"/>
                        <a:pt x="511" y="2039"/>
                        <a:pt x="474" y="2022"/>
                      </a:cubicBezTo>
                      <a:cubicBezTo>
                        <a:pt x="484" y="1972"/>
                        <a:pt x="490" y="1909"/>
                        <a:pt x="510" y="1827"/>
                      </a:cubicBezTo>
                      <a:cubicBezTo>
                        <a:pt x="542" y="1694"/>
                        <a:pt x="643" y="1645"/>
                        <a:pt x="729" y="1607"/>
                      </a:cubicBezTo>
                      <a:cubicBezTo>
                        <a:pt x="773" y="1617"/>
                        <a:pt x="828" y="1648"/>
                        <a:pt x="881" y="1733"/>
                      </a:cubicBezTo>
                      <a:cubicBezTo>
                        <a:pt x="991" y="1908"/>
                        <a:pt x="903" y="2021"/>
                        <a:pt x="840" y="2080"/>
                      </a:cubicBezTo>
                      <a:cubicBezTo>
                        <a:pt x="840" y="2080"/>
                        <a:pt x="969" y="2080"/>
                        <a:pt x="1032" y="1940"/>
                      </a:cubicBezTo>
                      <a:cubicBezTo>
                        <a:pt x="1032" y="1940"/>
                        <a:pt x="1253" y="2032"/>
                        <a:pt x="1354" y="1779"/>
                      </a:cubicBezTo>
                      <a:cubicBezTo>
                        <a:pt x="1354" y="1779"/>
                        <a:pt x="1220" y="1898"/>
                        <a:pt x="1051" y="1846"/>
                      </a:cubicBezTo>
                      <a:cubicBezTo>
                        <a:pt x="1006" y="1832"/>
                        <a:pt x="961" y="1757"/>
                        <a:pt x="935" y="1710"/>
                      </a:cubicBezTo>
                      <a:cubicBezTo>
                        <a:pt x="898" y="1641"/>
                        <a:pt x="880" y="1565"/>
                        <a:pt x="872" y="1510"/>
                      </a:cubicBezTo>
                      <a:cubicBezTo>
                        <a:pt x="918" y="1448"/>
                        <a:pt x="945" y="1370"/>
                        <a:pt x="995" y="1353"/>
                      </a:cubicBezTo>
                      <a:cubicBezTo>
                        <a:pt x="1063" y="1329"/>
                        <a:pt x="1023" y="1326"/>
                        <a:pt x="1069" y="1493"/>
                      </a:cubicBezTo>
                      <a:cubicBezTo>
                        <a:pt x="1115" y="1659"/>
                        <a:pt x="1227" y="1599"/>
                        <a:pt x="1227" y="1599"/>
                      </a:cubicBezTo>
                      <a:cubicBezTo>
                        <a:pt x="986" y="1339"/>
                        <a:pt x="1358" y="1289"/>
                        <a:pt x="1512" y="1152"/>
                      </a:cubicBezTo>
                      <a:cubicBezTo>
                        <a:pt x="1666" y="1014"/>
                        <a:pt x="1709" y="789"/>
                        <a:pt x="1827" y="808"/>
                      </a:cubicBezTo>
                      <a:cubicBezTo>
                        <a:pt x="1880" y="817"/>
                        <a:pt x="1965" y="811"/>
                        <a:pt x="2040" y="797"/>
                      </a:cubicBezTo>
                      <a:lnTo>
                        <a:pt x="2040" y="797"/>
                      </a:lnTo>
                      <a:cubicBezTo>
                        <a:pt x="2081" y="806"/>
                        <a:pt x="2121" y="821"/>
                        <a:pt x="2158" y="842"/>
                      </a:cubicBezTo>
                      <a:cubicBezTo>
                        <a:pt x="2182" y="856"/>
                        <a:pt x="2205" y="873"/>
                        <a:pt x="2226" y="891"/>
                      </a:cubicBezTo>
                      <a:cubicBezTo>
                        <a:pt x="2294" y="952"/>
                        <a:pt x="2323" y="1042"/>
                        <a:pt x="2376" y="1115"/>
                      </a:cubicBezTo>
                      <a:cubicBezTo>
                        <a:pt x="2401" y="1149"/>
                        <a:pt x="2432" y="1180"/>
                        <a:pt x="2472" y="1196"/>
                      </a:cubicBezTo>
                      <a:lnTo>
                        <a:pt x="2472" y="1196"/>
                      </a:lnTo>
                      <a:cubicBezTo>
                        <a:pt x="2490" y="1204"/>
                        <a:pt x="2509" y="1207"/>
                        <a:pt x="2528" y="1207"/>
                      </a:cubicBezTo>
                      <a:cubicBezTo>
                        <a:pt x="2531" y="1207"/>
                        <a:pt x="2535" y="1207"/>
                        <a:pt x="2538" y="1207"/>
                      </a:cubicBezTo>
                      <a:cubicBezTo>
                        <a:pt x="2558" y="1206"/>
                        <a:pt x="2592" y="1188"/>
                        <a:pt x="2610" y="1193"/>
                      </a:cubicBezTo>
                      <a:cubicBezTo>
                        <a:pt x="2533" y="1174"/>
                        <a:pt x="2468" y="1152"/>
                        <a:pt x="2419" y="1082"/>
                      </a:cubicBezTo>
                      <a:cubicBezTo>
                        <a:pt x="2359" y="997"/>
                        <a:pt x="2482" y="1026"/>
                        <a:pt x="2527" y="1031"/>
                      </a:cubicBezTo>
                      <a:cubicBezTo>
                        <a:pt x="2623" y="1040"/>
                        <a:pt x="2724" y="1022"/>
                        <a:pt x="2818" y="999"/>
                      </a:cubicBezTo>
                      <a:cubicBezTo>
                        <a:pt x="3076" y="935"/>
                        <a:pt x="3233" y="790"/>
                        <a:pt x="3365" y="714"/>
                      </a:cubicBezTo>
                      <a:cubicBezTo>
                        <a:pt x="3496" y="637"/>
                        <a:pt x="3618" y="524"/>
                        <a:pt x="3907" y="547"/>
                      </a:cubicBezTo>
                      <a:cubicBezTo>
                        <a:pt x="4195" y="570"/>
                        <a:pt x="4374" y="743"/>
                        <a:pt x="4422" y="926"/>
                      </a:cubicBezTo>
                      <a:cubicBezTo>
                        <a:pt x="4430" y="956"/>
                        <a:pt x="4439" y="987"/>
                        <a:pt x="4449" y="1019"/>
                      </a:cubicBezTo>
                      <a:lnTo>
                        <a:pt x="4446" y="1015"/>
                      </a:lnTo>
                      <a:cubicBezTo>
                        <a:pt x="4341" y="1329"/>
                        <a:pt x="4187" y="1155"/>
                        <a:pt x="3879" y="1149"/>
                      </a:cubicBezTo>
                      <a:cubicBezTo>
                        <a:pt x="3571" y="1142"/>
                        <a:pt x="3509" y="1392"/>
                        <a:pt x="3289" y="1631"/>
                      </a:cubicBezTo>
                      <a:cubicBezTo>
                        <a:pt x="3205" y="1722"/>
                        <a:pt x="3122" y="1745"/>
                        <a:pt x="3008" y="1774"/>
                      </a:cubicBezTo>
                      <a:cubicBezTo>
                        <a:pt x="2899" y="1802"/>
                        <a:pt x="2819" y="1763"/>
                        <a:pt x="2730" y="1697"/>
                      </a:cubicBezTo>
                      <a:cubicBezTo>
                        <a:pt x="2676" y="1657"/>
                        <a:pt x="2612" y="1618"/>
                        <a:pt x="2550" y="1595"/>
                      </a:cubicBezTo>
                      <a:cubicBezTo>
                        <a:pt x="2483" y="1570"/>
                        <a:pt x="2413" y="1569"/>
                        <a:pt x="2339" y="1573"/>
                      </a:cubicBezTo>
                      <a:cubicBezTo>
                        <a:pt x="2257" y="1577"/>
                        <a:pt x="2173" y="1570"/>
                        <a:pt x="2094" y="1597"/>
                      </a:cubicBezTo>
                      <a:cubicBezTo>
                        <a:pt x="2051" y="1613"/>
                        <a:pt x="2001" y="1633"/>
                        <a:pt x="1962" y="1658"/>
                      </a:cubicBezTo>
                      <a:cubicBezTo>
                        <a:pt x="1887" y="1708"/>
                        <a:pt x="1831" y="1759"/>
                        <a:pt x="1791" y="1839"/>
                      </a:cubicBezTo>
                      <a:cubicBezTo>
                        <a:pt x="1754" y="1914"/>
                        <a:pt x="1735" y="1997"/>
                        <a:pt x="1728" y="2080"/>
                      </a:cubicBezTo>
                      <a:cubicBezTo>
                        <a:pt x="1712" y="2287"/>
                        <a:pt x="1487" y="2303"/>
                        <a:pt x="1487" y="2303"/>
                      </a:cubicBezTo>
                      <a:cubicBezTo>
                        <a:pt x="1716" y="2367"/>
                        <a:pt x="1825" y="2183"/>
                        <a:pt x="1825" y="2183"/>
                      </a:cubicBezTo>
                      <a:cubicBezTo>
                        <a:pt x="2009" y="2260"/>
                        <a:pt x="2166" y="2242"/>
                        <a:pt x="2278" y="2080"/>
                      </a:cubicBezTo>
                      <a:cubicBezTo>
                        <a:pt x="2348" y="1978"/>
                        <a:pt x="2329" y="1847"/>
                        <a:pt x="2306" y="1764"/>
                      </a:cubicBezTo>
                      <a:cubicBezTo>
                        <a:pt x="2289" y="1704"/>
                        <a:pt x="2310" y="1652"/>
                        <a:pt x="2371" y="1636"/>
                      </a:cubicBezTo>
                      <a:cubicBezTo>
                        <a:pt x="2461" y="1613"/>
                        <a:pt x="2542" y="1649"/>
                        <a:pt x="2620" y="1690"/>
                      </a:cubicBezTo>
                      <a:cubicBezTo>
                        <a:pt x="2656" y="1710"/>
                        <a:pt x="2697" y="1730"/>
                        <a:pt x="2727" y="1759"/>
                      </a:cubicBezTo>
                      <a:cubicBezTo>
                        <a:pt x="2737" y="1769"/>
                        <a:pt x="2760" y="1786"/>
                        <a:pt x="2764" y="1798"/>
                      </a:cubicBezTo>
                      <a:cubicBezTo>
                        <a:pt x="2696" y="1802"/>
                        <a:pt x="2609" y="1816"/>
                        <a:pt x="2569" y="1878"/>
                      </a:cubicBezTo>
                      <a:cubicBezTo>
                        <a:pt x="2555" y="1898"/>
                        <a:pt x="2548" y="1925"/>
                        <a:pt x="2539" y="1948"/>
                      </a:cubicBezTo>
                      <a:cubicBezTo>
                        <a:pt x="2532" y="1966"/>
                        <a:pt x="2523" y="1985"/>
                        <a:pt x="2516" y="2003"/>
                      </a:cubicBezTo>
                      <a:cubicBezTo>
                        <a:pt x="2560" y="1971"/>
                        <a:pt x="2580" y="1912"/>
                        <a:pt x="2622" y="1876"/>
                      </a:cubicBezTo>
                      <a:cubicBezTo>
                        <a:pt x="2683" y="1825"/>
                        <a:pt x="2767" y="1855"/>
                        <a:pt x="2836" y="1865"/>
                      </a:cubicBezTo>
                      <a:cubicBezTo>
                        <a:pt x="2919" y="1877"/>
                        <a:pt x="2999" y="1886"/>
                        <a:pt x="3082" y="1867"/>
                      </a:cubicBezTo>
                      <a:cubicBezTo>
                        <a:pt x="3338" y="1808"/>
                        <a:pt x="3492" y="1480"/>
                        <a:pt x="3636" y="1343"/>
                      </a:cubicBezTo>
                      <a:cubicBezTo>
                        <a:pt x="3755" y="1229"/>
                        <a:pt x="3922" y="1234"/>
                        <a:pt x="4075" y="1254"/>
                      </a:cubicBezTo>
                      <a:cubicBezTo>
                        <a:pt x="4125" y="1260"/>
                        <a:pt x="4173" y="1278"/>
                        <a:pt x="4225" y="1275"/>
                      </a:cubicBezTo>
                      <a:cubicBezTo>
                        <a:pt x="4287" y="1270"/>
                        <a:pt x="4326" y="1245"/>
                        <a:pt x="4368" y="1204"/>
                      </a:cubicBezTo>
                      <a:cubicBezTo>
                        <a:pt x="4393" y="1180"/>
                        <a:pt x="4411" y="1144"/>
                        <a:pt x="4437" y="1122"/>
                      </a:cubicBezTo>
                      <a:cubicBezTo>
                        <a:pt x="4508" y="1062"/>
                        <a:pt x="4508" y="1275"/>
                        <a:pt x="4510" y="1309"/>
                      </a:cubicBezTo>
                      <a:lnTo>
                        <a:pt x="4510" y="1309"/>
                      </a:lnTo>
                      <a:cubicBezTo>
                        <a:pt x="4511" y="1326"/>
                        <a:pt x="4512" y="1342"/>
                        <a:pt x="4512" y="1358"/>
                      </a:cubicBezTo>
                      <a:cubicBezTo>
                        <a:pt x="4512" y="1456"/>
                        <a:pt x="4491" y="1552"/>
                        <a:pt x="4450" y="1641"/>
                      </a:cubicBezTo>
                      <a:lnTo>
                        <a:pt x="4450" y="1641"/>
                      </a:lnTo>
                      <a:cubicBezTo>
                        <a:pt x="4437" y="1669"/>
                        <a:pt x="4422" y="1697"/>
                        <a:pt x="4407" y="1724"/>
                      </a:cubicBezTo>
                      <a:cubicBezTo>
                        <a:pt x="4377" y="1776"/>
                        <a:pt x="4343" y="1825"/>
                        <a:pt x="4304" y="1871"/>
                      </a:cubicBezTo>
                      <a:cubicBezTo>
                        <a:pt x="4282" y="1896"/>
                        <a:pt x="4154" y="2016"/>
                        <a:pt x="4157" y="1917"/>
                      </a:cubicBezTo>
                      <a:cubicBezTo>
                        <a:pt x="4158" y="1876"/>
                        <a:pt x="4180" y="1835"/>
                        <a:pt x="4173" y="1793"/>
                      </a:cubicBezTo>
                      <a:cubicBezTo>
                        <a:pt x="4165" y="1743"/>
                        <a:pt x="4137" y="1711"/>
                        <a:pt x="4170" y="1660"/>
                      </a:cubicBezTo>
                      <a:cubicBezTo>
                        <a:pt x="4204" y="1605"/>
                        <a:pt x="4250" y="1568"/>
                        <a:pt x="4273" y="1502"/>
                      </a:cubicBezTo>
                      <a:cubicBezTo>
                        <a:pt x="4224" y="1587"/>
                        <a:pt x="4092" y="1607"/>
                        <a:pt x="4108" y="1725"/>
                      </a:cubicBezTo>
                      <a:cubicBezTo>
                        <a:pt x="4115" y="1779"/>
                        <a:pt x="4135" y="1827"/>
                        <a:pt x="4132" y="1882"/>
                      </a:cubicBezTo>
                      <a:cubicBezTo>
                        <a:pt x="4128" y="1968"/>
                        <a:pt x="4035" y="2012"/>
                        <a:pt x="3968" y="2045"/>
                      </a:cubicBezTo>
                      <a:cubicBezTo>
                        <a:pt x="3893" y="2082"/>
                        <a:pt x="3825" y="2078"/>
                        <a:pt x="3747" y="2089"/>
                      </a:cubicBezTo>
                      <a:cubicBezTo>
                        <a:pt x="3685" y="2098"/>
                        <a:pt x="3657" y="2077"/>
                        <a:pt x="3660" y="2011"/>
                      </a:cubicBezTo>
                      <a:cubicBezTo>
                        <a:pt x="3667" y="1888"/>
                        <a:pt x="3728" y="1754"/>
                        <a:pt x="3827" y="1678"/>
                      </a:cubicBezTo>
                      <a:cubicBezTo>
                        <a:pt x="3853" y="1658"/>
                        <a:pt x="3878" y="1633"/>
                        <a:pt x="3906" y="1616"/>
                      </a:cubicBezTo>
                      <a:cubicBezTo>
                        <a:pt x="3926" y="1603"/>
                        <a:pt x="3948" y="1597"/>
                        <a:pt x="3967" y="1579"/>
                      </a:cubicBezTo>
                      <a:lnTo>
                        <a:pt x="3967" y="1579"/>
                      </a:lnTo>
                      <a:cubicBezTo>
                        <a:pt x="3977" y="1569"/>
                        <a:pt x="3984" y="1558"/>
                        <a:pt x="3992" y="1546"/>
                      </a:cubicBezTo>
                      <a:cubicBezTo>
                        <a:pt x="3997" y="1536"/>
                        <a:pt x="4003" y="1526"/>
                        <a:pt x="4006" y="1515"/>
                      </a:cubicBezTo>
                      <a:cubicBezTo>
                        <a:pt x="4010" y="1503"/>
                        <a:pt x="4009" y="1459"/>
                        <a:pt x="4014" y="1453"/>
                      </a:cubicBezTo>
                      <a:cubicBezTo>
                        <a:pt x="4000" y="1469"/>
                        <a:pt x="3995" y="1493"/>
                        <a:pt x="3981" y="1511"/>
                      </a:cubicBezTo>
                      <a:cubicBezTo>
                        <a:pt x="3963" y="1534"/>
                        <a:pt x="3930" y="1551"/>
                        <a:pt x="3903" y="1564"/>
                      </a:cubicBezTo>
                      <a:cubicBezTo>
                        <a:pt x="3873" y="1579"/>
                        <a:pt x="3837" y="1587"/>
                        <a:pt x="3809" y="1605"/>
                      </a:cubicBezTo>
                      <a:cubicBezTo>
                        <a:pt x="3780" y="1623"/>
                        <a:pt x="3762" y="1650"/>
                        <a:pt x="3742" y="1676"/>
                      </a:cubicBezTo>
                      <a:cubicBezTo>
                        <a:pt x="3695" y="1736"/>
                        <a:pt x="3660" y="1806"/>
                        <a:pt x="3635" y="1878"/>
                      </a:cubicBezTo>
                      <a:cubicBezTo>
                        <a:pt x="3613" y="1941"/>
                        <a:pt x="3603" y="2009"/>
                        <a:pt x="3583" y="2072"/>
                      </a:cubicBezTo>
                      <a:cubicBezTo>
                        <a:pt x="3561" y="2142"/>
                        <a:pt x="3488" y="2182"/>
                        <a:pt x="3427" y="2214"/>
                      </a:cubicBezTo>
                      <a:cubicBezTo>
                        <a:pt x="3366" y="2246"/>
                        <a:pt x="3298" y="2284"/>
                        <a:pt x="3256" y="2342"/>
                      </a:cubicBezTo>
                      <a:cubicBezTo>
                        <a:pt x="3230" y="2378"/>
                        <a:pt x="3198" y="2411"/>
                        <a:pt x="3175" y="2449"/>
                      </a:cubicBezTo>
                      <a:lnTo>
                        <a:pt x="3175" y="2449"/>
                      </a:lnTo>
                      <a:cubicBezTo>
                        <a:pt x="3174" y="2450"/>
                        <a:pt x="3174" y="2451"/>
                        <a:pt x="3173" y="2452"/>
                      </a:cubicBezTo>
                      <a:cubicBezTo>
                        <a:pt x="3157" y="2481"/>
                        <a:pt x="3143" y="2511"/>
                        <a:pt x="3132" y="2541"/>
                      </a:cubicBezTo>
                      <a:cubicBezTo>
                        <a:pt x="3110" y="2600"/>
                        <a:pt x="3076" y="2655"/>
                        <a:pt x="3061" y="2717"/>
                      </a:cubicBezTo>
                      <a:cubicBezTo>
                        <a:pt x="3051" y="2755"/>
                        <a:pt x="3055" y="2797"/>
                        <a:pt x="3039" y="2834"/>
                      </a:cubicBezTo>
                      <a:cubicBezTo>
                        <a:pt x="3000" y="2920"/>
                        <a:pt x="2890" y="2935"/>
                        <a:pt x="2807" y="2944"/>
                      </a:cubicBezTo>
                      <a:cubicBezTo>
                        <a:pt x="2719" y="2954"/>
                        <a:pt x="2612" y="2944"/>
                        <a:pt x="2555" y="2867"/>
                      </a:cubicBezTo>
                      <a:cubicBezTo>
                        <a:pt x="2555" y="2867"/>
                        <a:pt x="2559" y="3018"/>
                        <a:pt x="2789" y="3022"/>
                      </a:cubicBezTo>
                      <a:cubicBezTo>
                        <a:pt x="3018" y="3026"/>
                        <a:pt x="3001" y="2972"/>
                        <a:pt x="3019" y="2996"/>
                      </a:cubicBezTo>
                      <a:cubicBezTo>
                        <a:pt x="3036" y="3020"/>
                        <a:pt x="3139" y="3265"/>
                        <a:pt x="2595" y="3433"/>
                      </a:cubicBezTo>
                      <a:cubicBezTo>
                        <a:pt x="2611" y="3428"/>
                        <a:pt x="2639" y="3434"/>
                        <a:pt x="2657" y="3433"/>
                      </a:cubicBezTo>
                      <a:lnTo>
                        <a:pt x="2657" y="3433"/>
                      </a:lnTo>
                      <a:cubicBezTo>
                        <a:pt x="2706" y="3431"/>
                        <a:pt x="2755" y="3423"/>
                        <a:pt x="2803" y="3409"/>
                      </a:cubicBezTo>
                      <a:cubicBezTo>
                        <a:pt x="2907" y="3378"/>
                        <a:pt x="3011" y="3310"/>
                        <a:pt x="3053" y="3205"/>
                      </a:cubicBezTo>
                      <a:cubicBezTo>
                        <a:pt x="3076" y="3146"/>
                        <a:pt x="3082" y="3069"/>
                        <a:pt x="3082" y="3005"/>
                      </a:cubicBezTo>
                      <a:lnTo>
                        <a:pt x="3082" y="3005"/>
                      </a:lnTo>
                      <a:cubicBezTo>
                        <a:pt x="3082" y="3002"/>
                        <a:pt x="3082" y="3000"/>
                        <a:pt x="3082" y="2997"/>
                      </a:cubicBezTo>
                      <a:cubicBezTo>
                        <a:pt x="3082" y="2867"/>
                        <a:pt x="3107" y="2737"/>
                        <a:pt x="3154" y="2615"/>
                      </a:cubicBezTo>
                      <a:cubicBezTo>
                        <a:pt x="3303" y="2237"/>
                        <a:pt x="3592" y="2229"/>
                        <a:pt x="3712" y="2196"/>
                      </a:cubicBezTo>
                      <a:cubicBezTo>
                        <a:pt x="3853" y="2157"/>
                        <a:pt x="3996" y="2138"/>
                        <a:pt x="4131" y="2077"/>
                      </a:cubicBezTo>
                      <a:lnTo>
                        <a:pt x="4131" y="2077"/>
                      </a:lnTo>
                      <a:cubicBezTo>
                        <a:pt x="4159" y="2064"/>
                        <a:pt x="4185" y="2051"/>
                        <a:pt x="4211" y="2036"/>
                      </a:cubicBezTo>
                      <a:cubicBezTo>
                        <a:pt x="4268" y="2003"/>
                        <a:pt x="4322" y="1964"/>
                        <a:pt x="4370" y="1919"/>
                      </a:cubicBezTo>
                      <a:cubicBezTo>
                        <a:pt x="4440" y="1853"/>
                        <a:pt x="4464" y="1765"/>
                        <a:pt x="4516" y="1686"/>
                      </a:cubicBezTo>
                      <a:cubicBezTo>
                        <a:pt x="4533" y="1660"/>
                        <a:pt x="4549" y="1628"/>
                        <a:pt x="4583" y="1647"/>
                      </a:cubicBezTo>
                      <a:cubicBezTo>
                        <a:pt x="4610" y="1663"/>
                        <a:pt x="4613" y="1713"/>
                        <a:pt x="4634" y="1738"/>
                      </a:cubicBezTo>
                      <a:cubicBezTo>
                        <a:pt x="4644" y="1750"/>
                        <a:pt x="4655" y="1762"/>
                        <a:pt x="4671" y="1768"/>
                      </a:cubicBezTo>
                      <a:cubicBezTo>
                        <a:pt x="4685" y="1774"/>
                        <a:pt x="4724" y="1763"/>
                        <a:pt x="4730" y="1767"/>
                      </a:cubicBezTo>
                      <a:cubicBezTo>
                        <a:pt x="4627" y="1695"/>
                        <a:pt x="4545" y="1538"/>
                        <a:pt x="4556" y="1411"/>
                      </a:cubicBezTo>
                      <a:cubicBezTo>
                        <a:pt x="4563" y="1344"/>
                        <a:pt x="4600" y="1293"/>
                        <a:pt x="4651" y="1251"/>
                      </a:cubicBezTo>
                      <a:cubicBezTo>
                        <a:pt x="4702" y="1209"/>
                        <a:pt x="4763" y="1156"/>
                        <a:pt x="4821" y="1127"/>
                      </a:cubicBezTo>
                      <a:cubicBezTo>
                        <a:pt x="4877" y="1099"/>
                        <a:pt x="4941" y="1089"/>
                        <a:pt x="5001" y="1083"/>
                      </a:cubicBezTo>
                      <a:cubicBezTo>
                        <a:pt x="5163" y="1066"/>
                        <a:pt x="5337" y="1161"/>
                        <a:pt x="5427" y="1300"/>
                      </a:cubicBezTo>
                      <a:cubicBezTo>
                        <a:pt x="5606" y="1575"/>
                        <a:pt x="5527" y="1824"/>
                        <a:pt x="5376" y="2021"/>
                      </a:cubicBezTo>
                      <a:cubicBezTo>
                        <a:pt x="5225" y="2217"/>
                        <a:pt x="5106" y="2259"/>
                        <a:pt x="4912" y="2326"/>
                      </a:cubicBezTo>
                      <a:cubicBezTo>
                        <a:pt x="4717" y="2392"/>
                        <a:pt x="4562" y="2421"/>
                        <a:pt x="4466" y="2530"/>
                      </a:cubicBezTo>
                      <a:cubicBezTo>
                        <a:pt x="4370" y="2639"/>
                        <a:pt x="4293" y="2799"/>
                        <a:pt x="4488" y="2998"/>
                      </a:cubicBezTo>
                      <a:cubicBezTo>
                        <a:pt x="4488" y="2998"/>
                        <a:pt x="4372" y="2811"/>
                        <a:pt x="4431" y="2678"/>
                      </a:cubicBezTo>
                      <a:cubicBezTo>
                        <a:pt x="4490" y="2544"/>
                        <a:pt x="4690" y="2436"/>
                        <a:pt x="4907" y="2412"/>
                      </a:cubicBezTo>
                      <a:cubicBezTo>
                        <a:pt x="5123" y="2388"/>
                        <a:pt x="5326" y="2200"/>
                        <a:pt x="5389" y="2119"/>
                      </a:cubicBezTo>
                      <a:cubicBezTo>
                        <a:pt x="5453" y="2038"/>
                        <a:pt x="5486" y="2060"/>
                        <a:pt x="5481" y="2174"/>
                      </a:cubicBezTo>
                      <a:cubicBezTo>
                        <a:pt x="5477" y="2287"/>
                        <a:pt x="5249" y="2405"/>
                        <a:pt x="5287" y="2582"/>
                      </a:cubicBezTo>
                      <a:cubicBezTo>
                        <a:pt x="5285" y="2573"/>
                        <a:pt x="5303" y="2546"/>
                        <a:pt x="5307" y="2538"/>
                      </a:cubicBezTo>
                      <a:cubicBezTo>
                        <a:pt x="5323" y="2509"/>
                        <a:pt x="5343" y="2482"/>
                        <a:pt x="5357" y="2453"/>
                      </a:cubicBezTo>
                      <a:cubicBezTo>
                        <a:pt x="5369" y="2427"/>
                        <a:pt x="5376" y="2411"/>
                        <a:pt x="5398" y="2392"/>
                      </a:cubicBezTo>
                      <a:cubicBezTo>
                        <a:pt x="5422" y="2371"/>
                        <a:pt x="5449" y="2352"/>
                        <a:pt x="5467" y="2326"/>
                      </a:cubicBezTo>
                      <a:lnTo>
                        <a:pt x="5467" y="2326"/>
                      </a:lnTo>
                      <a:cubicBezTo>
                        <a:pt x="5475" y="2315"/>
                        <a:pt x="5482" y="2305"/>
                        <a:pt x="5488" y="2294"/>
                      </a:cubicBezTo>
                      <a:cubicBezTo>
                        <a:pt x="5495" y="2282"/>
                        <a:pt x="5501" y="2270"/>
                        <a:pt x="5507" y="2257"/>
                      </a:cubicBezTo>
                      <a:cubicBezTo>
                        <a:pt x="5534" y="2190"/>
                        <a:pt x="5545" y="2124"/>
                        <a:pt x="5525" y="2052"/>
                      </a:cubicBezTo>
                      <a:cubicBezTo>
                        <a:pt x="5516" y="2019"/>
                        <a:pt x="5497" y="1994"/>
                        <a:pt x="5502" y="1959"/>
                      </a:cubicBezTo>
                      <a:cubicBezTo>
                        <a:pt x="5508" y="1919"/>
                        <a:pt x="5529" y="1877"/>
                        <a:pt x="5542" y="1840"/>
                      </a:cubicBezTo>
                      <a:cubicBezTo>
                        <a:pt x="5568" y="1769"/>
                        <a:pt x="5597" y="1690"/>
                        <a:pt x="5669" y="1654"/>
                      </a:cubicBezTo>
                      <a:cubicBezTo>
                        <a:pt x="5738" y="1619"/>
                        <a:pt x="5857" y="1662"/>
                        <a:pt x="5916" y="1703"/>
                      </a:cubicBezTo>
                      <a:cubicBezTo>
                        <a:pt x="5948" y="1725"/>
                        <a:pt x="5972" y="1756"/>
                        <a:pt x="6004" y="1778"/>
                      </a:cubicBezTo>
                      <a:cubicBezTo>
                        <a:pt x="6061" y="1819"/>
                        <a:pt x="6082" y="1858"/>
                        <a:pt x="6091" y="1927"/>
                      </a:cubicBezTo>
                      <a:cubicBezTo>
                        <a:pt x="6099" y="1990"/>
                        <a:pt x="6096" y="2086"/>
                        <a:pt x="6063" y="2142"/>
                      </a:cubicBezTo>
                      <a:cubicBezTo>
                        <a:pt x="6053" y="2158"/>
                        <a:pt x="6041" y="2174"/>
                        <a:pt x="6030" y="2189"/>
                      </a:cubicBezTo>
                      <a:cubicBezTo>
                        <a:pt x="6021" y="2202"/>
                        <a:pt x="5998" y="2222"/>
                        <a:pt x="5995" y="2234"/>
                      </a:cubicBezTo>
                      <a:cubicBezTo>
                        <a:pt x="5973" y="2238"/>
                        <a:pt x="5950" y="2264"/>
                        <a:pt x="5934" y="2278"/>
                      </a:cubicBezTo>
                      <a:cubicBezTo>
                        <a:pt x="5894" y="2310"/>
                        <a:pt x="5852" y="2337"/>
                        <a:pt x="5814" y="2371"/>
                      </a:cubicBezTo>
                      <a:lnTo>
                        <a:pt x="5814" y="2371"/>
                      </a:lnTo>
                      <a:cubicBezTo>
                        <a:pt x="5782" y="2399"/>
                        <a:pt x="5747" y="2424"/>
                        <a:pt x="5710" y="2446"/>
                      </a:cubicBezTo>
                      <a:cubicBezTo>
                        <a:pt x="5634" y="2493"/>
                        <a:pt x="5572" y="2601"/>
                        <a:pt x="5565" y="2691"/>
                      </a:cubicBezTo>
                      <a:cubicBezTo>
                        <a:pt x="5562" y="2729"/>
                        <a:pt x="5571" y="2764"/>
                        <a:pt x="5594" y="2794"/>
                      </a:cubicBezTo>
                      <a:cubicBezTo>
                        <a:pt x="5625" y="2833"/>
                        <a:pt x="5678" y="2836"/>
                        <a:pt x="5709" y="2867"/>
                      </a:cubicBezTo>
                      <a:cubicBezTo>
                        <a:pt x="5709" y="2867"/>
                        <a:pt x="5599" y="2768"/>
                        <a:pt x="5655" y="2624"/>
                      </a:cubicBezTo>
                      <a:cubicBezTo>
                        <a:pt x="5711" y="2480"/>
                        <a:pt x="5944" y="2381"/>
                        <a:pt x="6068" y="2224"/>
                      </a:cubicBezTo>
                      <a:cubicBezTo>
                        <a:pt x="6193" y="2067"/>
                        <a:pt x="6196" y="1834"/>
                        <a:pt x="6013" y="1680"/>
                      </a:cubicBezTo>
                      <a:cubicBezTo>
                        <a:pt x="5943" y="1621"/>
                        <a:pt x="5856" y="1561"/>
                        <a:pt x="5761" y="1566"/>
                      </a:cubicBezTo>
                      <a:cubicBezTo>
                        <a:pt x="5716" y="1569"/>
                        <a:pt x="5597" y="1660"/>
                        <a:pt x="5571" y="1591"/>
                      </a:cubicBezTo>
                      <a:cubicBezTo>
                        <a:pt x="5564" y="1573"/>
                        <a:pt x="5564" y="1550"/>
                        <a:pt x="5561" y="1530"/>
                      </a:cubicBezTo>
                      <a:cubicBezTo>
                        <a:pt x="5558" y="1501"/>
                        <a:pt x="5545" y="1475"/>
                        <a:pt x="5542" y="1447"/>
                      </a:cubicBezTo>
                      <a:lnTo>
                        <a:pt x="5542" y="1447"/>
                      </a:lnTo>
                      <a:cubicBezTo>
                        <a:pt x="5540" y="1420"/>
                        <a:pt x="5535" y="1394"/>
                        <a:pt x="5527" y="1368"/>
                      </a:cubicBezTo>
                      <a:cubicBezTo>
                        <a:pt x="5489" y="1244"/>
                        <a:pt x="5373" y="1172"/>
                        <a:pt x="5279" y="1094"/>
                      </a:cubicBezTo>
                      <a:cubicBezTo>
                        <a:pt x="5359" y="1097"/>
                        <a:pt x="5466" y="1058"/>
                        <a:pt x="5472" y="965"/>
                      </a:cubicBezTo>
                      <a:cubicBezTo>
                        <a:pt x="5472" y="965"/>
                        <a:pt x="5396" y="1047"/>
                        <a:pt x="5259" y="1034"/>
                      </a:cubicBezTo>
                      <a:cubicBezTo>
                        <a:pt x="5140" y="1022"/>
                        <a:pt x="5025" y="1004"/>
                        <a:pt x="4907" y="1031"/>
                      </a:cubicBezTo>
                      <a:lnTo>
                        <a:pt x="4907" y="1031"/>
                      </a:lnTo>
                      <a:cubicBezTo>
                        <a:pt x="4857" y="1042"/>
                        <a:pt x="4809" y="1061"/>
                        <a:pt x="4765" y="1087"/>
                      </a:cubicBezTo>
                      <a:cubicBezTo>
                        <a:pt x="4741" y="1100"/>
                        <a:pt x="4719" y="1116"/>
                        <a:pt x="4697" y="1133"/>
                      </a:cubicBezTo>
                      <a:cubicBezTo>
                        <a:pt x="4661" y="1163"/>
                        <a:pt x="4639" y="1199"/>
                        <a:pt x="4611" y="1233"/>
                      </a:cubicBezTo>
                      <a:cubicBezTo>
                        <a:pt x="4580" y="1270"/>
                        <a:pt x="4565" y="1253"/>
                        <a:pt x="4554" y="1211"/>
                      </a:cubicBezTo>
                      <a:cubicBezTo>
                        <a:pt x="4545" y="1177"/>
                        <a:pt x="4533" y="1146"/>
                        <a:pt x="4530" y="1108"/>
                      </a:cubicBezTo>
                      <a:lnTo>
                        <a:pt x="4530" y="1108"/>
                      </a:lnTo>
                      <a:cubicBezTo>
                        <a:pt x="4529" y="1086"/>
                        <a:pt x="4528" y="1063"/>
                        <a:pt x="4528" y="1040"/>
                      </a:cubicBezTo>
                      <a:cubicBezTo>
                        <a:pt x="4528" y="978"/>
                        <a:pt x="4534" y="916"/>
                        <a:pt x="4546" y="854"/>
                      </a:cubicBezTo>
                      <a:cubicBezTo>
                        <a:pt x="4561" y="780"/>
                        <a:pt x="4589" y="687"/>
                        <a:pt x="4627" y="621"/>
                      </a:cubicBezTo>
                      <a:cubicBezTo>
                        <a:pt x="4654" y="574"/>
                        <a:pt x="4692" y="529"/>
                        <a:pt x="4727" y="486"/>
                      </a:cubicBezTo>
                      <a:cubicBezTo>
                        <a:pt x="4764" y="442"/>
                        <a:pt x="4797" y="395"/>
                        <a:pt x="4837" y="353"/>
                      </a:cubicBezTo>
                      <a:lnTo>
                        <a:pt x="4837" y="353"/>
                      </a:lnTo>
                      <a:cubicBezTo>
                        <a:pt x="4853" y="336"/>
                        <a:pt x="4867" y="318"/>
                        <a:pt x="4881" y="300"/>
                      </a:cubicBezTo>
                      <a:cubicBezTo>
                        <a:pt x="4897" y="278"/>
                        <a:pt x="4925" y="267"/>
                        <a:pt x="4945" y="248"/>
                      </a:cubicBezTo>
                      <a:lnTo>
                        <a:pt x="4945" y="248"/>
                      </a:lnTo>
                      <a:cubicBezTo>
                        <a:pt x="4957" y="238"/>
                        <a:pt x="4969" y="228"/>
                        <a:pt x="4983" y="221"/>
                      </a:cubicBezTo>
                      <a:cubicBezTo>
                        <a:pt x="4995" y="214"/>
                        <a:pt x="5008" y="208"/>
                        <a:pt x="5021" y="203"/>
                      </a:cubicBezTo>
                      <a:cubicBezTo>
                        <a:pt x="5061" y="189"/>
                        <a:pt x="5104" y="190"/>
                        <a:pt x="5145" y="181"/>
                      </a:cubicBezTo>
                      <a:cubicBezTo>
                        <a:pt x="5182" y="173"/>
                        <a:pt x="5214" y="155"/>
                        <a:pt x="5250" y="144"/>
                      </a:cubicBezTo>
                      <a:cubicBezTo>
                        <a:pt x="5349" y="113"/>
                        <a:pt x="5458" y="183"/>
                        <a:pt x="5531" y="243"/>
                      </a:cubicBezTo>
                      <a:cubicBezTo>
                        <a:pt x="5597" y="297"/>
                        <a:pt x="5659" y="339"/>
                        <a:pt x="5612" y="433"/>
                      </a:cubicBezTo>
                      <a:cubicBezTo>
                        <a:pt x="5591" y="473"/>
                        <a:pt x="5538" y="496"/>
                        <a:pt x="5496" y="509"/>
                      </a:cubicBezTo>
                      <a:cubicBezTo>
                        <a:pt x="5456" y="520"/>
                        <a:pt x="5428" y="512"/>
                        <a:pt x="5389" y="511"/>
                      </a:cubicBezTo>
                      <a:cubicBezTo>
                        <a:pt x="5322" y="508"/>
                        <a:pt x="5257" y="491"/>
                        <a:pt x="5190" y="494"/>
                      </a:cubicBezTo>
                      <a:lnTo>
                        <a:pt x="5190" y="494"/>
                      </a:lnTo>
                      <a:cubicBezTo>
                        <a:pt x="5156" y="495"/>
                        <a:pt x="5122" y="499"/>
                        <a:pt x="5090" y="508"/>
                      </a:cubicBezTo>
                      <a:cubicBezTo>
                        <a:pt x="5019" y="526"/>
                        <a:pt x="4948" y="571"/>
                        <a:pt x="4894" y="619"/>
                      </a:cubicBezTo>
                      <a:lnTo>
                        <a:pt x="4894" y="619"/>
                      </a:lnTo>
                      <a:cubicBezTo>
                        <a:pt x="4863" y="648"/>
                        <a:pt x="4835" y="680"/>
                        <a:pt x="4810" y="715"/>
                      </a:cubicBezTo>
                      <a:cubicBezTo>
                        <a:pt x="4797" y="733"/>
                        <a:pt x="4785" y="752"/>
                        <a:pt x="4773" y="772"/>
                      </a:cubicBezTo>
                      <a:cubicBezTo>
                        <a:pt x="4763" y="789"/>
                        <a:pt x="4753" y="823"/>
                        <a:pt x="4739" y="837"/>
                      </a:cubicBezTo>
                      <a:cubicBezTo>
                        <a:pt x="4739" y="837"/>
                        <a:pt x="4894" y="692"/>
                        <a:pt x="4960" y="760"/>
                      </a:cubicBezTo>
                      <a:cubicBezTo>
                        <a:pt x="5025" y="827"/>
                        <a:pt x="5093" y="926"/>
                        <a:pt x="5416" y="889"/>
                      </a:cubicBezTo>
                      <a:cubicBezTo>
                        <a:pt x="5488" y="881"/>
                        <a:pt x="5592" y="888"/>
                        <a:pt x="5635" y="956"/>
                      </a:cubicBezTo>
                      <a:cubicBezTo>
                        <a:pt x="5685" y="1037"/>
                        <a:pt x="5692" y="1148"/>
                        <a:pt x="5654" y="1234"/>
                      </a:cubicBezTo>
                      <a:cubicBezTo>
                        <a:pt x="5717" y="1170"/>
                        <a:pt x="5734" y="1049"/>
                        <a:pt x="5701" y="967"/>
                      </a:cubicBezTo>
                      <a:cubicBezTo>
                        <a:pt x="5690" y="939"/>
                        <a:pt x="5678" y="916"/>
                        <a:pt x="5677" y="884"/>
                      </a:cubicBezTo>
                      <a:cubicBezTo>
                        <a:pt x="5677" y="858"/>
                        <a:pt x="5694" y="837"/>
                        <a:pt x="5700" y="813"/>
                      </a:cubicBezTo>
                      <a:cubicBezTo>
                        <a:pt x="5706" y="786"/>
                        <a:pt x="5707" y="764"/>
                        <a:pt x="5725" y="740"/>
                      </a:cubicBezTo>
                      <a:cubicBezTo>
                        <a:pt x="5758" y="696"/>
                        <a:pt x="5832" y="691"/>
                        <a:pt x="5882" y="696"/>
                      </a:cubicBezTo>
                      <a:cubicBezTo>
                        <a:pt x="5919" y="700"/>
                        <a:pt x="5994" y="700"/>
                        <a:pt x="6022" y="726"/>
                      </a:cubicBezTo>
                      <a:cubicBezTo>
                        <a:pt x="5967" y="668"/>
                        <a:pt x="5907" y="642"/>
                        <a:pt x="5827" y="646"/>
                      </a:cubicBezTo>
                      <a:cubicBezTo>
                        <a:pt x="5761" y="649"/>
                        <a:pt x="5696" y="684"/>
                        <a:pt x="5677" y="750"/>
                      </a:cubicBezTo>
                      <a:cubicBezTo>
                        <a:pt x="5669" y="775"/>
                        <a:pt x="5662" y="829"/>
                        <a:pt x="5640" y="846"/>
                      </a:cubicBezTo>
                      <a:cubicBezTo>
                        <a:pt x="5619" y="861"/>
                        <a:pt x="5551" y="841"/>
                        <a:pt x="5528" y="836"/>
                      </a:cubicBezTo>
                      <a:cubicBezTo>
                        <a:pt x="5477" y="826"/>
                        <a:pt x="5430" y="831"/>
                        <a:pt x="5380" y="833"/>
                      </a:cubicBezTo>
                      <a:cubicBezTo>
                        <a:pt x="5336" y="835"/>
                        <a:pt x="5292" y="828"/>
                        <a:pt x="5248" y="826"/>
                      </a:cubicBezTo>
                      <a:cubicBezTo>
                        <a:pt x="5210" y="824"/>
                        <a:pt x="5175" y="831"/>
                        <a:pt x="5138" y="819"/>
                      </a:cubicBezTo>
                      <a:cubicBezTo>
                        <a:pt x="5098" y="807"/>
                        <a:pt x="5074" y="781"/>
                        <a:pt x="5040" y="759"/>
                      </a:cubicBezTo>
                      <a:cubicBezTo>
                        <a:pt x="5005" y="736"/>
                        <a:pt x="4964" y="727"/>
                        <a:pt x="4928" y="706"/>
                      </a:cubicBezTo>
                      <a:cubicBezTo>
                        <a:pt x="4909" y="695"/>
                        <a:pt x="4893" y="695"/>
                        <a:pt x="4905" y="670"/>
                      </a:cubicBezTo>
                      <a:cubicBezTo>
                        <a:pt x="4914" y="652"/>
                        <a:pt x="4937" y="641"/>
                        <a:pt x="4953" y="632"/>
                      </a:cubicBezTo>
                      <a:cubicBezTo>
                        <a:pt x="5025" y="593"/>
                        <a:pt x="5099" y="563"/>
                        <a:pt x="5180" y="562"/>
                      </a:cubicBezTo>
                      <a:cubicBezTo>
                        <a:pt x="5264" y="562"/>
                        <a:pt x="5346" y="589"/>
                        <a:pt x="5430" y="585"/>
                      </a:cubicBezTo>
                      <a:cubicBezTo>
                        <a:pt x="5488" y="582"/>
                        <a:pt x="5544" y="557"/>
                        <a:pt x="5588" y="519"/>
                      </a:cubicBezTo>
                      <a:cubicBezTo>
                        <a:pt x="5610" y="500"/>
                        <a:pt x="5629" y="470"/>
                        <a:pt x="5644" y="446"/>
                      </a:cubicBezTo>
                      <a:cubicBezTo>
                        <a:pt x="5659" y="422"/>
                        <a:pt x="5669" y="378"/>
                        <a:pt x="5696" y="365"/>
                      </a:cubicBezTo>
                      <a:cubicBezTo>
                        <a:pt x="5718" y="354"/>
                        <a:pt x="5761" y="363"/>
                        <a:pt x="5784" y="367"/>
                      </a:cubicBezTo>
                      <a:cubicBezTo>
                        <a:pt x="5828" y="375"/>
                        <a:pt x="5873" y="370"/>
                        <a:pt x="5918" y="374"/>
                      </a:cubicBezTo>
                      <a:cubicBezTo>
                        <a:pt x="5964" y="379"/>
                        <a:pt x="6011" y="389"/>
                        <a:pt x="6049" y="417"/>
                      </a:cubicBezTo>
                      <a:cubicBezTo>
                        <a:pt x="6085" y="442"/>
                        <a:pt x="6110" y="483"/>
                        <a:pt x="6139" y="515"/>
                      </a:cubicBezTo>
                      <a:cubicBezTo>
                        <a:pt x="6167" y="546"/>
                        <a:pt x="6222" y="574"/>
                        <a:pt x="6244" y="604"/>
                      </a:cubicBezTo>
                      <a:cubicBezTo>
                        <a:pt x="6299" y="678"/>
                        <a:pt x="6199" y="743"/>
                        <a:pt x="6152" y="802"/>
                      </a:cubicBezTo>
                      <a:cubicBezTo>
                        <a:pt x="6087" y="884"/>
                        <a:pt x="6077" y="992"/>
                        <a:pt x="6057" y="1092"/>
                      </a:cubicBezTo>
                      <a:cubicBezTo>
                        <a:pt x="6038" y="1190"/>
                        <a:pt x="6005" y="1311"/>
                        <a:pt x="5904" y="1350"/>
                      </a:cubicBezTo>
                      <a:cubicBezTo>
                        <a:pt x="5876" y="1361"/>
                        <a:pt x="5845" y="1365"/>
                        <a:pt x="5816" y="1374"/>
                      </a:cubicBezTo>
                      <a:cubicBezTo>
                        <a:pt x="5797" y="1380"/>
                        <a:pt x="5774" y="1391"/>
                        <a:pt x="5753" y="1392"/>
                      </a:cubicBezTo>
                      <a:cubicBezTo>
                        <a:pt x="5753" y="1392"/>
                        <a:pt x="5871" y="1448"/>
                        <a:pt x="5996" y="1392"/>
                      </a:cubicBezTo>
                      <a:cubicBezTo>
                        <a:pt x="5979" y="1400"/>
                        <a:pt x="6103" y="1606"/>
                        <a:pt x="6117" y="1623"/>
                      </a:cubicBezTo>
                      <a:cubicBezTo>
                        <a:pt x="6174" y="1692"/>
                        <a:pt x="6244" y="1747"/>
                        <a:pt x="6310" y="1806"/>
                      </a:cubicBezTo>
                      <a:cubicBezTo>
                        <a:pt x="6367" y="1858"/>
                        <a:pt x="6439" y="1907"/>
                        <a:pt x="6514" y="1930"/>
                      </a:cubicBezTo>
                      <a:cubicBezTo>
                        <a:pt x="6552" y="1941"/>
                        <a:pt x="6593" y="1948"/>
                        <a:pt x="6625" y="1974"/>
                      </a:cubicBezTo>
                      <a:cubicBezTo>
                        <a:pt x="6687" y="2025"/>
                        <a:pt x="6707" y="2121"/>
                        <a:pt x="6680" y="2196"/>
                      </a:cubicBezTo>
                      <a:cubicBezTo>
                        <a:pt x="6667" y="2234"/>
                        <a:pt x="6643" y="2259"/>
                        <a:pt x="6624" y="2292"/>
                      </a:cubicBezTo>
                      <a:lnTo>
                        <a:pt x="6624" y="2292"/>
                      </a:lnTo>
                      <a:cubicBezTo>
                        <a:pt x="6636" y="2288"/>
                        <a:pt x="6649" y="2283"/>
                        <a:pt x="6659" y="2277"/>
                      </a:cubicBezTo>
                      <a:cubicBezTo>
                        <a:pt x="6680" y="2265"/>
                        <a:pt x="6696" y="2250"/>
                        <a:pt x="6709" y="2231"/>
                      </a:cubicBezTo>
                      <a:cubicBezTo>
                        <a:pt x="6742" y="2183"/>
                        <a:pt x="6745" y="2095"/>
                        <a:pt x="6726" y="2041"/>
                      </a:cubicBezTo>
                      <a:cubicBezTo>
                        <a:pt x="6720" y="2023"/>
                        <a:pt x="6686" y="1986"/>
                        <a:pt x="6701" y="1967"/>
                      </a:cubicBezTo>
                      <a:cubicBezTo>
                        <a:pt x="6724" y="1939"/>
                        <a:pt x="6791" y="1877"/>
                        <a:pt x="6914" y="1897"/>
                      </a:cubicBezTo>
                      <a:cubicBezTo>
                        <a:pt x="6862" y="1853"/>
                        <a:pt x="6791" y="1847"/>
                        <a:pt x="6729" y="1866"/>
                      </a:cubicBezTo>
                      <a:cubicBezTo>
                        <a:pt x="6709" y="1872"/>
                        <a:pt x="6689" y="1880"/>
                        <a:pt x="6668" y="1887"/>
                      </a:cubicBezTo>
                      <a:cubicBezTo>
                        <a:pt x="6628" y="1901"/>
                        <a:pt x="6595" y="1913"/>
                        <a:pt x="6552" y="1904"/>
                      </a:cubicBezTo>
                      <a:cubicBezTo>
                        <a:pt x="6510" y="1896"/>
                        <a:pt x="6475" y="1877"/>
                        <a:pt x="6439" y="1854"/>
                      </a:cubicBezTo>
                      <a:cubicBezTo>
                        <a:pt x="6405" y="1833"/>
                        <a:pt x="6374" y="1807"/>
                        <a:pt x="6343" y="1784"/>
                      </a:cubicBezTo>
                      <a:cubicBezTo>
                        <a:pt x="6324" y="1769"/>
                        <a:pt x="6310" y="1753"/>
                        <a:pt x="6292" y="1736"/>
                      </a:cubicBezTo>
                      <a:cubicBezTo>
                        <a:pt x="6234" y="1681"/>
                        <a:pt x="6174" y="1623"/>
                        <a:pt x="6131" y="1554"/>
                      </a:cubicBezTo>
                      <a:cubicBezTo>
                        <a:pt x="6099" y="1502"/>
                        <a:pt x="6056" y="1445"/>
                        <a:pt x="6046" y="1383"/>
                      </a:cubicBezTo>
                      <a:cubicBezTo>
                        <a:pt x="6036" y="1324"/>
                        <a:pt x="6034" y="1265"/>
                        <a:pt x="6071" y="1214"/>
                      </a:cubicBezTo>
                      <a:cubicBezTo>
                        <a:pt x="6128" y="1135"/>
                        <a:pt x="6282" y="1090"/>
                        <a:pt x="6353" y="1173"/>
                      </a:cubicBezTo>
                      <a:cubicBezTo>
                        <a:pt x="6419" y="1250"/>
                        <a:pt x="6542" y="1302"/>
                        <a:pt x="6677" y="1252"/>
                      </a:cubicBezTo>
                      <a:cubicBezTo>
                        <a:pt x="6813" y="1201"/>
                        <a:pt x="6808" y="1121"/>
                        <a:pt x="6800" y="1055"/>
                      </a:cubicBezTo>
                      <a:cubicBezTo>
                        <a:pt x="6811" y="1138"/>
                        <a:pt x="6682" y="1191"/>
                        <a:pt x="6619" y="1199"/>
                      </a:cubicBezTo>
                      <a:cubicBezTo>
                        <a:pt x="6577" y="1205"/>
                        <a:pt x="6529" y="1198"/>
                        <a:pt x="6489" y="1187"/>
                      </a:cubicBezTo>
                      <a:cubicBezTo>
                        <a:pt x="6442" y="1173"/>
                        <a:pt x="6421" y="1146"/>
                        <a:pt x="6385" y="1116"/>
                      </a:cubicBezTo>
                      <a:cubicBezTo>
                        <a:pt x="6356" y="1093"/>
                        <a:pt x="6327" y="1069"/>
                        <a:pt x="6290" y="1062"/>
                      </a:cubicBezTo>
                      <a:cubicBezTo>
                        <a:pt x="6257" y="1055"/>
                        <a:pt x="6131" y="1083"/>
                        <a:pt x="6120" y="1040"/>
                      </a:cubicBezTo>
                      <a:cubicBezTo>
                        <a:pt x="6117" y="1024"/>
                        <a:pt x="6130" y="986"/>
                        <a:pt x="6132" y="969"/>
                      </a:cubicBezTo>
                      <a:lnTo>
                        <a:pt x="6132" y="969"/>
                      </a:lnTo>
                      <a:cubicBezTo>
                        <a:pt x="6135" y="938"/>
                        <a:pt x="6144" y="909"/>
                        <a:pt x="6159" y="882"/>
                      </a:cubicBezTo>
                      <a:cubicBezTo>
                        <a:pt x="6185" y="836"/>
                        <a:pt x="6230" y="795"/>
                        <a:pt x="6264" y="755"/>
                      </a:cubicBezTo>
                      <a:cubicBezTo>
                        <a:pt x="6316" y="693"/>
                        <a:pt x="6378" y="618"/>
                        <a:pt x="6462" y="604"/>
                      </a:cubicBezTo>
                      <a:cubicBezTo>
                        <a:pt x="6691" y="567"/>
                        <a:pt x="6768" y="817"/>
                        <a:pt x="6883" y="957"/>
                      </a:cubicBezTo>
                      <a:cubicBezTo>
                        <a:pt x="6961" y="1053"/>
                        <a:pt x="7082" y="1000"/>
                        <a:pt x="7215" y="1031"/>
                      </a:cubicBezTo>
                      <a:cubicBezTo>
                        <a:pt x="7349" y="1061"/>
                        <a:pt x="7313" y="1128"/>
                        <a:pt x="7383" y="1309"/>
                      </a:cubicBezTo>
                      <a:cubicBezTo>
                        <a:pt x="7453" y="1490"/>
                        <a:pt x="7490" y="1448"/>
                        <a:pt x="7610" y="1479"/>
                      </a:cubicBezTo>
                      <a:cubicBezTo>
                        <a:pt x="7731" y="1509"/>
                        <a:pt x="7809" y="1603"/>
                        <a:pt x="7844" y="1715"/>
                      </a:cubicBezTo>
                      <a:cubicBezTo>
                        <a:pt x="7879" y="1826"/>
                        <a:pt x="7827" y="1957"/>
                        <a:pt x="7665" y="1962"/>
                      </a:cubicBezTo>
                      <a:cubicBezTo>
                        <a:pt x="7503" y="1966"/>
                        <a:pt x="7453" y="1759"/>
                        <a:pt x="7453" y="1759"/>
                      </a:cubicBezTo>
                      <a:cubicBezTo>
                        <a:pt x="7414" y="1943"/>
                        <a:pt x="7536" y="2024"/>
                        <a:pt x="7678" y="2039"/>
                      </a:cubicBezTo>
                      <a:cubicBezTo>
                        <a:pt x="7820" y="2054"/>
                        <a:pt x="7844" y="1944"/>
                        <a:pt x="7964" y="1951"/>
                      </a:cubicBezTo>
                      <a:cubicBezTo>
                        <a:pt x="8085" y="1957"/>
                        <a:pt x="8301" y="2240"/>
                        <a:pt x="8205" y="2421"/>
                      </a:cubicBezTo>
                      <a:cubicBezTo>
                        <a:pt x="8110" y="2601"/>
                        <a:pt x="8171" y="2737"/>
                        <a:pt x="8120" y="2798"/>
                      </a:cubicBezTo>
                      <a:cubicBezTo>
                        <a:pt x="8070" y="2858"/>
                        <a:pt x="7848" y="2889"/>
                        <a:pt x="7848" y="2889"/>
                      </a:cubicBezTo>
                      <a:cubicBezTo>
                        <a:pt x="8108" y="2992"/>
                        <a:pt x="8174" y="2854"/>
                        <a:pt x="8196" y="2725"/>
                      </a:cubicBezTo>
                      <a:cubicBezTo>
                        <a:pt x="8218" y="2596"/>
                        <a:pt x="8321" y="2519"/>
                        <a:pt x="8321" y="2519"/>
                      </a:cubicBezTo>
                      <a:cubicBezTo>
                        <a:pt x="8583" y="2629"/>
                        <a:pt x="8558" y="2867"/>
                        <a:pt x="8575" y="2967"/>
                      </a:cubicBezTo>
                      <a:cubicBezTo>
                        <a:pt x="8529" y="3054"/>
                        <a:pt x="8414" y="3151"/>
                        <a:pt x="8312" y="3153"/>
                      </a:cubicBezTo>
                      <a:cubicBezTo>
                        <a:pt x="8189" y="3155"/>
                        <a:pt x="8157" y="3064"/>
                        <a:pt x="7912" y="3101"/>
                      </a:cubicBezTo>
                      <a:cubicBezTo>
                        <a:pt x="7667" y="3138"/>
                        <a:pt x="7628" y="3270"/>
                        <a:pt x="7577" y="3286"/>
                      </a:cubicBezTo>
                      <a:cubicBezTo>
                        <a:pt x="7527" y="3301"/>
                        <a:pt x="7488" y="3275"/>
                        <a:pt x="7418" y="3201"/>
                      </a:cubicBezTo>
                      <a:cubicBezTo>
                        <a:pt x="7348" y="3126"/>
                        <a:pt x="7298" y="2954"/>
                        <a:pt x="7123" y="2904"/>
                      </a:cubicBezTo>
                      <a:cubicBezTo>
                        <a:pt x="6948" y="2854"/>
                        <a:pt x="6902" y="2949"/>
                        <a:pt x="6806" y="2965"/>
                      </a:cubicBezTo>
                      <a:cubicBezTo>
                        <a:pt x="6710" y="2980"/>
                        <a:pt x="6641" y="2860"/>
                        <a:pt x="6579" y="2692"/>
                      </a:cubicBezTo>
                      <a:cubicBezTo>
                        <a:pt x="6518" y="2524"/>
                        <a:pt x="6384" y="2528"/>
                        <a:pt x="6303" y="2504"/>
                      </a:cubicBezTo>
                      <a:cubicBezTo>
                        <a:pt x="6222" y="2480"/>
                        <a:pt x="6161" y="2375"/>
                        <a:pt x="6161" y="2375"/>
                      </a:cubicBezTo>
                      <a:cubicBezTo>
                        <a:pt x="6122" y="2480"/>
                        <a:pt x="6285" y="2539"/>
                        <a:pt x="6285" y="2539"/>
                      </a:cubicBezTo>
                      <a:cubicBezTo>
                        <a:pt x="6087" y="2546"/>
                        <a:pt x="6093" y="2681"/>
                        <a:pt x="6093" y="2681"/>
                      </a:cubicBezTo>
                      <a:cubicBezTo>
                        <a:pt x="6093" y="2669"/>
                        <a:pt x="6129" y="2644"/>
                        <a:pt x="6137" y="2637"/>
                      </a:cubicBezTo>
                      <a:cubicBezTo>
                        <a:pt x="6156" y="2623"/>
                        <a:pt x="6177" y="2616"/>
                        <a:pt x="6197" y="2605"/>
                      </a:cubicBezTo>
                      <a:cubicBezTo>
                        <a:pt x="6237" y="2583"/>
                        <a:pt x="6274" y="2582"/>
                        <a:pt x="6319" y="2576"/>
                      </a:cubicBezTo>
                      <a:lnTo>
                        <a:pt x="6319" y="2576"/>
                      </a:lnTo>
                      <a:cubicBezTo>
                        <a:pt x="6327" y="2575"/>
                        <a:pt x="6336" y="2574"/>
                        <a:pt x="6344" y="2574"/>
                      </a:cubicBezTo>
                      <a:cubicBezTo>
                        <a:pt x="6372" y="2574"/>
                        <a:pt x="6399" y="2580"/>
                        <a:pt x="6424" y="2591"/>
                      </a:cubicBezTo>
                      <a:cubicBezTo>
                        <a:pt x="6499" y="2620"/>
                        <a:pt x="6545" y="2675"/>
                        <a:pt x="6573" y="2749"/>
                      </a:cubicBezTo>
                      <a:cubicBezTo>
                        <a:pt x="6599" y="2816"/>
                        <a:pt x="6618" y="2891"/>
                        <a:pt x="6659" y="2950"/>
                      </a:cubicBezTo>
                      <a:cubicBezTo>
                        <a:pt x="6707" y="3020"/>
                        <a:pt x="6789" y="3015"/>
                        <a:pt x="6855" y="3059"/>
                      </a:cubicBezTo>
                      <a:cubicBezTo>
                        <a:pt x="6895" y="3085"/>
                        <a:pt x="6927" y="3116"/>
                        <a:pt x="6945" y="3160"/>
                      </a:cubicBezTo>
                      <a:cubicBezTo>
                        <a:pt x="6962" y="3200"/>
                        <a:pt x="6954" y="3244"/>
                        <a:pt x="6954" y="3287"/>
                      </a:cubicBezTo>
                      <a:cubicBezTo>
                        <a:pt x="6954" y="3400"/>
                        <a:pt x="6766" y="3453"/>
                        <a:pt x="6766" y="3453"/>
                      </a:cubicBezTo>
                      <a:cubicBezTo>
                        <a:pt x="7157" y="3381"/>
                        <a:pt x="6976" y="3112"/>
                        <a:pt x="6930" y="3055"/>
                      </a:cubicBezTo>
                      <a:cubicBezTo>
                        <a:pt x="6884" y="2998"/>
                        <a:pt x="6952" y="2897"/>
                        <a:pt x="7144" y="2974"/>
                      </a:cubicBezTo>
                      <a:cubicBezTo>
                        <a:pt x="7337" y="3050"/>
                        <a:pt x="7280" y="3199"/>
                        <a:pt x="7396" y="3300"/>
                      </a:cubicBezTo>
                      <a:cubicBezTo>
                        <a:pt x="7512" y="3400"/>
                        <a:pt x="7492" y="3455"/>
                        <a:pt x="7361" y="3562"/>
                      </a:cubicBezTo>
                      <a:cubicBezTo>
                        <a:pt x="7230" y="3669"/>
                        <a:pt x="7147" y="3743"/>
                        <a:pt x="7070" y="3809"/>
                      </a:cubicBezTo>
                      <a:cubicBezTo>
                        <a:pt x="6994" y="3874"/>
                        <a:pt x="6976" y="3822"/>
                        <a:pt x="6851" y="3759"/>
                      </a:cubicBezTo>
                      <a:cubicBezTo>
                        <a:pt x="6727" y="3695"/>
                        <a:pt x="6642" y="3562"/>
                        <a:pt x="6642" y="3562"/>
                      </a:cubicBezTo>
                      <a:cubicBezTo>
                        <a:pt x="6655" y="3752"/>
                        <a:pt x="6883" y="3802"/>
                        <a:pt x="6908" y="3899"/>
                      </a:cubicBezTo>
                      <a:cubicBezTo>
                        <a:pt x="6934" y="3995"/>
                        <a:pt x="6919" y="3993"/>
                        <a:pt x="6791" y="4023"/>
                      </a:cubicBezTo>
                      <a:cubicBezTo>
                        <a:pt x="6663" y="4052"/>
                        <a:pt x="6633" y="3974"/>
                        <a:pt x="6429" y="3973"/>
                      </a:cubicBezTo>
                      <a:cubicBezTo>
                        <a:pt x="6226" y="3971"/>
                        <a:pt x="6139" y="4141"/>
                        <a:pt x="6029" y="4182"/>
                      </a:cubicBezTo>
                      <a:cubicBezTo>
                        <a:pt x="5920" y="4223"/>
                        <a:pt x="5709" y="4162"/>
                        <a:pt x="5709" y="4162"/>
                      </a:cubicBezTo>
                      <a:cubicBezTo>
                        <a:pt x="5947" y="4323"/>
                        <a:pt x="6153" y="4173"/>
                        <a:pt x="6240" y="4116"/>
                      </a:cubicBezTo>
                      <a:cubicBezTo>
                        <a:pt x="6327" y="4059"/>
                        <a:pt x="6437" y="3979"/>
                        <a:pt x="6545" y="4055"/>
                      </a:cubicBezTo>
                      <a:cubicBezTo>
                        <a:pt x="6653" y="4130"/>
                        <a:pt x="6784" y="4093"/>
                        <a:pt x="6888" y="4106"/>
                      </a:cubicBezTo>
                      <a:cubicBezTo>
                        <a:pt x="6993" y="4119"/>
                        <a:pt x="7011" y="4100"/>
                        <a:pt x="7153" y="4172"/>
                      </a:cubicBezTo>
                      <a:cubicBezTo>
                        <a:pt x="7295" y="4244"/>
                        <a:pt x="7310" y="4355"/>
                        <a:pt x="7461" y="4481"/>
                      </a:cubicBezTo>
                      <a:cubicBezTo>
                        <a:pt x="7612" y="4608"/>
                        <a:pt x="7783" y="4571"/>
                        <a:pt x="7922" y="4498"/>
                      </a:cubicBezTo>
                      <a:cubicBezTo>
                        <a:pt x="8062" y="4425"/>
                        <a:pt x="8154" y="4475"/>
                        <a:pt x="8154" y="4475"/>
                      </a:cubicBezTo>
                      <a:cubicBezTo>
                        <a:pt x="8217" y="4726"/>
                        <a:pt x="8283" y="4779"/>
                        <a:pt x="8407" y="4815"/>
                      </a:cubicBezTo>
                      <a:cubicBezTo>
                        <a:pt x="8532" y="4851"/>
                        <a:pt x="8634" y="4897"/>
                        <a:pt x="8650" y="4926"/>
                      </a:cubicBezTo>
                      <a:cubicBezTo>
                        <a:pt x="8667" y="4956"/>
                        <a:pt x="8639" y="5061"/>
                        <a:pt x="8552" y="5134"/>
                      </a:cubicBezTo>
                      <a:moveTo>
                        <a:pt x="2279" y="1914"/>
                      </a:moveTo>
                      <a:cubicBezTo>
                        <a:pt x="2279" y="1989"/>
                        <a:pt x="2238" y="2070"/>
                        <a:pt x="2180" y="2117"/>
                      </a:cubicBezTo>
                      <a:cubicBezTo>
                        <a:pt x="2140" y="2149"/>
                        <a:pt x="2086" y="2166"/>
                        <a:pt x="2036" y="2169"/>
                      </a:cubicBezTo>
                      <a:cubicBezTo>
                        <a:pt x="2004" y="2171"/>
                        <a:pt x="1973" y="2172"/>
                        <a:pt x="1942" y="2173"/>
                      </a:cubicBezTo>
                      <a:cubicBezTo>
                        <a:pt x="1904" y="2174"/>
                        <a:pt x="1868" y="2155"/>
                        <a:pt x="1831" y="2146"/>
                      </a:cubicBezTo>
                      <a:cubicBezTo>
                        <a:pt x="1798" y="2138"/>
                        <a:pt x="1765" y="2129"/>
                        <a:pt x="1759" y="2090"/>
                      </a:cubicBezTo>
                      <a:cubicBezTo>
                        <a:pt x="1752" y="2048"/>
                        <a:pt x="1777" y="1998"/>
                        <a:pt x="1792" y="1962"/>
                      </a:cubicBezTo>
                      <a:cubicBezTo>
                        <a:pt x="1814" y="1913"/>
                        <a:pt x="1832" y="1860"/>
                        <a:pt x="1858" y="1814"/>
                      </a:cubicBezTo>
                      <a:cubicBezTo>
                        <a:pt x="1896" y="1747"/>
                        <a:pt x="1984" y="1714"/>
                        <a:pt x="2052" y="1687"/>
                      </a:cubicBezTo>
                      <a:cubicBezTo>
                        <a:pt x="2083" y="1673"/>
                        <a:pt x="2119" y="1654"/>
                        <a:pt x="2155" y="1654"/>
                      </a:cubicBezTo>
                      <a:cubicBezTo>
                        <a:pt x="2182" y="1654"/>
                        <a:pt x="2222" y="1650"/>
                        <a:pt x="2242" y="1674"/>
                      </a:cubicBezTo>
                      <a:cubicBezTo>
                        <a:pt x="2264" y="1700"/>
                        <a:pt x="2261" y="1740"/>
                        <a:pt x="2262" y="1772"/>
                      </a:cubicBezTo>
                      <a:cubicBezTo>
                        <a:pt x="2265" y="1818"/>
                        <a:pt x="2279" y="1867"/>
                        <a:pt x="2279" y="1914"/>
                      </a:cubicBezTo>
                      <a:moveTo>
                        <a:pt x="8830" y="4695"/>
                      </a:moveTo>
                      <a:lnTo>
                        <a:pt x="8830" y="4695"/>
                      </a:lnTo>
                      <a:cubicBezTo>
                        <a:pt x="8779" y="4742"/>
                        <a:pt x="8736" y="4797"/>
                        <a:pt x="8702" y="4856"/>
                      </a:cubicBezTo>
                      <a:cubicBezTo>
                        <a:pt x="8699" y="4861"/>
                        <a:pt x="8697" y="4865"/>
                        <a:pt x="8695" y="4869"/>
                      </a:cubicBezTo>
                      <a:cubicBezTo>
                        <a:pt x="8658" y="4836"/>
                        <a:pt x="8608" y="4809"/>
                        <a:pt x="8540" y="4794"/>
                      </a:cubicBezTo>
                      <a:cubicBezTo>
                        <a:pt x="8338" y="4749"/>
                        <a:pt x="8235" y="4624"/>
                        <a:pt x="8208" y="4499"/>
                      </a:cubicBezTo>
                      <a:cubicBezTo>
                        <a:pt x="8181" y="4375"/>
                        <a:pt x="8283" y="4250"/>
                        <a:pt x="8206" y="4128"/>
                      </a:cubicBezTo>
                      <a:cubicBezTo>
                        <a:pt x="8130" y="4006"/>
                        <a:pt x="8037" y="4012"/>
                        <a:pt x="8037" y="4012"/>
                      </a:cubicBezTo>
                      <a:cubicBezTo>
                        <a:pt x="8238" y="4129"/>
                        <a:pt x="8184" y="4367"/>
                        <a:pt x="8160" y="4384"/>
                      </a:cubicBezTo>
                      <a:cubicBezTo>
                        <a:pt x="8136" y="4402"/>
                        <a:pt x="8109" y="4396"/>
                        <a:pt x="7993" y="4373"/>
                      </a:cubicBezTo>
                      <a:cubicBezTo>
                        <a:pt x="7877" y="4351"/>
                        <a:pt x="7814" y="4470"/>
                        <a:pt x="7674" y="4481"/>
                      </a:cubicBezTo>
                      <a:cubicBezTo>
                        <a:pt x="7535" y="4493"/>
                        <a:pt x="7400" y="4287"/>
                        <a:pt x="7400" y="4236"/>
                      </a:cubicBezTo>
                      <a:cubicBezTo>
                        <a:pt x="7400" y="4185"/>
                        <a:pt x="7520" y="4128"/>
                        <a:pt x="7610" y="4064"/>
                      </a:cubicBezTo>
                      <a:cubicBezTo>
                        <a:pt x="7701" y="4000"/>
                        <a:pt x="7742" y="3956"/>
                        <a:pt x="7775" y="3895"/>
                      </a:cubicBezTo>
                      <a:cubicBezTo>
                        <a:pt x="7808" y="3834"/>
                        <a:pt x="7844" y="3792"/>
                        <a:pt x="7962" y="3769"/>
                      </a:cubicBezTo>
                      <a:cubicBezTo>
                        <a:pt x="8080" y="3746"/>
                        <a:pt x="8060" y="3778"/>
                        <a:pt x="8133" y="3837"/>
                      </a:cubicBezTo>
                      <a:cubicBezTo>
                        <a:pt x="8207" y="3895"/>
                        <a:pt x="8293" y="3828"/>
                        <a:pt x="8293" y="3828"/>
                      </a:cubicBezTo>
                      <a:cubicBezTo>
                        <a:pt x="8167" y="3851"/>
                        <a:pt x="8156" y="3720"/>
                        <a:pt x="8060" y="3701"/>
                      </a:cubicBezTo>
                      <a:cubicBezTo>
                        <a:pt x="7965" y="3681"/>
                        <a:pt x="7866" y="3750"/>
                        <a:pt x="7823" y="3742"/>
                      </a:cubicBezTo>
                      <a:cubicBezTo>
                        <a:pt x="7781" y="3733"/>
                        <a:pt x="7775" y="3680"/>
                        <a:pt x="7733" y="3615"/>
                      </a:cubicBezTo>
                      <a:cubicBezTo>
                        <a:pt x="7692" y="3549"/>
                        <a:pt x="7685" y="3468"/>
                        <a:pt x="7685" y="3468"/>
                      </a:cubicBezTo>
                      <a:cubicBezTo>
                        <a:pt x="7628" y="3591"/>
                        <a:pt x="7748" y="3630"/>
                        <a:pt x="7737" y="3803"/>
                      </a:cubicBezTo>
                      <a:cubicBezTo>
                        <a:pt x="7727" y="3976"/>
                        <a:pt x="7471" y="4078"/>
                        <a:pt x="7392" y="4117"/>
                      </a:cubicBezTo>
                      <a:cubicBezTo>
                        <a:pt x="7313" y="4156"/>
                        <a:pt x="7270" y="4121"/>
                        <a:pt x="7167" y="4056"/>
                      </a:cubicBezTo>
                      <a:cubicBezTo>
                        <a:pt x="7065" y="3990"/>
                        <a:pt x="7077" y="3992"/>
                        <a:pt x="7077" y="3899"/>
                      </a:cubicBezTo>
                      <a:cubicBezTo>
                        <a:pt x="7077" y="3805"/>
                        <a:pt x="7216" y="3754"/>
                        <a:pt x="7377" y="3630"/>
                      </a:cubicBezTo>
                      <a:cubicBezTo>
                        <a:pt x="7539" y="3505"/>
                        <a:pt x="7530" y="3454"/>
                        <a:pt x="7606" y="3365"/>
                      </a:cubicBezTo>
                      <a:cubicBezTo>
                        <a:pt x="7683" y="3275"/>
                        <a:pt x="7958" y="3134"/>
                        <a:pt x="8085" y="3171"/>
                      </a:cubicBezTo>
                      <a:cubicBezTo>
                        <a:pt x="8212" y="3208"/>
                        <a:pt x="8419" y="3265"/>
                        <a:pt x="8548" y="3118"/>
                      </a:cubicBezTo>
                      <a:lnTo>
                        <a:pt x="8548" y="3118"/>
                      </a:lnTo>
                      <a:cubicBezTo>
                        <a:pt x="8566" y="3097"/>
                        <a:pt x="8584" y="3074"/>
                        <a:pt x="8597" y="3050"/>
                      </a:cubicBezTo>
                      <a:cubicBezTo>
                        <a:pt x="8601" y="3044"/>
                        <a:pt x="8604" y="3037"/>
                        <a:pt x="8607" y="3031"/>
                      </a:cubicBezTo>
                      <a:cubicBezTo>
                        <a:pt x="8646" y="3078"/>
                        <a:pt x="8702" y="3115"/>
                        <a:pt x="8723" y="3234"/>
                      </a:cubicBezTo>
                      <a:cubicBezTo>
                        <a:pt x="8749" y="3381"/>
                        <a:pt x="8679" y="3555"/>
                        <a:pt x="8568" y="3584"/>
                      </a:cubicBezTo>
                      <a:cubicBezTo>
                        <a:pt x="8457" y="3612"/>
                        <a:pt x="8502" y="3540"/>
                        <a:pt x="8301" y="3433"/>
                      </a:cubicBezTo>
                      <a:cubicBezTo>
                        <a:pt x="8100" y="3326"/>
                        <a:pt x="8002" y="3453"/>
                        <a:pt x="8002" y="3453"/>
                      </a:cubicBezTo>
                      <a:cubicBezTo>
                        <a:pt x="8319" y="3437"/>
                        <a:pt x="8308" y="3590"/>
                        <a:pt x="8448" y="3680"/>
                      </a:cubicBezTo>
                      <a:cubicBezTo>
                        <a:pt x="8588" y="3770"/>
                        <a:pt x="8679" y="3617"/>
                        <a:pt x="8714" y="3597"/>
                      </a:cubicBezTo>
                      <a:cubicBezTo>
                        <a:pt x="8749" y="3577"/>
                        <a:pt x="8841" y="3654"/>
                        <a:pt x="8900" y="3842"/>
                      </a:cubicBezTo>
                      <a:cubicBezTo>
                        <a:pt x="8959" y="4030"/>
                        <a:pt x="8804" y="4139"/>
                        <a:pt x="8702" y="4165"/>
                      </a:cubicBezTo>
                      <a:lnTo>
                        <a:pt x="8702" y="4165"/>
                      </a:lnTo>
                      <a:cubicBezTo>
                        <a:pt x="8637" y="4182"/>
                        <a:pt x="8575" y="4206"/>
                        <a:pt x="8515" y="4235"/>
                      </a:cubicBezTo>
                      <a:cubicBezTo>
                        <a:pt x="8937" y="4268"/>
                        <a:pt x="8933" y="4599"/>
                        <a:pt x="8830" y="46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59874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54"/>
          <p:cNvSpPr txBox="1">
            <a:spLocks noGrp="1"/>
          </p:cNvSpPr>
          <p:nvPr>
            <p:ph type="title"/>
          </p:nvPr>
        </p:nvSpPr>
        <p:spPr>
          <a:xfrm>
            <a:off x="2201850" y="2150849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nioencephalic Trauma Case Report by Slidesgo">
  <a:themeElements>
    <a:clrScheme name="Simple Light">
      <a:dk1>
        <a:srgbClr val="272727"/>
      </a:dk1>
      <a:lt1>
        <a:srgbClr val="FBFBFB"/>
      </a:lt1>
      <a:dk2>
        <a:srgbClr val="B4B9B5"/>
      </a:dk2>
      <a:lt2>
        <a:srgbClr val="D1D3D0"/>
      </a:lt2>
      <a:accent1>
        <a:srgbClr val="E5E7E4"/>
      </a:accent1>
      <a:accent2>
        <a:srgbClr val="D5F1F4"/>
      </a:accent2>
      <a:accent3>
        <a:srgbClr val="BDDADE"/>
      </a:accent3>
      <a:accent4>
        <a:srgbClr val="99BABF"/>
      </a:accent4>
      <a:accent5>
        <a:srgbClr val="759B9E"/>
      </a:accent5>
      <a:accent6>
        <a:srgbClr val="FFFFFF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1457</Words>
  <Application>Microsoft Office PowerPoint</Application>
  <PresentationFormat>On-screen Show (16:9)</PresentationFormat>
  <Paragraphs>180</Paragraphs>
  <Slides>31</Slides>
  <Notes>31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Karla</vt:lpstr>
      <vt:lpstr>Arial</vt:lpstr>
      <vt:lpstr>Open Sans</vt:lpstr>
      <vt:lpstr>Alata</vt:lpstr>
      <vt:lpstr>Raleway</vt:lpstr>
      <vt:lpstr>Cranioencephalic Trauma Case Report by Slidesgo</vt:lpstr>
      <vt:lpstr> Investigating the Word Superiority Effect</vt:lpstr>
      <vt:lpstr>Table of contents</vt:lpstr>
      <vt:lpstr>Hypothesis </vt:lpstr>
      <vt:lpstr>Our Hypothesis </vt:lpstr>
      <vt:lpstr>Literature Review</vt:lpstr>
      <vt:lpstr>Literature Review</vt:lpstr>
      <vt:lpstr>Literature Review</vt:lpstr>
      <vt:lpstr>Literature Review</vt:lpstr>
      <vt:lpstr>Literature Review</vt:lpstr>
      <vt:lpstr>Experiment Variables</vt:lpstr>
      <vt:lpstr>Experiment Variables</vt:lpstr>
      <vt:lpstr>Experiment Variables</vt:lpstr>
      <vt:lpstr>Experiment Variables</vt:lpstr>
      <vt:lpstr>Experiment Design</vt:lpstr>
      <vt:lpstr>Experiment Design</vt:lpstr>
      <vt:lpstr>Experiment Flow</vt:lpstr>
      <vt:lpstr>Participants</vt:lpstr>
      <vt:lpstr>PowerPoint Presentation</vt:lpstr>
      <vt:lpstr>Data Collection Snapshot</vt:lpstr>
      <vt:lpstr>Data Collection Measures</vt:lpstr>
      <vt:lpstr>Statistical Test Used – Wilcoxon Signed-Rank Test</vt:lpstr>
      <vt:lpstr>Results - Accuracy</vt:lpstr>
      <vt:lpstr>PowerPoint Presentation</vt:lpstr>
      <vt:lpstr>Results - Response Time</vt:lpstr>
      <vt:lpstr>PowerPoint Presentation</vt:lpstr>
      <vt:lpstr>Discussion</vt:lpstr>
      <vt:lpstr>Discussion</vt:lpstr>
      <vt:lpstr>Limitations</vt:lpstr>
      <vt:lpstr>Inference and Conclusion</vt:lpstr>
      <vt:lpstr>Future Directions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Symphony</dc:creator>
  <cp:lastModifiedBy>q w</cp:lastModifiedBy>
  <cp:revision>11</cp:revision>
  <dcterms:modified xsi:type="dcterms:W3CDTF">2025-04-26T16:40:10Z</dcterms:modified>
</cp:coreProperties>
</file>